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heme/theme2.xml" ContentType="application/vnd.openxmlformats-officedocument.theme+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notesSlides/notesSlide1.xml" ContentType="application/vnd.openxmlformats-officedocument.presentationml.notesSlide+xml"/>
  <Override PartName="/ppt/tags/tag63.xml" ContentType="application/vnd.openxmlformats-officedocument.presentationml.tags+xml"/>
  <Override PartName="/ppt/tags/tag64.xml" ContentType="application/vnd.openxmlformats-officedocument.presentationml.tags+xml"/>
  <Override PartName="/ppt/notesSlides/notesSlide2.xml" ContentType="application/vnd.openxmlformats-officedocument.presentationml.notesSlide+xml"/>
  <Override PartName="/ppt/tags/tag65.xml" ContentType="application/vnd.openxmlformats-officedocument.presentationml.tags+xml"/>
  <Override PartName="/ppt/tags/tag66.xml" ContentType="application/vnd.openxmlformats-officedocument.presentationml.tags+xml"/>
  <Override PartName="/ppt/notesSlides/notesSlide3.xml" ContentType="application/vnd.openxmlformats-officedocument.presentationml.notesSlide+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notesSlides/notesSlide4.xml" ContentType="application/vnd.openxmlformats-officedocument.presentationml.notesSlide+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notesSlides/notesSlide5.xml" ContentType="application/vnd.openxmlformats-officedocument.presentationml.notesSlide+xml"/>
  <Override PartName="/ppt/tags/tag82.xml" ContentType="application/vnd.openxmlformats-officedocument.presentationml.tags+xml"/>
  <Override PartName="/ppt/tags/tag83.xml" ContentType="application/vnd.openxmlformats-officedocument.presentationml.tags+xml"/>
  <Override PartName="/ppt/notesSlides/notesSlide6.xml" ContentType="application/vnd.openxmlformats-officedocument.presentationml.notesSlide+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notesSlides/notesSlide7.xml" ContentType="application/vnd.openxmlformats-officedocument.presentationml.notesSlide+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notesSlides/notesSlide8.xml" ContentType="application/vnd.openxmlformats-officedocument.presentationml.notesSlide+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notesSlides/notesSlide9.xml" ContentType="application/vnd.openxmlformats-officedocument.presentationml.notesSlide+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notesSlides/notesSlide10.xml" ContentType="application/vnd.openxmlformats-officedocument.presentationml.notesSlide+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6"/>
  </p:notesMasterIdLst>
  <p:sldIdLst>
    <p:sldId id="816" r:id="rId2"/>
    <p:sldId id="427" r:id="rId3"/>
    <p:sldId id="667" r:id="rId4"/>
    <p:sldId id="740" r:id="rId5"/>
    <p:sldId id="746" r:id="rId6"/>
    <p:sldId id="747" r:id="rId7"/>
    <p:sldId id="748" r:id="rId8"/>
    <p:sldId id="807" r:id="rId9"/>
    <p:sldId id="277" r:id="rId10"/>
    <p:sldId id="806" r:id="rId11"/>
    <p:sldId id="749" r:id="rId12"/>
    <p:sldId id="750" r:id="rId13"/>
    <p:sldId id="751" r:id="rId14"/>
    <p:sldId id="752" r:id="rId15"/>
    <p:sldId id="753" r:id="rId16"/>
    <p:sldId id="741" r:id="rId17"/>
    <p:sldId id="754" r:id="rId18"/>
    <p:sldId id="810" r:id="rId19"/>
    <p:sldId id="756" r:id="rId20"/>
    <p:sldId id="757" r:id="rId21"/>
    <p:sldId id="811" r:id="rId22"/>
    <p:sldId id="758" r:id="rId23"/>
    <p:sldId id="759" r:id="rId24"/>
    <p:sldId id="760" r:id="rId25"/>
    <p:sldId id="761" r:id="rId26"/>
    <p:sldId id="762" r:id="rId27"/>
    <p:sldId id="801" r:id="rId28"/>
    <p:sldId id="763" r:id="rId29"/>
    <p:sldId id="764" r:id="rId30"/>
    <p:sldId id="765" r:id="rId31"/>
    <p:sldId id="766" r:id="rId32"/>
    <p:sldId id="767" r:id="rId33"/>
    <p:sldId id="808" r:id="rId34"/>
    <p:sldId id="814" r:id="rId35"/>
    <p:sldId id="742" r:id="rId36"/>
    <p:sldId id="768" r:id="rId37"/>
    <p:sldId id="769" r:id="rId38"/>
    <p:sldId id="771" r:id="rId39"/>
    <p:sldId id="772" r:id="rId40"/>
    <p:sldId id="775" r:id="rId41"/>
    <p:sldId id="774" r:id="rId42"/>
    <p:sldId id="776" r:id="rId43"/>
    <p:sldId id="777" r:id="rId44"/>
    <p:sldId id="812" r:id="rId45"/>
    <p:sldId id="804" r:id="rId46"/>
    <p:sldId id="778" r:id="rId47"/>
    <p:sldId id="779" r:id="rId48"/>
    <p:sldId id="799" r:id="rId49"/>
    <p:sldId id="780" r:id="rId50"/>
    <p:sldId id="781" r:id="rId51"/>
    <p:sldId id="782" r:id="rId52"/>
    <p:sldId id="783" r:id="rId53"/>
    <p:sldId id="784" r:id="rId54"/>
    <p:sldId id="800" r:id="rId55"/>
    <p:sldId id="785" r:id="rId56"/>
    <p:sldId id="813" r:id="rId57"/>
    <p:sldId id="815" r:id="rId58"/>
    <p:sldId id="787" r:id="rId59"/>
    <p:sldId id="789" r:id="rId60"/>
    <p:sldId id="788" r:id="rId61"/>
    <p:sldId id="790" r:id="rId62"/>
    <p:sldId id="809" r:id="rId63"/>
    <p:sldId id="743" r:id="rId64"/>
    <p:sldId id="791" r:id="rId65"/>
    <p:sldId id="792" r:id="rId66"/>
    <p:sldId id="557" r:id="rId67"/>
    <p:sldId id="793" r:id="rId68"/>
    <p:sldId id="795" r:id="rId69"/>
    <p:sldId id="802" r:id="rId70"/>
    <p:sldId id="805" r:id="rId71"/>
    <p:sldId id="796" r:id="rId72"/>
    <p:sldId id="803" r:id="rId73"/>
    <p:sldId id="797" r:id="rId74"/>
    <p:sldId id="798" r:id="rId7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27">
          <p15:clr>
            <a:srgbClr val="A4A3A4"/>
          </p15:clr>
        </p15:guide>
        <p15:guide id="2" pos="3838">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C8A1E5"/>
    <a:srgbClr val="692B99"/>
    <a:srgbClr val="8F46C8"/>
    <a:srgbClr val="FFFFFF"/>
    <a:srgbClr val="DE8300"/>
    <a:srgbClr val="9956CC"/>
    <a:srgbClr val="D9D9D9"/>
    <a:srgbClr val="DCDCDC"/>
    <a:srgbClr val="F0F0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778" autoAdjust="0"/>
    <p:restoredTop sz="84432" autoAdjust="0"/>
  </p:normalViewPr>
  <p:slideViewPr>
    <p:cSldViewPr snapToGrid="0">
      <p:cViewPr varScale="1">
        <p:scale>
          <a:sx n="51" d="100"/>
          <a:sy n="51" d="100"/>
        </p:scale>
        <p:origin x="1232" y="40"/>
      </p:cViewPr>
      <p:guideLst>
        <p:guide orient="horz" pos="2027"/>
        <p:guide pos="383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2025/12/4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linuxcool.com/"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dirty="0"/>
              <a:t>文件不仅具有文件名，还包含文件类型、文件主、访问权限、文件被创建的时间、文件长度等，统称为文件属性。它们都不属于文件本身的内容，但是用户需要并希望由操作系统来保存这些属性，同时还要提供查询这些属性的操作。</a:t>
            </a:r>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5</a:t>
            </a:fld>
            <a:endParaRPr lang="zh-CN" altLang="en-US"/>
          </a:p>
        </p:txBody>
      </p:sp>
    </p:spTree>
    <p:extLst>
      <p:ext uri="{BB962C8B-B14F-4D97-AF65-F5344CB8AC3E}">
        <p14:creationId xmlns:p14="http://schemas.microsoft.com/office/powerpoint/2010/main" val="8315986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r>
              <a:rPr lang="en-US" altLang="zh-CN" sz="1050" b="1" i="0" dirty="0" err="1">
                <a:solidFill>
                  <a:srgbClr val="FFFFFF"/>
                </a:solidFill>
                <a:effectLst/>
                <a:latin typeface="Microsoft Yahei" panose="020B0503020204020204" pitchFamily="34" charset="-122"/>
                <a:ea typeface="Microsoft Yahei" panose="020B0503020204020204" pitchFamily="34" charset="-122"/>
              </a:rPr>
              <a:t>blkid</a:t>
            </a:r>
            <a:r>
              <a:rPr lang="zh-CN" altLang="en-US" sz="1050" b="1" i="0" dirty="0">
                <a:solidFill>
                  <a:srgbClr val="FFFFFF"/>
                </a:solidFill>
                <a:effectLst/>
                <a:latin typeface="Microsoft Yahei" panose="020B0503020204020204" pitchFamily="34" charset="-122"/>
                <a:ea typeface="Microsoft Yahei" panose="020B0503020204020204" pitchFamily="34" charset="-122"/>
              </a:rPr>
              <a:t>命令查看</a:t>
            </a:r>
            <a:r>
              <a:rPr lang="zh-CN" altLang="en-US" sz="1050" b="0" i="0" dirty="0">
                <a:solidFill>
                  <a:srgbClr val="3D4450"/>
                </a:solidFill>
                <a:effectLst/>
                <a:latin typeface="Microsoft Yahei" panose="020B0503020204020204" pitchFamily="34" charset="-122"/>
                <a:ea typeface="Microsoft Yahei" panose="020B0503020204020204" pitchFamily="34" charset="-122"/>
              </a:rPr>
              <a:t>已格式化分区的</a:t>
            </a:r>
            <a:r>
              <a:rPr lang="en-US" altLang="zh-CN" sz="1050" b="0" i="0" dirty="0">
                <a:solidFill>
                  <a:srgbClr val="3D4450"/>
                </a:solidFill>
                <a:effectLst/>
                <a:latin typeface="Microsoft Yahei" panose="020B0503020204020204" pitchFamily="34" charset="-122"/>
                <a:ea typeface="Microsoft Yahei" panose="020B0503020204020204" pitchFamily="34" charset="-122"/>
              </a:rPr>
              <a:t>UUID</a:t>
            </a:r>
            <a:r>
              <a:rPr lang="zh-CN" altLang="en-US" sz="1050" b="0" i="0" dirty="0">
                <a:solidFill>
                  <a:srgbClr val="3D4450"/>
                </a:solidFill>
                <a:effectLst/>
                <a:latin typeface="Microsoft Yahei" panose="020B0503020204020204" pitchFamily="34" charset="-122"/>
                <a:ea typeface="Microsoft Yahei" panose="020B0503020204020204" pitchFamily="34" charset="-122"/>
              </a:rPr>
              <a:t>和文件系统，查看</a:t>
            </a:r>
            <a:r>
              <a:rPr lang="en-US" altLang="zh-CN" sz="1050" b="0" i="0" dirty="0">
                <a:solidFill>
                  <a:srgbClr val="3D4450"/>
                </a:solidFill>
                <a:effectLst/>
                <a:latin typeface="Microsoft Yahei" panose="020B0503020204020204" pitchFamily="34" charset="-122"/>
                <a:ea typeface="Microsoft Yahei" panose="020B0503020204020204" pitchFamily="34" charset="-122"/>
              </a:rPr>
              <a:t>TYPE</a:t>
            </a:r>
            <a:r>
              <a:rPr lang="zh-CN" altLang="en-US" sz="1050" b="0" i="0" dirty="0">
                <a:solidFill>
                  <a:srgbClr val="3D4450"/>
                </a:solidFill>
                <a:effectLst/>
                <a:latin typeface="Microsoft Yahei" panose="020B0503020204020204" pitchFamily="34" charset="-122"/>
                <a:ea typeface="Microsoft Yahei" panose="020B0503020204020204" pitchFamily="34" charset="-122"/>
              </a:rPr>
              <a:t>字段输出。</a:t>
            </a:r>
            <a:endParaRPr lang="en-US" altLang="zh-CN" sz="1050" b="0" i="0" dirty="0">
              <a:solidFill>
                <a:srgbClr val="3D4450"/>
              </a:solidFill>
              <a:effectLst/>
              <a:latin typeface="Microsoft Yahei" panose="020B0503020204020204" pitchFamily="34" charset="-122"/>
              <a:ea typeface="Microsoft Yahei" panose="020B0503020204020204" pitchFamily="34" charset="-122"/>
            </a:endParaRPr>
          </a:p>
          <a:p>
            <a:r>
              <a:rPr lang="en-US" altLang="zh-CN" sz="1050" b="0" i="0" dirty="0">
                <a:solidFill>
                  <a:srgbClr val="3D4450"/>
                </a:solidFill>
                <a:effectLst/>
                <a:latin typeface="Microsoft Yahei" panose="020B0503020204020204" pitchFamily="34" charset="-122"/>
                <a:ea typeface="Microsoft Yahei" panose="020B0503020204020204" pitchFamily="34" charset="-122"/>
              </a:rPr>
              <a:t>parted -l </a:t>
            </a:r>
            <a:r>
              <a:rPr lang="zh-CN" altLang="en-US" sz="1050" b="0" i="0" dirty="0">
                <a:solidFill>
                  <a:srgbClr val="3D4450"/>
                </a:solidFill>
                <a:effectLst/>
                <a:latin typeface="Microsoft Yahei" panose="020B0503020204020204" pitchFamily="34" charset="-122"/>
                <a:ea typeface="Microsoft Yahei" panose="020B0503020204020204" pitchFamily="34" charset="-122"/>
              </a:rPr>
              <a:t>命令会输出文件系统类型（</a:t>
            </a:r>
            <a:r>
              <a:rPr lang="en-US" altLang="zh-CN" sz="1050" b="0" i="0" dirty="0">
                <a:solidFill>
                  <a:srgbClr val="3D4450"/>
                </a:solidFill>
                <a:effectLst/>
                <a:latin typeface="Microsoft Yahei" panose="020B0503020204020204" pitchFamily="34" charset="-122"/>
                <a:ea typeface="Microsoft Yahei" panose="020B0503020204020204" pitchFamily="34" charset="-122"/>
              </a:rPr>
              <a:t>File system</a:t>
            </a:r>
            <a:r>
              <a:rPr lang="zh-CN" altLang="en-US" sz="1050" b="0" i="0" dirty="0">
                <a:solidFill>
                  <a:srgbClr val="3D4450"/>
                </a:solidFill>
                <a:effectLst/>
                <a:latin typeface="Microsoft Yahei" panose="020B0503020204020204" pitchFamily="34" charset="-122"/>
                <a:ea typeface="Microsoft Yahei" panose="020B0503020204020204" pitchFamily="34" charset="-122"/>
              </a:rPr>
              <a:t>）， 其中选项</a:t>
            </a:r>
            <a:r>
              <a:rPr lang="en-US" altLang="zh-CN" sz="1050" b="0" i="0" dirty="0">
                <a:solidFill>
                  <a:srgbClr val="3D4450"/>
                </a:solidFill>
                <a:effectLst/>
                <a:latin typeface="Microsoft Yahei" panose="020B0503020204020204" pitchFamily="34" charset="-122"/>
                <a:ea typeface="Microsoft Yahei" panose="020B0503020204020204" pitchFamily="34" charset="-122"/>
              </a:rPr>
              <a:t>l</a:t>
            </a:r>
            <a:r>
              <a:rPr lang="zh-CN" altLang="en-US" sz="1050" b="0" i="0" dirty="0">
                <a:solidFill>
                  <a:srgbClr val="3D4450"/>
                </a:solidFill>
                <a:effectLst/>
                <a:latin typeface="Microsoft Yahei" panose="020B0503020204020204" pitchFamily="34" charset="-122"/>
                <a:ea typeface="Microsoft Yahei" panose="020B0503020204020204" pitchFamily="34" charset="-122"/>
              </a:rPr>
              <a:t>表示列出所有设备的分区信息。</a:t>
            </a:r>
            <a:endParaRPr lang="en-US" altLang="zh-CN" sz="1050" b="0" i="0" dirty="0">
              <a:solidFill>
                <a:srgbClr val="3D4450"/>
              </a:solidFill>
              <a:effectLst/>
              <a:latin typeface="Microsoft Yahei" panose="020B0503020204020204" pitchFamily="34" charset="-122"/>
              <a:ea typeface="Microsoft Yahei" panose="020B0503020204020204" pitchFamily="34" charset="-122"/>
            </a:endParaRPr>
          </a:p>
          <a:p>
            <a:r>
              <a:rPr lang="en-US" altLang="zh-CN" sz="1050" b="1" i="0" dirty="0" err="1">
                <a:solidFill>
                  <a:srgbClr val="FFFFFF"/>
                </a:solidFill>
                <a:effectLst/>
                <a:latin typeface="Microsoft Yahei" panose="020B0503020204020204" pitchFamily="34" charset="-122"/>
                <a:ea typeface="Microsoft Yahei" panose="020B0503020204020204" pitchFamily="34" charset="-122"/>
              </a:rPr>
              <a:t>df</a:t>
            </a:r>
            <a:r>
              <a:rPr lang="en-US" altLang="zh-CN" sz="1050" b="1" i="0" dirty="0">
                <a:solidFill>
                  <a:srgbClr val="FFFFFF"/>
                </a:solidFill>
                <a:effectLst/>
                <a:latin typeface="Microsoft Yahei" panose="020B0503020204020204" pitchFamily="34" charset="-122"/>
                <a:ea typeface="Microsoft Yahei" panose="020B0503020204020204" pitchFamily="34" charset="-122"/>
              </a:rPr>
              <a:t> -T </a:t>
            </a:r>
            <a:r>
              <a:rPr lang="zh-CN" altLang="en-US" sz="1050" b="1" i="0" u="none" strike="noStrike" dirty="0">
                <a:solidFill>
                  <a:srgbClr val="D2322D"/>
                </a:solidFill>
                <a:effectLst/>
                <a:latin typeface="Microsoft Yahei" panose="020B0503020204020204" pitchFamily="34" charset="-122"/>
                <a:ea typeface="Microsoft Yahei" panose="020B0503020204020204" pitchFamily="34" charset="-122"/>
                <a:hlinkClick r:id="rId3" tooltip="命令"/>
              </a:rPr>
              <a:t>命令</a:t>
            </a:r>
            <a:r>
              <a:rPr lang="zh-CN" altLang="en-US" sz="1050" b="1" i="0" dirty="0">
                <a:solidFill>
                  <a:srgbClr val="FFFFFF"/>
                </a:solidFill>
                <a:effectLst/>
                <a:latin typeface="Microsoft Yahei" panose="020B0503020204020204" pitchFamily="34" charset="-122"/>
                <a:ea typeface="Microsoft Yahei" panose="020B0503020204020204" pitchFamily="34" charset="-122"/>
              </a:rPr>
              <a:t>查看</a:t>
            </a:r>
            <a:r>
              <a:rPr lang="zh-CN" altLang="en-US" sz="1050" b="0" i="0" dirty="0">
                <a:solidFill>
                  <a:srgbClr val="3D4450"/>
                </a:solidFill>
                <a:effectLst/>
                <a:latin typeface="Microsoft Yahei" panose="020B0503020204020204" pitchFamily="34" charset="-122"/>
                <a:ea typeface="Microsoft Yahei" panose="020B0503020204020204" pitchFamily="34" charset="-122"/>
              </a:rPr>
              <a:t>文件系统类型在</a:t>
            </a:r>
            <a:r>
              <a:rPr lang="en-US" altLang="zh-CN" sz="1050" b="0" i="0" dirty="0">
                <a:solidFill>
                  <a:srgbClr val="3D4450"/>
                </a:solidFill>
                <a:effectLst/>
                <a:latin typeface="Microsoft Yahei" panose="020B0503020204020204" pitchFamily="34" charset="-122"/>
                <a:ea typeface="Microsoft Yahei" panose="020B0503020204020204" pitchFamily="34" charset="-122"/>
              </a:rPr>
              <a:t>Type</a:t>
            </a:r>
            <a:r>
              <a:rPr lang="zh-CN" altLang="en-US" sz="1050" b="0" i="0" dirty="0">
                <a:solidFill>
                  <a:srgbClr val="3D4450"/>
                </a:solidFill>
                <a:effectLst/>
                <a:latin typeface="Microsoft Yahei" panose="020B0503020204020204" pitchFamily="34" charset="-122"/>
                <a:ea typeface="Microsoft Yahei" panose="020B0503020204020204" pitchFamily="34" charset="-122"/>
              </a:rPr>
              <a:t>列输出。只可以查看已经挂载的分区和文件系统类型。</a:t>
            </a:r>
            <a:endParaRPr lang="zh-CN" altLang="en-US" sz="1050" dirty="0"/>
          </a:p>
        </p:txBody>
      </p:sp>
    </p:spTree>
    <p:extLst>
      <p:ext uri="{BB962C8B-B14F-4D97-AF65-F5344CB8AC3E}">
        <p14:creationId xmlns:p14="http://schemas.microsoft.com/office/powerpoint/2010/main" val="12914780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dirty="0"/>
              <a:t>也可以把流式文件看成是每个记录中只含有一个字符的记录式文件的特例。</a:t>
            </a:r>
            <a:r>
              <a:rPr lang="en-US" altLang="zh-CN" dirty="0"/>
              <a:t> </a:t>
            </a:r>
            <a:endParaRPr lang="zh-CN" altLang="zh-CN" dirty="0"/>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12</a:t>
            </a:fld>
            <a:endParaRPr lang="zh-CN" altLang="en-US"/>
          </a:p>
        </p:txBody>
      </p:sp>
    </p:spTree>
    <p:extLst>
      <p:ext uri="{BB962C8B-B14F-4D97-AF65-F5344CB8AC3E}">
        <p14:creationId xmlns:p14="http://schemas.microsoft.com/office/powerpoint/2010/main" val="1087104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dirty="0"/>
              <a:t>目录结构的组织，关系到文件系统的存取速度、文件的共享性及安全性。所以，组织好文件的目录，是设计好文件系统的重要环节。</a:t>
            </a: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23</a:t>
            </a:fld>
            <a:endParaRPr lang="zh-CN" altLang="en-US"/>
          </a:p>
        </p:txBody>
      </p:sp>
    </p:spTree>
    <p:extLst>
      <p:ext uri="{BB962C8B-B14F-4D97-AF65-F5344CB8AC3E}">
        <p14:creationId xmlns:p14="http://schemas.microsoft.com/office/powerpoint/2010/main" val="23356568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30</a:t>
            </a:fld>
            <a:endParaRPr lang="zh-CN" altLang="en-US"/>
          </a:p>
        </p:txBody>
      </p:sp>
    </p:spTree>
    <p:extLst>
      <p:ext uri="{BB962C8B-B14F-4D97-AF65-F5344CB8AC3E}">
        <p14:creationId xmlns:p14="http://schemas.microsoft.com/office/powerpoint/2010/main" val="38428101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34</a:t>
            </a:fld>
            <a:endParaRPr lang="zh-CN" altLang="en-US"/>
          </a:p>
        </p:txBody>
      </p:sp>
    </p:spTree>
    <p:extLst>
      <p:ext uri="{BB962C8B-B14F-4D97-AF65-F5344CB8AC3E}">
        <p14:creationId xmlns:p14="http://schemas.microsoft.com/office/powerpoint/2010/main" val="31383519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dirty="0"/>
              <a:t>在该结构中，文件目录的每个目录项中，都必须包含指向链接文件第一个盘块和最后一个盘块的指针，其他盘块号则由链接指针记录。如图</a:t>
            </a:r>
            <a:r>
              <a:rPr lang="en-US" altLang="zh-CN" sz="1200" dirty="0"/>
              <a:t>9-5</a:t>
            </a:r>
            <a:r>
              <a:rPr lang="zh-CN" altLang="zh-CN" sz="1200" dirty="0"/>
              <a:t>，是隐式链接文件的示意图。</a:t>
            </a: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40</a:t>
            </a:fld>
            <a:endParaRPr lang="zh-CN" altLang="en-US"/>
          </a:p>
        </p:txBody>
      </p:sp>
    </p:spTree>
    <p:extLst>
      <p:ext uri="{BB962C8B-B14F-4D97-AF65-F5344CB8AC3E}">
        <p14:creationId xmlns:p14="http://schemas.microsoft.com/office/powerpoint/2010/main" val="5448747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2.5</a:t>
            </a:r>
            <a:r>
              <a:rPr lang="zh-CN" altLang="en-US" dirty="0"/>
              <a:t>字节</a:t>
            </a:r>
            <a:r>
              <a:rPr lang="en-US" altLang="zh-CN" dirty="0"/>
              <a:t>*540K=1350KB</a:t>
            </a:r>
          </a:p>
          <a:p>
            <a:r>
              <a:rPr lang="en-US" altLang="zh-CN" dirty="0"/>
              <a:t>4*1.2M=4.8MB</a:t>
            </a: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44</a:t>
            </a:fld>
            <a:endParaRPr lang="zh-CN" altLang="en-US"/>
          </a:p>
        </p:txBody>
      </p:sp>
    </p:spTree>
    <p:extLst>
      <p:ext uri="{BB962C8B-B14F-4D97-AF65-F5344CB8AC3E}">
        <p14:creationId xmlns:p14="http://schemas.microsoft.com/office/powerpoint/2010/main" val="40073769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假定字号位号块号都从</a:t>
            </a:r>
            <a:r>
              <a:rPr lang="en-US" altLang="zh-CN" dirty="0"/>
              <a:t>1</a:t>
            </a:r>
            <a:r>
              <a:rPr lang="zh-CN" altLang="en-US" dirty="0"/>
              <a:t>开始算起，选</a:t>
            </a:r>
            <a:r>
              <a:rPr lang="en-US" altLang="zh-CN" dirty="0"/>
              <a:t>B</a:t>
            </a:r>
          </a:p>
          <a:p>
            <a:r>
              <a:rPr lang="zh-CN" altLang="en-US" dirty="0"/>
              <a:t>若从</a:t>
            </a:r>
            <a:r>
              <a:rPr lang="en-US" altLang="zh-CN" dirty="0"/>
              <a:t>0</a:t>
            </a:r>
            <a:r>
              <a:rPr lang="zh-CN" altLang="en-US" dirty="0"/>
              <a:t>开始算起，选</a:t>
            </a:r>
            <a:r>
              <a:rPr lang="en-US" altLang="zh-CN" dirty="0"/>
              <a:t>C</a:t>
            </a: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56</a:t>
            </a:fld>
            <a:endParaRPr lang="zh-CN" altLang="en-US"/>
          </a:p>
        </p:txBody>
      </p:sp>
    </p:spTree>
    <p:extLst>
      <p:ext uri="{BB962C8B-B14F-4D97-AF65-F5344CB8AC3E}">
        <p14:creationId xmlns:p14="http://schemas.microsoft.com/office/powerpoint/2010/main" val="33290851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dirty="0"/>
              <a:t> </a:t>
            </a:r>
            <a:r>
              <a:rPr lang="zh-CN" altLang="zh-CN" sz="1200" dirty="0"/>
              <a:t>比如，从当前目录出发“向上”，访问其上一级目录表，从中得到共享文件所在的子目录，读出子目录进一步查找，如此一级级地查到文件所在目录表，最终获得其外存地址。</a:t>
            </a: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64</a:t>
            </a:fld>
            <a:endParaRPr lang="zh-CN" altLang="en-US"/>
          </a:p>
        </p:txBody>
      </p:sp>
    </p:spTree>
    <p:extLst>
      <p:ext uri="{BB962C8B-B14F-4D97-AF65-F5344CB8AC3E}">
        <p14:creationId xmlns:p14="http://schemas.microsoft.com/office/powerpoint/2010/main" val="204815389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xml"/><Relationship Id="rId1" Type="http://schemas.openxmlformats.org/officeDocument/2006/relationships/tags" Target="../tags/tag7.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tags" Target="../tags/tag9.xml"/><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Master" Target="../slideMasters/slideMaster1.xml"/><Relationship Id="rId5" Type="http://schemas.openxmlformats.org/officeDocument/2006/relationships/tags" Target="../tags/tag16.xml"/><Relationship Id="rId4" Type="http://schemas.openxmlformats.org/officeDocument/2006/relationships/tags" Target="../tags/tag15.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19.xml"/><Relationship Id="rId7" Type="http://schemas.openxmlformats.org/officeDocument/2006/relationships/slideMaster" Target="../slideMasters/slideMaster1.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tags" Target="../tags/tag22.xml"/><Relationship Id="rId5" Type="http://schemas.openxmlformats.org/officeDocument/2006/relationships/tags" Target="../tags/tag21.xml"/><Relationship Id="rId4" Type="http://schemas.openxmlformats.org/officeDocument/2006/relationships/tags" Target="../tags/tag20.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30.xml"/><Relationship Id="rId3" Type="http://schemas.openxmlformats.org/officeDocument/2006/relationships/tags" Target="../tags/tag25.xml"/><Relationship Id="rId7" Type="http://schemas.openxmlformats.org/officeDocument/2006/relationships/tags" Target="../tags/tag29.xml"/><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tags" Target="../tags/tag28.xml"/><Relationship Id="rId5" Type="http://schemas.openxmlformats.org/officeDocument/2006/relationships/tags" Target="../tags/tag27.xml"/><Relationship Id="rId4" Type="http://schemas.openxmlformats.org/officeDocument/2006/relationships/tags" Target="../tags/tag26.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33.xml"/><Relationship Id="rId2" Type="http://schemas.openxmlformats.org/officeDocument/2006/relationships/tags" Target="../tags/tag32.xml"/><Relationship Id="rId1" Type="http://schemas.openxmlformats.org/officeDocument/2006/relationships/tags" Target="../tags/tag31.xml"/><Relationship Id="rId5" Type="http://schemas.openxmlformats.org/officeDocument/2006/relationships/slideMaster" Target="../slideMasters/slideMaster1.xml"/><Relationship Id="rId4" Type="http://schemas.openxmlformats.org/officeDocument/2006/relationships/tags" Target="../tags/tag34.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37.xml"/><Relationship Id="rId2" Type="http://schemas.openxmlformats.org/officeDocument/2006/relationships/tags" Target="../tags/tag36.xml"/><Relationship Id="rId1" Type="http://schemas.openxmlformats.org/officeDocument/2006/relationships/tags" Target="../tags/tag35.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40.xml"/><Relationship Id="rId7" Type="http://schemas.openxmlformats.org/officeDocument/2006/relationships/slideMaster" Target="../slideMasters/slideMaster1.xml"/><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tags" Target="../tags/tag43.xml"/><Relationship Id="rId5" Type="http://schemas.openxmlformats.org/officeDocument/2006/relationships/tags" Target="../tags/tag42.xml"/><Relationship Id="rId4" Type="http://schemas.openxmlformats.org/officeDocument/2006/relationships/tags" Target="../tags/tag41.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46.xml"/><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slideMaster" Target="../slideMasters/slideMaster1.xml"/><Relationship Id="rId5" Type="http://schemas.openxmlformats.org/officeDocument/2006/relationships/tags" Target="../tags/tag48.xml"/><Relationship Id="rId4" Type="http://schemas.openxmlformats.org/officeDocument/2006/relationships/tags" Target="../tags/tag47.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5" Type="http://schemas.openxmlformats.org/officeDocument/2006/relationships/slideMaster" Target="../slideMasters/slideMaster1.xml"/><Relationship Id="rId4" Type="http://schemas.openxmlformats.org/officeDocument/2006/relationships/tags" Target="../tags/tag52.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55.xml"/><Relationship Id="rId2" Type="http://schemas.openxmlformats.org/officeDocument/2006/relationships/tags" Target="../tags/tag54.xml"/><Relationship Id="rId1" Type="http://schemas.openxmlformats.org/officeDocument/2006/relationships/tags" Target="../tags/tag53.xml"/><Relationship Id="rId6" Type="http://schemas.openxmlformats.org/officeDocument/2006/relationships/slideMaster" Target="../slideMasters/slideMaster1.xml"/><Relationship Id="rId5" Type="http://schemas.openxmlformats.org/officeDocument/2006/relationships/tags" Target="../tags/tag57.xml"/><Relationship Id="rId4" Type="http://schemas.openxmlformats.org/officeDocument/2006/relationships/tags" Target="../tags/tag56.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noFill/>
        <a:effectLst/>
      </p:bgPr>
    </p:bg>
    <p:spTree>
      <p:nvGrpSpPr>
        <p:cNvPr id="1" name=""/>
        <p:cNvGrpSpPr/>
        <p:nvPr/>
      </p:nvGrpSpPr>
      <p:grpSpPr>
        <a:xfrm>
          <a:off x="0" y="0"/>
          <a:ext cx="0" cy="0"/>
          <a:chOff x="0" y="0"/>
          <a:chExt cx="0" cy="0"/>
        </a:xfrm>
      </p:grpSpPr>
      <p:sp>
        <p:nvSpPr>
          <p:cNvPr id="12" name="任意多边形 11"/>
          <p:cNvSpPr/>
          <p:nvPr userDrawn="1"/>
        </p:nvSpPr>
        <p:spPr>
          <a:xfrm>
            <a:off x="0" y="1264921"/>
            <a:ext cx="12206817" cy="5281083"/>
          </a:xfrm>
          <a:custGeom>
            <a:avLst/>
            <a:gdLst/>
            <a:ahLst/>
            <a:cxnLst/>
            <a:rect l="0" t="0" r="0" b="0"/>
            <a:pathLst>
              <a:path w="5767" h="2730">
                <a:moveTo>
                  <a:pt x="8" y="2730"/>
                </a:moveTo>
                <a:lnTo>
                  <a:pt x="3040" y="2726"/>
                </a:lnTo>
                <a:cubicBezTo>
                  <a:pt x="3181" y="2726"/>
                  <a:pt x="3224" y="2728"/>
                  <a:pt x="3347" y="2630"/>
                </a:cubicBezTo>
                <a:lnTo>
                  <a:pt x="3795" y="2170"/>
                </a:lnTo>
                <a:cubicBezTo>
                  <a:pt x="3923" y="2078"/>
                  <a:pt x="3942" y="2074"/>
                  <a:pt x="4115" y="2080"/>
                </a:cubicBezTo>
                <a:lnTo>
                  <a:pt x="5760" y="2093"/>
                </a:lnTo>
                <a:lnTo>
                  <a:pt x="5767" y="0"/>
                </a:lnTo>
                <a:lnTo>
                  <a:pt x="0" y="1"/>
                </a:lnTo>
                <a:lnTo>
                  <a:pt x="8" y="2730"/>
                </a:lnTo>
                <a:close/>
              </a:path>
            </a:pathLst>
          </a:custGeom>
          <a:gradFill rotWithShape="1">
            <a:gsLst>
              <a:gs pos="0">
                <a:schemeClr val="bg1">
                  <a:gamma/>
                  <a:tint val="0"/>
                  <a:invGamma/>
                  <a:alpha val="100000"/>
                </a:schemeClr>
              </a:gs>
              <a:gs pos="100000">
                <a:schemeClr val="bg1">
                  <a:alpha val="89999"/>
                </a:schemeClr>
              </a:gs>
            </a:gsLst>
            <a:lin ang="0" scaled="1"/>
            <a:tileRect/>
          </a:grad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p>
        </p:txBody>
      </p:sp>
      <p:sp>
        <p:nvSpPr>
          <p:cNvPr id="2" name="标题 1"/>
          <p:cNvSpPr>
            <a:spLocks noGrp="1"/>
          </p:cNvSpPr>
          <p:nvPr>
            <p:ph type="ctrTitle" hasCustomPrompt="1"/>
            <p:custDataLst>
              <p:tags r:id="rId1"/>
            </p:custDataLst>
          </p:nvPr>
        </p:nvSpPr>
        <p:spPr>
          <a:xfrm>
            <a:off x="3775075" y="1981835"/>
            <a:ext cx="5626100" cy="1236345"/>
          </a:xfrm>
          <a:noFill/>
          <a:extLst>
            <a:ext uri="{909E8E84-426E-40DD-AFC4-6F175D3DCCD1}">
              <a14:hiddenFill xmlns:a14="http://schemas.microsoft.com/office/drawing/2010/main">
                <a:solidFill>
                  <a:schemeClr val="accent1">
                    <a:lumMod val="75000"/>
                  </a:schemeClr>
                </a:solidFill>
              </a14:hiddenFill>
            </a:ext>
          </a:extLst>
        </p:spPr>
        <p:txBody>
          <a:bodyPr lIns="90000" tIns="46800" rIns="90000" bIns="46800" anchor="b" anchorCtr="0">
            <a:normAutofit/>
          </a:bodyPr>
          <a:lstStyle>
            <a:lvl1pPr algn="ctr">
              <a:defRPr sz="4800" b="1" i="0" spc="300" baseline="0">
                <a:solidFill>
                  <a:schemeClr val="accent1">
                    <a:lumMod val="75000"/>
                  </a:schemeClr>
                </a:solidFill>
                <a:effectLst/>
              </a:defRPr>
            </a:lvl1pPr>
          </a:lstStyle>
          <a:p>
            <a:r>
              <a:rPr lang="zh-CN" altLang="en-US" dirty="0"/>
              <a:t>单击此处编辑标题</a:t>
            </a:r>
          </a:p>
        </p:txBody>
      </p:sp>
      <p:sp>
        <p:nvSpPr>
          <p:cNvPr id="8" name="任意多边形 7"/>
          <p:cNvSpPr/>
          <p:nvPr userDrawn="1"/>
        </p:nvSpPr>
        <p:spPr>
          <a:xfrm>
            <a:off x="156633" y="582930"/>
            <a:ext cx="12035367" cy="575733"/>
          </a:xfrm>
          <a:custGeom>
            <a:avLst/>
            <a:gdLst/>
            <a:ahLst/>
            <a:cxnLst/>
            <a:rect l="0" t="0" r="0" b="0"/>
            <a:pathLst>
              <a:path w="5766" h="1008">
                <a:moveTo>
                  <a:pt x="0" y="1008"/>
                </a:moveTo>
                <a:lnTo>
                  <a:pt x="1884" y="1008"/>
                </a:lnTo>
                <a:cubicBezTo>
                  <a:pt x="2088" y="990"/>
                  <a:pt x="2034" y="1005"/>
                  <a:pt x="2152" y="921"/>
                </a:cubicBezTo>
                <a:lnTo>
                  <a:pt x="2560" y="531"/>
                </a:lnTo>
                <a:cubicBezTo>
                  <a:pt x="2683" y="452"/>
                  <a:pt x="2611" y="454"/>
                  <a:pt x="2892" y="448"/>
                </a:cubicBezTo>
                <a:lnTo>
                  <a:pt x="5766" y="461"/>
                </a:lnTo>
                <a:lnTo>
                  <a:pt x="5758" y="0"/>
                </a:lnTo>
                <a:lnTo>
                  <a:pt x="0" y="2"/>
                </a:lnTo>
                <a:lnTo>
                  <a:pt x="0" y="1008"/>
                </a:lnTo>
                <a:close/>
              </a:path>
            </a:pathLst>
          </a:custGeom>
          <a:gradFill rotWithShape="1">
            <a:gsLst>
              <a:gs pos="0">
                <a:schemeClr val="bg1">
                  <a:alpha val="100000"/>
                </a:schemeClr>
              </a:gs>
              <a:gs pos="100000">
                <a:schemeClr val="tx2">
                  <a:lumMod val="20000"/>
                  <a:lumOff val="80000"/>
                </a:schemeClr>
              </a:gs>
            </a:gsLst>
            <a:lin ang="0" scaled="1"/>
            <a:tileRect/>
          </a:grad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p>
        </p:txBody>
      </p:sp>
      <p:sp>
        <p:nvSpPr>
          <p:cNvPr id="10" name="文本框 9"/>
          <p:cNvSpPr txBox="1"/>
          <p:nvPr userDrawn="1"/>
        </p:nvSpPr>
        <p:spPr>
          <a:xfrm>
            <a:off x="8974455" y="389890"/>
            <a:ext cx="2717165" cy="460375"/>
          </a:xfrm>
          <a:prstGeom prst="rect">
            <a:avLst/>
          </a:prstGeom>
          <a:solidFill>
            <a:schemeClr val="accent1">
              <a:lumMod val="75000"/>
            </a:schemeClr>
          </a:solidFill>
          <a:scene3d>
            <a:camera prst="orthographicFront">
              <a:rot lat="0" lon="0" rev="0"/>
            </a:camera>
            <a:lightRig rig="threePt" dir="t"/>
          </a:scene3d>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zh-CN" sz="2400" b="1" spc="300" dirty="0">
                <a:solidFill>
                  <a:srgbClr val="FFFFFF"/>
                </a:solidFill>
                <a:effectLst>
                  <a:outerShdw blurRad="38100" dist="25400" dir="5400000" algn="ctr" rotWithShape="0">
                    <a:srgbClr val="6E747A">
                      <a:alpha val="43000"/>
                    </a:srgbClr>
                  </a:outerShdw>
                  <a:reflection blurRad="6350" stA="60000" endA="900" endPos="58000" dir="5400000" sy="-100000" algn="bl" rotWithShape="0"/>
                </a:effectLst>
                <a:uFillTx/>
                <a:latin typeface="Arial" panose="020B0604020202020204" pitchFamily="34" charset="0"/>
                <a:ea typeface="微软雅黑" panose="020B0503020204020204" pitchFamily="34" charset="-122"/>
                <a:cs typeface="+mj-cs"/>
              </a:rPr>
              <a:t>计算机操作系统</a:t>
            </a:r>
            <a:endParaRPr lang="zh-CN" altLang="zh-CN" sz="2400" b="1" spc="300" dirty="0">
              <a:solidFill>
                <a:srgbClr val="FFFFFF"/>
              </a:solidFill>
              <a:effectLst>
                <a:outerShdw blurRad="38100" dist="25400" dir="5400000" algn="ctr" rotWithShape="0">
                  <a:srgbClr val="6E747A">
                    <a:alpha val="43000"/>
                  </a:srgbClr>
                </a:outerShdw>
                <a:reflection blurRad="6350" stA="60000" endA="900" endPos="58000" dir="5400000" sy="-100000" algn="bl" rotWithShape="0"/>
              </a:effectLst>
              <a:uFillTx/>
              <a:latin typeface="Arial" panose="020B0604020202020204" pitchFamily="34" charset="0"/>
              <a:ea typeface="微软雅黑" panose="020B0503020204020204" pitchFamily="34" charset="-122"/>
              <a:cs typeface="+mj-cs"/>
              <a:sym typeface="+mn-ea"/>
            </a:endParaRPr>
          </a:p>
        </p:txBody>
      </p:sp>
      <p:sp>
        <p:nvSpPr>
          <p:cNvPr id="19" name="任意多边形 18"/>
          <p:cNvSpPr/>
          <p:nvPr userDrawn="1"/>
        </p:nvSpPr>
        <p:spPr>
          <a:xfrm flipH="1" flipV="1">
            <a:off x="-7620" y="5883488"/>
            <a:ext cx="12192000" cy="768349"/>
          </a:xfrm>
          <a:custGeom>
            <a:avLst/>
            <a:gdLst/>
            <a:ahLst/>
            <a:cxnLst/>
            <a:rect l="0" t="0" r="0" b="0"/>
            <a:pathLst>
              <a:path w="5766" h="1008">
                <a:moveTo>
                  <a:pt x="0" y="1008"/>
                </a:moveTo>
                <a:lnTo>
                  <a:pt x="1884" y="1008"/>
                </a:lnTo>
                <a:cubicBezTo>
                  <a:pt x="2088" y="990"/>
                  <a:pt x="2034" y="1005"/>
                  <a:pt x="2152" y="921"/>
                </a:cubicBezTo>
                <a:lnTo>
                  <a:pt x="2560" y="531"/>
                </a:lnTo>
                <a:cubicBezTo>
                  <a:pt x="2683" y="452"/>
                  <a:pt x="2611" y="454"/>
                  <a:pt x="2892" y="448"/>
                </a:cubicBezTo>
                <a:lnTo>
                  <a:pt x="5766" y="461"/>
                </a:lnTo>
                <a:lnTo>
                  <a:pt x="5758" y="0"/>
                </a:lnTo>
                <a:lnTo>
                  <a:pt x="0" y="2"/>
                </a:lnTo>
                <a:lnTo>
                  <a:pt x="0" y="1008"/>
                </a:lnTo>
                <a:close/>
              </a:path>
            </a:pathLst>
          </a:custGeom>
          <a:gradFill rotWithShape="1">
            <a:gsLst>
              <a:gs pos="0">
                <a:schemeClr val="bg1">
                  <a:alpha val="100000"/>
                </a:schemeClr>
              </a:gs>
              <a:gs pos="100000">
                <a:schemeClr val="tx2">
                  <a:lumMod val="20000"/>
                  <a:lumOff val="80000"/>
                </a:schemeClr>
              </a:gs>
            </a:gsLst>
            <a:lin ang="0" scaled="1"/>
            <a:tileRect/>
          </a:grad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p>
        </p:txBody>
      </p:sp>
      <p:grpSp>
        <p:nvGrpSpPr>
          <p:cNvPr id="20" name="Group 10"/>
          <p:cNvGrpSpPr/>
          <p:nvPr userDrawn="1"/>
        </p:nvGrpSpPr>
        <p:grpSpPr bwMode="auto">
          <a:xfrm>
            <a:off x="9160384" y="6070822"/>
            <a:ext cx="380048" cy="380121"/>
            <a:chOff x="0" y="0"/>
            <a:chExt cx="965499" cy="965499"/>
          </a:xfrm>
        </p:grpSpPr>
        <p:sp>
          <p:nvSpPr>
            <p:cNvPr id="21" name="AutoShape 11"/>
            <p:cNvSpPr/>
            <p:nvPr/>
          </p:nvSpPr>
          <p:spPr bwMode="auto">
            <a:xfrm>
              <a:off x="0" y="0"/>
              <a:ext cx="965499" cy="965499"/>
            </a:xfrm>
            <a:custGeom>
              <a:avLst/>
              <a:gdLst>
                <a:gd name="T0" fmla="*/ 482725 w 19679"/>
                <a:gd name="T1" fmla="*/ 529874 h 19679"/>
                <a:gd name="T2" fmla="*/ 482725 w 19679"/>
                <a:gd name="T3" fmla="*/ 529874 h 19679"/>
                <a:gd name="T4" fmla="*/ 482725 w 19679"/>
                <a:gd name="T5" fmla="*/ 529874 h 19679"/>
                <a:gd name="T6" fmla="*/ 482725 w 19679"/>
                <a:gd name="T7" fmla="*/ 529874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8" y="6724"/>
                    <a:pt x="20638" y="12953"/>
                    <a:pt x="16796" y="16796"/>
                  </a:cubicBezTo>
                  <a:cubicBezTo>
                    <a:pt x="12953" y="20639"/>
                    <a:pt x="6724" y="20639"/>
                    <a:pt x="2881" y="16796"/>
                  </a:cubicBezTo>
                  <a:cubicBezTo>
                    <a:pt x="-961" y="12953"/>
                    <a:pt x="-961" y="6724"/>
                    <a:pt x="2881" y="2881"/>
                  </a:cubicBezTo>
                  <a:cubicBezTo>
                    <a:pt x="6724" y="-961"/>
                    <a:pt x="12953" y="-961"/>
                    <a:pt x="16796" y="2881"/>
                  </a:cubicBezTo>
                  <a:close/>
                </a:path>
              </a:pathLst>
            </a:custGeom>
            <a:gradFill>
              <a:gsLst>
                <a:gs pos="0">
                  <a:schemeClr val="bg1"/>
                </a:gs>
                <a:gs pos="51000">
                  <a:schemeClr val="bg1">
                    <a:lumMod val="95000"/>
                  </a:schemeClr>
                </a:gs>
                <a:gs pos="100000">
                  <a:schemeClr val="bg1">
                    <a:lumMod val="75000"/>
                  </a:schemeClr>
                </a:gs>
              </a:gsLst>
              <a:lin ang="18900000" scaled="0"/>
            </a:gradFill>
            <a:ln>
              <a:noFill/>
            </a:ln>
            <a:effectLst>
              <a:outerShdw blurRad="88900" dist="38100" dir="7680000" algn="tl" rotWithShape="0">
                <a:prstClr val="black">
                  <a:alpha val="3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schemeClr val="lt1"/>
                </a:solidFill>
                <a:latin typeface="+mn-lt"/>
                <a:ea typeface="+mn-ea"/>
              </a:endParaRPr>
            </a:p>
          </p:txBody>
        </p:sp>
        <p:sp>
          <p:nvSpPr>
            <p:cNvPr id="22" name="AutoShape 12"/>
            <p:cNvSpPr/>
            <p:nvPr/>
          </p:nvSpPr>
          <p:spPr bwMode="auto">
            <a:xfrm>
              <a:off x="285759" y="283328"/>
              <a:ext cx="393981" cy="393980"/>
            </a:xfrm>
            <a:custGeom>
              <a:avLst/>
              <a:gdLst>
                <a:gd name="T0" fmla="*/ 196991 w 21376"/>
                <a:gd name="T1" fmla="*/ 196990 h 21600"/>
                <a:gd name="T2" fmla="*/ 196991 w 21376"/>
                <a:gd name="T3" fmla="*/ 196990 h 21600"/>
                <a:gd name="T4" fmla="*/ 196991 w 21376"/>
                <a:gd name="T5" fmla="*/ 196990 h 21600"/>
                <a:gd name="T6" fmla="*/ 196991 w 21376"/>
                <a:gd name="T7" fmla="*/ 19699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376" h="21600">
                  <a:moveTo>
                    <a:pt x="21036" y="18604"/>
                  </a:moveTo>
                  <a:cubicBezTo>
                    <a:pt x="21454" y="19261"/>
                    <a:pt x="21486" y="19922"/>
                    <a:pt x="21134" y="20586"/>
                  </a:cubicBezTo>
                  <a:cubicBezTo>
                    <a:pt x="20969" y="20915"/>
                    <a:pt x="20731" y="21168"/>
                    <a:pt x="20427" y="21338"/>
                  </a:cubicBezTo>
                  <a:cubicBezTo>
                    <a:pt x="20122" y="21514"/>
                    <a:pt x="19797" y="21600"/>
                    <a:pt x="19455" y="21600"/>
                  </a:cubicBezTo>
                  <a:lnTo>
                    <a:pt x="1928" y="21600"/>
                  </a:lnTo>
                  <a:cubicBezTo>
                    <a:pt x="1585" y="21600"/>
                    <a:pt x="1263" y="21514"/>
                    <a:pt x="965" y="21338"/>
                  </a:cubicBezTo>
                  <a:cubicBezTo>
                    <a:pt x="663" y="21168"/>
                    <a:pt x="425" y="20915"/>
                    <a:pt x="248" y="20586"/>
                  </a:cubicBezTo>
                  <a:cubicBezTo>
                    <a:pt x="-114" y="19914"/>
                    <a:pt x="-80" y="19250"/>
                    <a:pt x="344" y="18604"/>
                  </a:cubicBezTo>
                  <a:lnTo>
                    <a:pt x="7509" y="7313"/>
                  </a:lnTo>
                  <a:lnTo>
                    <a:pt x="7509" y="2167"/>
                  </a:lnTo>
                  <a:lnTo>
                    <a:pt x="6427" y="2167"/>
                  </a:lnTo>
                  <a:cubicBezTo>
                    <a:pt x="6122" y="2167"/>
                    <a:pt x="5870" y="2061"/>
                    <a:pt x="5670" y="1850"/>
                  </a:cubicBezTo>
                  <a:cubicBezTo>
                    <a:pt x="5473" y="1638"/>
                    <a:pt x="5371" y="1380"/>
                    <a:pt x="5371" y="1072"/>
                  </a:cubicBezTo>
                  <a:cubicBezTo>
                    <a:pt x="5371" y="778"/>
                    <a:pt x="5473" y="528"/>
                    <a:pt x="5670" y="320"/>
                  </a:cubicBezTo>
                  <a:cubicBezTo>
                    <a:pt x="5870" y="108"/>
                    <a:pt x="6122" y="0"/>
                    <a:pt x="6427" y="0"/>
                  </a:cubicBezTo>
                  <a:lnTo>
                    <a:pt x="14953" y="0"/>
                  </a:lnTo>
                  <a:cubicBezTo>
                    <a:pt x="15260" y="0"/>
                    <a:pt x="15515" y="108"/>
                    <a:pt x="15724" y="320"/>
                  </a:cubicBezTo>
                  <a:cubicBezTo>
                    <a:pt x="15933" y="528"/>
                    <a:pt x="16038" y="778"/>
                    <a:pt x="16038" y="1072"/>
                  </a:cubicBezTo>
                  <a:cubicBezTo>
                    <a:pt x="16038" y="1380"/>
                    <a:pt x="15933" y="1638"/>
                    <a:pt x="15724" y="1850"/>
                  </a:cubicBezTo>
                  <a:cubicBezTo>
                    <a:pt x="15515" y="2061"/>
                    <a:pt x="15260" y="2167"/>
                    <a:pt x="14953" y="2167"/>
                  </a:cubicBezTo>
                  <a:lnTo>
                    <a:pt x="13900" y="2167"/>
                  </a:lnTo>
                  <a:lnTo>
                    <a:pt x="13900" y="7339"/>
                  </a:lnTo>
                  <a:lnTo>
                    <a:pt x="21036" y="18604"/>
                  </a:lnTo>
                  <a:close/>
                  <a:moveTo>
                    <a:pt x="5261" y="14865"/>
                  </a:moveTo>
                  <a:lnTo>
                    <a:pt x="16122" y="14865"/>
                  </a:lnTo>
                  <a:lnTo>
                    <a:pt x="11773" y="7974"/>
                  </a:lnTo>
                  <a:lnTo>
                    <a:pt x="11773" y="2167"/>
                  </a:lnTo>
                  <a:lnTo>
                    <a:pt x="9635" y="2167"/>
                  </a:lnTo>
                  <a:lnTo>
                    <a:pt x="9635" y="7947"/>
                  </a:lnTo>
                  <a:lnTo>
                    <a:pt x="5261" y="14865"/>
                  </a:ln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schemeClr val="lt1"/>
                </a:solidFill>
                <a:latin typeface="+mn-lt"/>
                <a:ea typeface="+mn-ea"/>
              </a:endParaRPr>
            </a:p>
          </p:txBody>
        </p:sp>
      </p:grpSp>
      <p:grpSp>
        <p:nvGrpSpPr>
          <p:cNvPr id="23" name="Group 13"/>
          <p:cNvGrpSpPr/>
          <p:nvPr userDrawn="1"/>
        </p:nvGrpSpPr>
        <p:grpSpPr bwMode="auto">
          <a:xfrm>
            <a:off x="9697919" y="6070822"/>
            <a:ext cx="380673" cy="380121"/>
            <a:chOff x="0" y="0"/>
            <a:chExt cx="965499" cy="965499"/>
          </a:xfrm>
        </p:grpSpPr>
        <p:sp>
          <p:nvSpPr>
            <p:cNvPr id="24" name="AutoShape 14"/>
            <p:cNvSpPr/>
            <p:nvPr/>
          </p:nvSpPr>
          <p:spPr bwMode="auto">
            <a:xfrm>
              <a:off x="0" y="0"/>
              <a:ext cx="965499" cy="965499"/>
            </a:xfrm>
            <a:custGeom>
              <a:avLst/>
              <a:gdLst>
                <a:gd name="T0" fmla="*/ 482725 w 19679"/>
                <a:gd name="T1" fmla="*/ 529874 h 19679"/>
                <a:gd name="T2" fmla="*/ 482725 w 19679"/>
                <a:gd name="T3" fmla="*/ 529874 h 19679"/>
                <a:gd name="T4" fmla="*/ 482725 w 19679"/>
                <a:gd name="T5" fmla="*/ 529874 h 19679"/>
                <a:gd name="T6" fmla="*/ 482725 w 19679"/>
                <a:gd name="T7" fmla="*/ 529874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8" y="6724"/>
                    <a:pt x="20638" y="12953"/>
                    <a:pt x="16796" y="16796"/>
                  </a:cubicBezTo>
                  <a:cubicBezTo>
                    <a:pt x="12953" y="20639"/>
                    <a:pt x="6724" y="20639"/>
                    <a:pt x="2881" y="16796"/>
                  </a:cubicBezTo>
                  <a:cubicBezTo>
                    <a:pt x="-961" y="12953"/>
                    <a:pt x="-961" y="6724"/>
                    <a:pt x="2881" y="2881"/>
                  </a:cubicBezTo>
                  <a:cubicBezTo>
                    <a:pt x="6724" y="-961"/>
                    <a:pt x="12953" y="-961"/>
                    <a:pt x="16796" y="2881"/>
                  </a:cubicBezTo>
                  <a:close/>
                </a:path>
              </a:pathLst>
            </a:custGeom>
            <a:gradFill>
              <a:gsLst>
                <a:gs pos="0">
                  <a:schemeClr val="bg1"/>
                </a:gs>
                <a:gs pos="51000">
                  <a:schemeClr val="bg1">
                    <a:lumMod val="95000"/>
                  </a:schemeClr>
                </a:gs>
                <a:gs pos="100000">
                  <a:schemeClr val="bg1">
                    <a:lumMod val="75000"/>
                  </a:schemeClr>
                </a:gs>
              </a:gsLst>
              <a:lin ang="18900000" scaled="0"/>
            </a:gradFill>
            <a:ln>
              <a:noFill/>
            </a:ln>
            <a:effectLst>
              <a:outerShdw blurRad="88900" dist="38100" dir="7680000" algn="tl" rotWithShape="0">
                <a:prstClr val="black">
                  <a:alpha val="3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schemeClr val="lt1"/>
                </a:solidFill>
                <a:latin typeface="+mn-lt"/>
                <a:ea typeface="+mn-ea"/>
              </a:endParaRPr>
            </a:p>
          </p:txBody>
        </p:sp>
        <p:sp>
          <p:nvSpPr>
            <p:cNvPr id="25" name="AutoShape 15"/>
            <p:cNvSpPr/>
            <p:nvPr/>
          </p:nvSpPr>
          <p:spPr bwMode="auto">
            <a:xfrm>
              <a:off x="285759" y="283328"/>
              <a:ext cx="393981" cy="393980"/>
            </a:xfrm>
            <a:custGeom>
              <a:avLst/>
              <a:gdLst>
                <a:gd name="T0" fmla="*/ 196991 w 21600"/>
                <a:gd name="T1" fmla="*/ 196990 h 21600"/>
                <a:gd name="T2" fmla="*/ 196991 w 21600"/>
                <a:gd name="T3" fmla="*/ 196990 h 21600"/>
                <a:gd name="T4" fmla="*/ 196991 w 21600"/>
                <a:gd name="T5" fmla="*/ 196990 h 21600"/>
                <a:gd name="T6" fmla="*/ 196991 w 21600"/>
                <a:gd name="T7" fmla="*/ 19699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21328" y="11543"/>
                  </a:moveTo>
                  <a:cubicBezTo>
                    <a:pt x="21492" y="11930"/>
                    <a:pt x="21571" y="12337"/>
                    <a:pt x="21571" y="12758"/>
                  </a:cubicBezTo>
                  <a:cubicBezTo>
                    <a:pt x="21571" y="13464"/>
                    <a:pt x="21388" y="14105"/>
                    <a:pt x="21017" y="14678"/>
                  </a:cubicBezTo>
                  <a:cubicBezTo>
                    <a:pt x="21111" y="15215"/>
                    <a:pt x="21077" y="15745"/>
                    <a:pt x="20924" y="16285"/>
                  </a:cubicBezTo>
                  <a:cubicBezTo>
                    <a:pt x="20769" y="16819"/>
                    <a:pt x="20512" y="17287"/>
                    <a:pt x="20141" y="17697"/>
                  </a:cubicBezTo>
                  <a:cubicBezTo>
                    <a:pt x="20105" y="18451"/>
                    <a:pt x="19901" y="19081"/>
                    <a:pt x="19531" y="19580"/>
                  </a:cubicBezTo>
                  <a:cubicBezTo>
                    <a:pt x="19161" y="20080"/>
                    <a:pt x="18700" y="20481"/>
                    <a:pt x="18146" y="20783"/>
                  </a:cubicBezTo>
                  <a:cubicBezTo>
                    <a:pt x="17593" y="21088"/>
                    <a:pt x="16982" y="21297"/>
                    <a:pt x="16321" y="21419"/>
                  </a:cubicBezTo>
                  <a:cubicBezTo>
                    <a:pt x="15660" y="21540"/>
                    <a:pt x="15010" y="21599"/>
                    <a:pt x="14380" y="21599"/>
                  </a:cubicBezTo>
                  <a:cubicBezTo>
                    <a:pt x="13730" y="21599"/>
                    <a:pt x="13077" y="21554"/>
                    <a:pt x="12424" y="21461"/>
                  </a:cubicBezTo>
                  <a:cubicBezTo>
                    <a:pt x="11772" y="21362"/>
                    <a:pt x="11127" y="21235"/>
                    <a:pt x="10497" y="21074"/>
                  </a:cubicBezTo>
                  <a:cubicBezTo>
                    <a:pt x="9864" y="20894"/>
                    <a:pt x="9237" y="20702"/>
                    <a:pt x="8610" y="20493"/>
                  </a:cubicBezTo>
                  <a:cubicBezTo>
                    <a:pt x="7982" y="20286"/>
                    <a:pt x="7341" y="20182"/>
                    <a:pt x="6680" y="20182"/>
                  </a:cubicBezTo>
                  <a:lnTo>
                    <a:pt x="1607" y="20182"/>
                  </a:lnTo>
                  <a:cubicBezTo>
                    <a:pt x="1167" y="20182"/>
                    <a:pt x="785" y="20029"/>
                    <a:pt x="471" y="19713"/>
                  </a:cubicBezTo>
                  <a:cubicBezTo>
                    <a:pt x="158" y="19405"/>
                    <a:pt x="0" y="19024"/>
                    <a:pt x="0" y="18572"/>
                  </a:cubicBezTo>
                  <a:lnTo>
                    <a:pt x="0" y="9880"/>
                  </a:lnTo>
                  <a:cubicBezTo>
                    <a:pt x="0" y="9440"/>
                    <a:pt x="158" y="9064"/>
                    <a:pt x="471" y="8754"/>
                  </a:cubicBezTo>
                  <a:cubicBezTo>
                    <a:pt x="785" y="8440"/>
                    <a:pt x="1167" y="8285"/>
                    <a:pt x="1607" y="8285"/>
                  </a:cubicBezTo>
                  <a:lnTo>
                    <a:pt x="6315" y="8285"/>
                  </a:lnTo>
                  <a:cubicBezTo>
                    <a:pt x="6558" y="8160"/>
                    <a:pt x="6750" y="8022"/>
                    <a:pt x="6897" y="7872"/>
                  </a:cubicBezTo>
                  <a:cubicBezTo>
                    <a:pt x="7041" y="7723"/>
                    <a:pt x="7197" y="7548"/>
                    <a:pt x="7369" y="7342"/>
                  </a:cubicBezTo>
                  <a:cubicBezTo>
                    <a:pt x="7513" y="7161"/>
                    <a:pt x="7663" y="6986"/>
                    <a:pt x="7810" y="6819"/>
                  </a:cubicBezTo>
                  <a:cubicBezTo>
                    <a:pt x="7957" y="6653"/>
                    <a:pt x="8112" y="6483"/>
                    <a:pt x="8276" y="6311"/>
                  </a:cubicBezTo>
                  <a:cubicBezTo>
                    <a:pt x="8570" y="5997"/>
                    <a:pt x="8918" y="5690"/>
                    <a:pt x="9302" y="5385"/>
                  </a:cubicBezTo>
                  <a:cubicBezTo>
                    <a:pt x="9692" y="5085"/>
                    <a:pt x="9989" y="4749"/>
                    <a:pt x="10195" y="4379"/>
                  </a:cubicBezTo>
                  <a:cubicBezTo>
                    <a:pt x="10339" y="4117"/>
                    <a:pt x="10443" y="3826"/>
                    <a:pt x="10506" y="3507"/>
                  </a:cubicBezTo>
                  <a:cubicBezTo>
                    <a:pt x="10565" y="3188"/>
                    <a:pt x="10627" y="2866"/>
                    <a:pt x="10675" y="2538"/>
                  </a:cubicBezTo>
                  <a:cubicBezTo>
                    <a:pt x="10726" y="2216"/>
                    <a:pt x="10780" y="1900"/>
                    <a:pt x="10845" y="1592"/>
                  </a:cubicBezTo>
                  <a:cubicBezTo>
                    <a:pt x="10907" y="1287"/>
                    <a:pt x="11014" y="1016"/>
                    <a:pt x="11161" y="776"/>
                  </a:cubicBezTo>
                  <a:cubicBezTo>
                    <a:pt x="11311" y="536"/>
                    <a:pt x="11523" y="350"/>
                    <a:pt x="11800" y="208"/>
                  </a:cubicBezTo>
                  <a:cubicBezTo>
                    <a:pt x="12074" y="67"/>
                    <a:pt x="12441" y="0"/>
                    <a:pt x="12902" y="0"/>
                  </a:cubicBezTo>
                  <a:cubicBezTo>
                    <a:pt x="13450" y="0"/>
                    <a:pt x="13956" y="112"/>
                    <a:pt x="14411" y="344"/>
                  </a:cubicBezTo>
                  <a:cubicBezTo>
                    <a:pt x="14869" y="573"/>
                    <a:pt x="15250" y="881"/>
                    <a:pt x="15567" y="1270"/>
                  </a:cubicBezTo>
                  <a:cubicBezTo>
                    <a:pt x="15880" y="1657"/>
                    <a:pt x="16126" y="2101"/>
                    <a:pt x="16304" y="2600"/>
                  </a:cubicBezTo>
                  <a:cubicBezTo>
                    <a:pt x="16479" y="3103"/>
                    <a:pt x="16570" y="3609"/>
                    <a:pt x="16570" y="4123"/>
                  </a:cubicBezTo>
                  <a:cubicBezTo>
                    <a:pt x="16570" y="4653"/>
                    <a:pt x="16491" y="5162"/>
                    <a:pt x="16332" y="5645"/>
                  </a:cubicBezTo>
                  <a:cubicBezTo>
                    <a:pt x="16174" y="6125"/>
                    <a:pt x="15982" y="6610"/>
                    <a:pt x="15759" y="7096"/>
                  </a:cubicBezTo>
                  <a:cubicBezTo>
                    <a:pt x="16072" y="7079"/>
                    <a:pt x="16389" y="7057"/>
                    <a:pt x="16705" y="7034"/>
                  </a:cubicBezTo>
                  <a:cubicBezTo>
                    <a:pt x="17019" y="7011"/>
                    <a:pt x="17335" y="7000"/>
                    <a:pt x="17652" y="7000"/>
                  </a:cubicBezTo>
                  <a:cubicBezTo>
                    <a:pt x="18149" y="7000"/>
                    <a:pt x="18630" y="7048"/>
                    <a:pt x="19099" y="7144"/>
                  </a:cubicBezTo>
                  <a:cubicBezTo>
                    <a:pt x="19568" y="7237"/>
                    <a:pt x="19986" y="7395"/>
                    <a:pt x="20356" y="7616"/>
                  </a:cubicBezTo>
                  <a:cubicBezTo>
                    <a:pt x="20726" y="7839"/>
                    <a:pt x="21026" y="8144"/>
                    <a:pt x="21255" y="8528"/>
                  </a:cubicBezTo>
                  <a:cubicBezTo>
                    <a:pt x="21486" y="8918"/>
                    <a:pt x="21600" y="9409"/>
                    <a:pt x="21600" y="10002"/>
                  </a:cubicBezTo>
                  <a:cubicBezTo>
                    <a:pt x="21600" y="10265"/>
                    <a:pt x="21580" y="10519"/>
                    <a:pt x="21535" y="10773"/>
                  </a:cubicBezTo>
                  <a:cubicBezTo>
                    <a:pt x="21484" y="11030"/>
                    <a:pt x="21419" y="11284"/>
                    <a:pt x="21328" y="11543"/>
                  </a:cubicBezTo>
                  <a:moveTo>
                    <a:pt x="4258" y="18519"/>
                  </a:moveTo>
                  <a:cubicBezTo>
                    <a:pt x="4555" y="18519"/>
                    <a:pt x="4809" y="18417"/>
                    <a:pt x="5024" y="18214"/>
                  </a:cubicBezTo>
                  <a:cubicBezTo>
                    <a:pt x="5233" y="18013"/>
                    <a:pt x="5340" y="17759"/>
                    <a:pt x="5340" y="17454"/>
                  </a:cubicBezTo>
                  <a:cubicBezTo>
                    <a:pt x="5340" y="17155"/>
                    <a:pt x="5233" y="16900"/>
                    <a:pt x="5024" y="16686"/>
                  </a:cubicBezTo>
                  <a:cubicBezTo>
                    <a:pt x="4812" y="16477"/>
                    <a:pt x="4557" y="16372"/>
                    <a:pt x="4258" y="16372"/>
                  </a:cubicBezTo>
                  <a:cubicBezTo>
                    <a:pt x="3941" y="16372"/>
                    <a:pt x="3684" y="16477"/>
                    <a:pt x="3486" y="16686"/>
                  </a:cubicBezTo>
                  <a:cubicBezTo>
                    <a:pt x="3289" y="16900"/>
                    <a:pt x="3190" y="17155"/>
                    <a:pt x="3190" y="17454"/>
                  </a:cubicBezTo>
                  <a:cubicBezTo>
                    <a:pt x="3190" y="17767"/>
                    <a:pt x="3289" y="18024"/>
                    <a:pt x="3486" y="18222"/>
                  </a:cubicBezTo>
                  <a:cubicBezTo>
                    <a:pt x="3681" y="18420"/>
                    <a:pt x="3939" y="18519"/>
                    <a:pt x="4258" y="18519"/>
                  </a:cubicBezTo>
                  <a:moveTo>
                    <a:pt x="19164" y="14342"/>
                  </a:moveTo>
                  <a:cubicBezTo>
                    <a:pt x="19703" y="13901"/>
                    <a:pt x="19975" y="13345"/>
                    <a:pt x="19975" y="12679"/>
                  </a:cubicBezTo>
                  <a:cubicBezTo>
                    <a:pt x="19975" y="12473"/>
                    <a:pt x="19918" y="12281"/>
                    <a:pt x="19805" y="12097"/>
                  </a:cubicBezTo>
                  <a:cubicBezTo>
                    <a:pt x="19695" y="11919"/>
                    <a:pt x="19576" y="11761"/>
                    <a:pt x="19446" y="11623"/>
                  </a:cubicBezTo>
                  <a:cubicBezTo>
                    <a:pt x="19590" y="11363"/>
                    <a:pt x="19720" y="11106"/>
                    <a:pt x="19833" y="10849"/>
                  </a:cubicBezTo>
                  <a:cubicBezTo>
                    <a:pt x="19944" y="10592"/>
                    <a:pt x="20003" y="10312"/>
                    <a:pt x="20003" y="10002"/>
                  </a:cubicBezTo>
                  <a:cubicBezTo>
                    <a:pt x="20003" y="9688"/>
                    <a:pt x="19924" y="9440"/>
                    <a:pt x="19766" y="9251"/>
                  </a:cubicBezTo>
                  <a:cubicBezTo>
                    <a:pt x="19607" y="9070"/>
                    <a:pt x="19415" y="8929"/>
                    <a:pt x="19184" y="8833"/>
                  </a:cubicBezTo>
                  <a:cubicBezTo>
                    <a:pt x="18955" y="8739"/>
                    <a:pt x="18698" y="8683"/>
                    <a:pt x="18418" y="8663"/>
                  </a:cubicBezTo>
                  <a:cubicBezTo>
                    <a:pt x="18138" y="8643"/>
                    <a:pt x="17884" y="8635"/>
                    <a:pt x="17649" y="8635"/>
                  </a:cubicBezTo>
                  <a:cubicBezTo>
                    <a:pt x="17242" y="8635"/>
                    <a:pt x="16835" y="8649"/>
                    <a:pt x="16423" y="8677"/>
                  </a:cubicBezTo>
                  <a:cubicBezTo>
                    <a:pt x="16010" y="8706"/>
                    <a:pt x="15606" y="8720"/>
                    <a:pt x="15199" y="8720"/>
                  </a:cubicBezTo>
                  <a:cubicBezTo>
                    <a:pt x="14917" y="8720"/>
                    <a:pt x="14643" y="8706"/>
                    <a:pt x="14366" y="8677"/>
                  </a:cubicBezTo>
                  <a:cubicBezTo>
                    <a:pt x="14089" y="8649"/>
                    <a:pt x="13829" y="8584"/>
                    <a:pt x="13574" y="8474"/>
                  </a:cubicBezTo>
                  <a:cubicBezTo>
                    <a:pt x="13574" y="8104"/>
                    <a:pt x="13645" y="7754"/>
                    <a:pt x="13792" y="7421"/>
                  </a:cubicBezTo>
                  <a:cubicBezTo>
                    <a:pt x="13936" y="7087"/>
                    <a:pt x="14094" y="6751"/>
                    <a:pt x="14275" y="6413"/>
                  </a:cubicBezTo>
                  <a:cubicBezTo>
                    <a:pt x="14448" y="6074"/>
                    <a:pt x="14606" y="5721"/>
                    <a:pt x="14747" y="5351"/>
                  </a:cubicBezTo>
                  <a:cubicBezTo>
                    <a:pt x="14886" y="4984"/>
                    <a:pt x="14953" y="4574"/>
                    <a:pt x="14953" y="4122"/>
                  </a:cubicBezTo>
                  <a:cubicBezTo>
                    <a:pt x="14953" y="3823"/>
                    <a:pt x="14905" y="3529"/>
                    <a:pt x="14812" y="3236"/>
                  </a:cubicBezTo>
                  <a:cubicBezTo>
                    <a:pt x="14716" y="2945"/>
                    <a:pt x="14583" y="2677"/>
                    <a:pt x="14411" y="2439"/>
                  </a:cubicBezTo>
                  <a:cubicBezTo>
                    <a:pt x="14238" y="2199"/>
                    <a:pt x="14027" y="2002"/>
                    <a:pt x="13775" y="1843"/>
                  </a:cubicBezTo>
                  <a:cubicBezTo>
                    <a:pt x="13521" y="1688"/>
                    <a:pt x="13230" y="1606"/>
                    <a:pt x="12893" y="1606"/>
                  </a:cubicBezTo>
                  <a:lnTo>
                    <a:pt x="12744" y="1606"/>
                  </a:lnTo>
                  <a:cubicBezTo>
                    <a:pt x="12681" y="1606"/>
                    <a:pt x="12631" y="1617"/>
                    <a:pt x="12594" y="1634"/>
                  </a:cubicBezTo>
                  <a:cubicBezTo>
                    <a:pt x="12523" y="1671"/>
                    <a:pt x="12481" y="1705"/>
                    <a:pt x="12472" y="1742"/>
                  </a:cubicBezTo>
                  <a:cubicBezTo>
                    <a:pt x="12464" y="1778"/>
                    <a:pt x="12450" y="1838"/>
                    <a:pt x="12430" y="1920"/>
                  </a:cubicBezTo>
                  <a:cubicBezTo>
                    <a:pt x="12323" y="2450"/>
                    <a:pt x="12221" y="3007"/>
                    <a:pt x="12128" y="3586"/>
                  </a:cubicBezTo>
                  <a:cubicBezTo>
                    <a:pt x="12034" y="4167"/>
                    <a:pt x="11854" y="4698"/>
                    <a:pt x="11596" y="5176"/>
                  </a:cubicBezTo>
                  <a:cubicBezTo>
                    <a:pt x="11334" y="5636"/>
                    <a:pt x="11000" y="6034"/>
                    <a:pt x="10596" y="6367"/>
                  </a:cubicBezTo>
                  <a:cubicBezTo>
                    <a:pt x="10189" y="6701"/>
                    <a:pt x="9802" y="7051"/>
                    <a:pt x="9432" y="7421"/>
                  </a:cubicBezTo>
                  <a:cubicBezTo>
                    <a:pt x="9169" y="7700"/>
                    <a:pt x="8949" y="7954"/>
                    <a:pt x="8771" y="8183"/>
                  </a:cubicBezTo>
                  <a:cubicBezTo>
                    <a:pt x="8593" y="8412"/>
                    <a:pt x="8403" y="8632"/>
                    <a:pt x="8211" y="8833"/>
                  </a:cubicBezTo>
                  <a:cubicBezTo>
                    <a:pt x="8016" y="9036"/>
                    <a:pt x="7799" y="9222"/>
                    <a:pt x="7556" y="9400"/>
                  </a:cubicBezTo>
                  <a:cubicBezTo>
                    <a:pt x="7313" y="9575"/>
                    <a:pt x="7019" y="9736"/>
                    <a:pt x="6674" y="9880"/>
                  </a:cubicBezTo>
                  <a:lnTo>
                    <a:pt x="6646" y="9880"/>
                  </a:lnTo>
                  <a:lnTo>
                    <a:pt x="6646" y="18572"/>
                  </a:lnTo>
                  <a:cubicBezTo>
                    <a:pt x="7279" y="18572"/>
                    <a:pt x="7889" y="18649"/>
                    <a:pt x="8485" y="18795"/>
                  </a:cubicBezTo>
                  <a:cubicBezTo>
                    <a:pt x="9081" y="18945"/>
                    <a:pt x="9683" y="19103"/>
                    <a:pt x="10294" y="19270"/>
                  </a:cubicBezTo>
                  <a:cubicBezTo>
                    <a:pt x="10901" y="19439"/>
                    <a:pt x="11537" y="19592"/>
                    <a:pt x="12207" y="19741"/>
                  </a:cubicBezTo>
                  <a:cubicBezTo>
                    <a:pt x="12874" y="19891"/>
                    <a:pt x="13594" y="19965"/>
                    <a:pt x="14374" y="19965"/>
                  </a:cubicBezTo>
                  <a:cubicBezTo>
                    <a:pt x="14781" y="19965"/>
                    <a:pt x="15222" y="19939"/>
                    <a:pt x="15699" y="19885"/>
                  </a:cubicBezTo>
                  <a:cubicBezTo>
                    <a:pt x="16177" y="19829"/>
                    <a:pt x="16626" y="19710"/>
                    <a:pt x="17047" y="19527"/>
                  </a:cubicBezTo>
                  <a:cubicBezTo>
                    <a:pt x="17468" y="19343"/>
                    <a:pt x="17816" y="19086"/>
                    <a:pt x="18101" y="18762"/>
                  </a:cubicBezTo>
                  <a:cubicBezTo>
                    <a:pt x="18387" y="18440"/>
                    <a:pt x="18525" y="18010"/>
                    <a:pt x="18525" y="17477"/>
                  </a:cubicBezTo>
                  <a:cubicBezTo>
                    <a:pt x="18525" y="17386"/>
                    <a:pt x="18522" y="17304"/>
                    <a:pt x="18517" y="17225"/>
                  </a:cubicBezTo>
                  <a:cubicBezTo>
                    <a:pt x="18503" y="17152"/>
                    <a:pt x="18488" y="17070"/>
                    <a:pt x="18471" y="16980"/>
                  </a:cubicBezTo>
                  <a:cubicBezTo>
                    <a:pt x="18785" y="16836"/>
                    <a:pt x="19028" y="16596"/>
                    <a:pt x="19195" y="16262"/>
                  </a:cubicBezTo>
                  <a:cubicBezTo>
                    <a:pt x="19364" y="15929"/>
                    <a:pt x="19446" y="15593"/>
                    <a:pt x="19446" y="15263"/>
                  </a:cubicBezTo>
                  <a:cubicBezTo>
                    <a:pt x="19449" y="14912"/>
                    <a:pt x="19350" y="14605"/>
                    <a:pt x="19164" y="14342"/>
                  </a:cubicBezTo>
                </a:path>
              </a:pathLst>
            </a:custGeom>
            <a:solidFill>
              <a:schemeClr val="tx1">
                <a:lumMod val="50000"/>
                <a:lumOff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schemeClr val="lt1"/>
                </a:solidFill>
                <a:latin typeface="+mn-lt"/>
                <a:ea typeface="+mn-ea"/>
              </a:endParaRPr>
            </a:p>
          </p:txBody>
        </p:sp>
      </p:grpSp>
      <p:grpSp>
        <p:nvGrpSpPr>
          <p:cNvPr id="26" name="Group 16"/>
          <p:cNvGrpSpPr/>
          <p:nvPr userDrawn="1"/>
        </p:nvGrpSpPr>
        <p:grpSpPr bwMode="auto">
          <a:xfrm>
            <a:off x="10236079" y="6070822"/>
            <a:ext cx="380048" cy="380121"/>
            <a:chOff x="0" y="0"/>
            <a:chExt cx="965499" cy="965499"/>
          </a:xfrm>
        </p:grpSpPr>
        <p:sp>
          <p:nvSpPr>
            <p:cNvPr id="27" name="AutoShape 17"/>
            <p:cNvSpPr/>
            <p:nvPr/>
          </p:nvSpPr>
          <p:spPr bwMode="auto">
            <a:xfrm>
              <a:off x="0" y="0"/>
              <a:ext cx="965499" cy="965499"/>
            </a:xfrm>
            <a:custGeom>
              <a:avLst/>
              <a:gdLst>
                <a:gd name="T0" fmla="*/ 482725 w 19679"/>
                <a:gd name="T1" fmla="*/ 529874 h 19679"/>
                <a:gd name="T2" fmla="*/ 482725 w 19679"/>
                <a:gd name="T3" fmla="*/ 529874 h 19679"/>
                <a:gd name="T4" fmla="*/ 482725 w 19679"/>
                <a:gd name="T5" fmla="*/ 529874 h 19679"/>
                <a:gd name="T6" fmla="*/ 482725 w 19679"/>
                <a:gd name="T7" fmla="*/ 529874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8" y="6724"/>
                    <a:pt x="20638" y="12953"/>
                    <a:pt x="16796" y="16796"/>
                  </a:cubicBezTo>
                  <a:cubicBezTo>
                    <a:pt x="12953" y="20639"/>
                    <a:pt x="6724" y="20639"/>
                    <a:pt x="2881" y="16796"/>
                  </a:cubicBezTo>
                  <a:cubicBezTo>
                    <a:pt x="-961" y="12953"/>
                    <a:pt x="-961" y="6724"/>
                    <a:pt x="2881" y="2881"/>
                  </a:cubicBezTo>
                  <a:cubicBezTo>
                    <a:pt x="6724" y="-961"/>
                    <a:pt x="12953" y="-961"/>
                    <a:pt x="16796" y="2881"/>
                  </a:cubicBezTo>
                  <a:close/>
                </a:path>
              </a:pathLst>
            </a:custGeom>
            <a:gradFill>
              <a:gsLst>
                <a:gs pos="0">
                  <a:schemeClr val="bg1"/>
                </a:gs>
                <a:gs pos="51000">
                  <a:schemeClr val="bg1">
                    <a:lumMod val="95000"/>
                  </a:schemeClr>
                </a:gs>
                <a:gs pos="100000">
                  <a:schemeClr val="bg1">
                    <a:lumMod val="75000"/>
                  </a:schemeClr>
                </a:gs>
              </a:gsLst>
              <a:lin ang="18900000" scaled="0"/>
            </a:gradFill>
            <a:ln>
              <a:noFill/>
            </a:ln>
            <a:effectLst>
              <a:outerShdw blurRad="88900" dist="38100" dir="7680000" algn="tl" rotWithShape="0">
                <a:prstClr val="black">
                  <a:alpha val="3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schemeClr val="lt1"/>
                </a:solidFill>
                <a:latin typeface="+mn-lt"/>
                <a:ea typeface="+mn-ea"/>
              </a:endParaRPr>
            </a:p>
          </p:txBody>
        </p:sp>
        <p:sp>
          <p:nvSpPr>
            <p:cNvPr id="30" name="AutoShape 18"/>
            <p:cNvSpPr/>
            <p:nvPr/>
          </p:nvSpPr>
          <p:spPr bwMode="auto">
            <a:xfrm>
              <a:off x="293617" y="264823"/>
              <a:ext cx="393980" cy="393980"/>
            </a:xfrm>
            <a:custGeom>
              <a:avLst/>
              <a:gdLst>
                <a:gd name="T0" fmla="*/ 196990 w 21600"/>
                <a:gd name="T1" fmla="*/ 196990 h 21600"/>
                <a:gd name="T2" fmla="*/ 196990 w 21600"/>
                <a:gd name="T3" fmla="*/ 196990 h 21600"/>
                <a:gd name="T4" fmla="*/ 196990 w 21600"/>
                <a:gd name="T5" fmla="*/ 196990 h 21600"/>
                <a:gd name="T6" fmla="*/ 196990 w 21600"/>
                <a:gd name="T7" fmla="*/ 19699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21600" y="6949"/>
                  </a:moveTo>
                  <a:cubicBezTo>
                    <a:pt x="21600" y="7542"/>
                    <a:pt x="21407" y="8153"/>
                    <a:pt x="21017" y="8781"/>
                  </a:cubicBezTo>
                  <a:cubicBezTo>
                    <a:pt x="20628" y="9416"/>
                    <a:pt x="20109" y="10015"/>
                    <a:pt x="19458" y="10585"/>
                  </a:cubicBezTo>
                  <a:cubicBezTo>
                    <a:pt x="18806" y="11152"/>
                    <a:pt x="18040" y="11651"/>
                    <a:pt x="17159" y="12083"/>
                  </a:cubicBezTo>
                  <a:cubicBezTo>
                    <a:pt x="16275" y="12512"/>
                    <a:pt x="15327" y="12820"/>
                    <a:pt x="14315" y="12996"/>
                  </a:cubicBezTo>
                  <a:cubicBezTo>
                    <a:pt x="13880" y="13090"/>
                    <a:pt x="13492" y="13284"/>
                    <a:pt x="13151" y="13578"/>
                  </a:cubicBezTo>
                  <a:cubicBezTo>
                    <a:pt x="12809" y="13872"/>
                    <a:pt x="12641" y="14204"/>
                    <a:pt x="12641" y="14571"/>
                  </a:cubicBezTo>
                  <a:cubicBezTo>
                    <a:pt x="12641" y="14900"/>
                    <a:pt x="12713" y="15140"/>
                    <a:pt x="12865" y="15293"/>
                  </a:cubicBezTo>
                  <a:cubicBezTo>
                    <a:pt x="13015" y="15449"/>
                    <a:pt x="13177" y="15596"/>
                    <a:pt x="13364" y="15728"/>
                  </a:cubicBezTo>
                  <a:cubicBezTo>
                    <a:pt x="13546" y="15866"/>
                    <a:pt x="13717" y="16010"/>
                    <a:pt x="13874" y="16169"/>
                  </a:cubicBezTo>
                  <a:cubicBezTo>
                    <a:pt x="14032" y="16330"/>
                    <a:pt x="14125" y="16574"/>
                    <a:pt x="14160" y="16903"/>
                  </a:cubicBezTo>
                  <a:cubicBezTo>
                    <a:pt x="14195" y="17117"/>
                    <a:pt x="14187" y="17340"/>
                    <a:pt x="14133" y="17564"/>
                  </a:cubicBezTo>
                  <a:cubicBezTo>
                    <a:pt x="14099" y="17696"/>
                    <a:pt x="14200" y="17805"/>
                    <a:pt x="14432" y="17893"/>
                  </a:cubicBezTo>
                  <a:cubicBezTo>
                    <a:pt x="14667" y="17981"/>
                    <a:pt x="14956" y="18069"/>
                    <a:pt x="15295" y="18154"/>
                  </a:cubicBezTo>
                  <a:cubicBezTo>
                    <a:pt x="15637" y="18236"/>
                    <a:pt x="15987" y="18342"/>
                    <a:pt x="16344" y="18468"/>
                  </a:cubicBezTo>
                  <a:cubicBezTo>
                    <a:pt x="16705" y="18595"/>
                    <a:pt x="16975" y="18756"/>
                    <a:pt x="17164" y="18953"/>
                  </a:cubicBezTo>
                  <a:cubicBezTo>
                    <a:pt x="17266" y="19050"/>
                    <a:pt x="17351" y="19232"/>
                    <a:pt x="17415" y="19511"/>
                  </a:cubicBezTo>
                  <a:cubicBezTo>
                    <a:pt x="17477" y="19790"/>
                    <a:pt x="17519" y="20090"/>
                    <a:pt x="17535" y="20416"/>
                  </a:cubicBezTo>
                  <a:cubicBezTo>
                    <a:pt x="17554" y="20727"/>
                    <a:pt x="17527" y="21000"/>
                    <a:pt x="17463" y="21241"/>
                  </a:cubicBezTo>
                  <a:cubicBezTo>
                    <a:pt x="17394" y="21479"/>
                    <a:pt x="17268" y="21599"/>
                    <a:pt x="17089" y="21599"/>
                  </a:cubicBezTo>
                  <a:lnTo>
                    <a:pt x="4496" y="21599"/>
                  </a:lnTo>
                  <a:cubicBezTo>
                    <a:pt x="4328" y="21599"/>
                    <a:pt x="4205" y="21479"/>
                    <a:pt x="4130" y="21241"/>
                  </a:cubicBezTo>
                  <a:cubicBezTo>
                    <a:pt x="4061" y="21000"/>
                    <a:pt x="4032" y="20727"/>
                    <a:pt x="4048" y="20416"/>
                  </a:cubicBezTo>
                  <a:cubicBezTo>
                    <a:pt x="4066" y="20090"/>
                    <a:pt x="4109" y="19790"/>
                    <a:pt x="4170" y="19511"/>
                  </a:cubicBezTo>
                  <a:cubicBezTo>
                    <a:pt x="4235" y="19232"/>
                    <a:pt x="4317" y="19050"/>
                    <a:pt x="4421" y="18953"/>
                  </a:cubicBezTo>
                  <a:cubicBezTo>
                    <a:pt x="4616" y="18768"/>
                    <a:pt x="4889" y="18606"/>
                    <a:pt x="5239" y="18474"/>
                  </a:cubicBezTo>
                  <a:cubicBezTo>
                    <a:pt x="5588" y="18345"/>
                    <a:pt x="5933" y="18236"/>
                    <a:pt x="6269" y="18154"/>
                  </a:cubicBezTo>
                  <a:cubicBezTo>
                    <a:pt x="6606" y="18069"/>
                    <a:pt x="6897" y="17984"/>
                    <a:pt x="7145" y="17901"/>
                  </a:cubicBezTo>
                  <a:cubicBezTo>
                    <a:pt x="7394" y="17816"/>
                    <a:pt x="7498" y="17705"/>
                    <a:pt x="7463" y="17564"/>
                  </a:cubicBezTo>
                  <a:cubicBezTo>
                    <a:pt x="7428" y="17432"/>
                    <a:pt x="7412" y="17311"/>
                    <a:pt x="7412" y="17205"/>
                  </a:cubicBezTo>
                  <a:lnTo>
                    <a:pt x="7412" y="16903"/>
                  </a:lnTo>
                  <a:cubicBezTo>
                    <a:pt x="7428" y="16574"/>
                    <a:pt x="7519" y="16330"/>
                    <a:pt x="7687" y="16169"/>
                  </a:cubicBezTo>
                  <a:cubicBezTo>
                    <a:pt x="7853" y="16010"/>
                    <a:pt x="8034" y="15866"/>
                    <a:pt x="8224" y="15728"/>
                  </a:cubicBezTo>
                  <a:cubicBezTo>
                    <a:pt x="8416" y="15593"/>
                    <a:pt x="8584" y="15446"/>
                    <a:pt x="8729" y="15293"/>
                  </a:cubicBezTo>
                  <a:cubicBezTo>
                    <a:pt x="8873" y="15140"/>
                    <a:pt x="8945" y="14900"/>
                    <a:pt x="8945" y="14571"/>
                  </a:cubicBezTo>
                  <a:cubicBezTo>
                    <a:pt x="8945" y="14204"/>
                    <a:pt x="8777" y="13875"/>
                    <a:pt x="8440" y="13578"/>
                  </a:cubicBezTo>
                  <a:cubicBezTo>
                    <a:pt x="8104" y="13281"/>
                    <a:pt x="7706" y="13090"/>
                    <a:pt x="7247" y="12996"/>
                  </a:cubicBezTo>
                  <a:cubicBezTo>
                    <a:pt x="6251" y="12811"/>
                    <a:pt x="5311" y="12497"/>
                    <a:pt x="4435" y="12062"/>
                  </a:cubicBezTo>
                  <a:cubicBezTo>
                    <a:pt x="3554" y="11628"/>
                    <a:pt x="2790" y="11128"/>
                    <a:pt x="2133" y="10570"/>
                  </a:cubicBezTo>
                  <a:cubicBezTo>
                    <a:pt x="1479" y="10012"/>
                    <a:pt x="958" y="9416"/>
                    <a:pt x="574" y="8781"/>
                  </a:cubicBezTo>
                  <a:cubicBezTo>
                    <a:pt x="189" y="8153"/>
                    <a:pt x="0" y="7542"/>
                    <a:pt x="0" y="6949"/>
                  </a:cubicBezTo>
                  <a:lnTo>
                    <a:pt x="0" y="4320"/>
                  </a:lnTo>
                  <a:cubicBezTo>
                    <a:pt x="0" y="4009"/>
                    <a:pt x="93" y="3756"/>
                    <a:pt x="285" y="3553"/>
                  </a:cubicBezTo>
                  <a:cubicBezTo>
                    <a:pt x="475" y="3354"/>
                    <a:pt x="712" y="3254"/>
                    <a:pt x="998" y="3254"/>
                  </a:cubicBezTo>
                  <a:lnTo>
                    <a:pt x="5124" y="3254"/>
                  </a:lnTo>
                  <a:cubicBezTo>
                    <a:pt x="5108" y="3139"/>
                    <a:pt x="5097" y="3025"/>
                    <a:pt x="5097" y="2901"/>
                  </a:cubicBezTo>
                  <a:lnTo>
                    <a:pt x="5097" y="2564"/>
                  </a:lnTo>
                  <a:lnTo>
                    <a:pt x="5097" y="2505"/>
                  </a:lnTo>
                  <a:cubicBezTo>
                    <a:pt x="5097" y="2005"/>
                    <a:pt x="5118" y="1594"/>
                    <a:pt x="5156" y="1265"/>
                  </a:cubicBezTo>
                  <a:cubicBezTo>
                    <a:pt x="5193" y="939"/>
                    <a:pt x="5260" y="684"/>
                    <a:pt x="5353" y="499"/>
                  </a:cubicBezTo>
                  <a:cubicBezTo>
                    <a:pt x="5444" y="320"/>
                    <a:pt x="5580" y="187"/>
                    <a:pt x="5754" y="111"/>
                  </a:cubicBezTo>
                  <a:cubicBezTo>
                    <a:pt x="5928" y="38"/>
                    <a:pt x="6165" y="0"/>
                    <a:pt x="6464" y="0"/>
                  </a:cubicBezTo>
                  <a:lnTo>
                    <a:pt x="15132" y="0"/>
                  </a:lnTo>
                  <a:cubicBezTo>
                    <a:pt x="15410" y="0"/>
                    <a:pt x="15645" y="38"/>
                    <a:pt x="15829" y="111"/>
                  </a:cubicBezTo>
                  <a:cubicBezTo>
                    <a:pt x="16011" y="187"/>
                    <a:pt x="16149" y="320"/>
                    <a:pt x="16243" y="499"/>
                  </a:cubicBezTo>
                  <a:cubicBezTo>
                    <a:pt x="16336" y="684"/>
                    <a:pt x="16403" y="939"/>
                    <a:pt x="16435" y="1265"/>
                  </a:cubicBezTo>
                  <a:cubicBezTo>
                    <a:pt x="16470" y="1594"/>
                    <a:pt x="16486" y="2006"/>
                    <a:pt x="16486" y="2505"/>
                  </a:cubicBezTo>
                  <a:lnTo>
                    <a:pt x="16486" y="2863"/>
                  </a:lnTo>
                  <a:cubicBezTo>
                    <a:pt x="16486" y="2989"/>
                    <a:pt x="16478" y="3119"/>
                    <a:pt x="16459" y="3251"/>
                  </a:cubicBezTo>
                  <a:lnTo>
                    <a:pt x="20603" y="3251"/>
                  </a:lnTo>
                  <a:cubicBezTo>
                    <a:pt x="20884" y="3251"/>
                    <a:pt x="21119" y="3351"/>
                    <a:pt x="21314" y="3550"/>
                  </a:cubicBezTo>
                  <a:cubicBezTo>
                    <a:pt x="21503" y="3753"/>
                    <a:pt x="21599" y="4006"/>
                    <a:pt x="21599" y="4317"/>
                  </a:cubicBezTo>
                  <a:lnTo>
                    <a:pt x="21599" y="6949"/>
                  </a:lnTo>
                  <a:lnTo>
                    <a:pt x="21600" y="6949"/>
                  </a:lnTo>
                  <a:close/>
                  <a:moveTo>
                    <a:pt x="6283" y="10550"/>
                  </a:moveTo>
                  <a:cubicBezTo>
                    <a:pt x="6072" y="9798"/>
                    <a:pt x="5882" y="8978"/>
                    <a:pt x="5714" y="8082"/>
                  </a:cubicBezTo>
                  <a:cubicBezTo>
                    <a:pt x="5548" y="7189"/>
                    <a:pt x="5407" y="6299"/>
                    <a:pt x="5287" y="5415"/>
                  </a:cubicBezTo>
                  <a:lnTo>
                    <a:pt x="1962" y="5415"/>
                  </a:lnTo>
                  <a:lnTo>
                    <a:pt x="1962" y="6949"/>
                  </a:lnTo>
                  <a:cubicBezTo>
                    <a:pt x="1962" y="7137"/>
                    <a:pt x="2064" y="7389"/>
                    <a:pt x="2264" y="7709"/>
                  </a:cubicBezTo>
                  <a:cubicBezTo>
                    <a:pt x="2462" y="8029"/>
                    <a:pt x="2753" y="8358"/>
                    <a:pt x="3126" y="8699"/>
                  </a:cubicBezTo>
                  <a:cubicBezTo>
                    <a:pt x="3500" y="9040"/>
                    <a:pt x="3954" y="9381"/>
                    <a:pt x="4488" y="9707"/>
                  </a:cubicBezTo>
                  <a:cubicBezTo>
                    <a:pt x="5022" y="10033"/>
                    <a:pt x="5618" y="10315"/>
                    <a:pt x="6283" y="10550"/>
                  </a:cubicBezTo>
                  <a:moveTo>
                    <a:pt x="19629" y="5415"/>
                  </a:moveTo>
                  <a:lnTo>
                    <a:pt x="16280" y="5415"/>
                  </a:lnTo>
                  <a:cubicBezTo>
                    <a:pt x="16179" y="6299"/>
                    <a:pt x="16043" y="7189"/>
                    <a:pt x="15877" y="8082"/>
                  </a:cubicBezTo>
                  <a:cubicBezTo>
                    <a:pt x="15712" y="8978"/>
                    <a:pt x="15522" y="9798"/>
                    <a:pt x="15308" y="10550"/>
                  </a:cubicBezTo>
                  <a:cubicBezTo>
                    <a:pt x="15973" y="10315"/>
                    <a:pt x="16574" y="10033"/>
                    <a:pt x="17105" y="9707"/>
                  </a:cubicBezTo>
                  <a:cubicBezTo>
                    <a:pt x="17637" y="9381"/>
                    <a:pt x="18091" y="9040"/>
                    <a:pt x="18467" y="8699"/>
                  </a:cubicBezTo>
                  <a:cubicBezTo>
                    <a:pt x="18844" y="8358"/>
                    <a:pt x="19130" y="8029"/>
                    <a:pt x="19330" y="7709"/>
                  </a:cubicBezTo>
                  <a:cubicBezTo>
                    <a:pt x="19530" y="7389"/>
                    <a:pt x="19629" y="7137"/>
                    <a:pt x="19629" y="6949"/>
                  </a:cubicBezTo>
                  <a:lnTo>
                    <a:pt x="19629" y="5415"/>
                  </a:lnTo>
                  <a:close/>
                </a:path>
              </a:pathLst>
            </a:custGeom>
            <a:solidFill>
              <a:schemeClr val="tx1">
                <a:lumMod val="50000"/>
                <a:lumOff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schemeClr val="lt1"/>
                </a:solidFill>
                <a:latin typeface="+mn-lt"/>
                <a:ea typeface="+mn-ea"/>
              </a:endParaRPr>
            </a:p>
          </p:txBody>
        </p:sp>
      </p:grpSp>
      <p:grpSp>
        <p:nvGrpSpPr>
          <p:cNvPr id="31" name="Group 19"/>
          <p:cNvGrpSpPr/>
          <p:nvPr userDrawn="1"/>
        </p:nvGrpSpPr>
        <p:grpSpPr bwMode="auto">
          <a:xfrm>
            <a:off x="10773613" y="6070822"/>
            <a:ext cx="380048" cy="380121"/>
            <a:chOff x="0" y="0"/>
            <a:chExt cx="965499" cy="965499"/>
          </a:xfrm>
        </p:grpSpPr>
        <p:sp>
          <p:nvSpPr>
            <p:cNvPr id="32" name="AutoShape 20"/>
            <p:cNvSpPr/>
            <p:nvPr/>
          </p:nvSpPr>
          <p:spPr bwMode="auto">
            <a:xfrm>
              <a:off x="0" y="0"/>
              <a:ext cx="965499" cy="965499"/>
            </a:xfrm>
            <a:custGeom>
              <a:avLst/>
              <a:gdLst>
                <a:gd name="T0" fmla="*/ 482725 w 19679"/>
                <a:gd name="T1" fmla="*/ 529874 h 19679"/>
                <a:gd name="T2" fmla="*/ 482725 w 19679"/>
                <a:gd name="T3" fmla="*/ 529874 h 19679"/>
                <a:gd name="T4" fmla="*/ 482725 w 19679"/>
                <a:gd name="T5" fmla="*/ 529874 h 19679"/>
                <a:gd name="T6" fmla="*/ 482725 w 19679"/>
                <a:gd name="T7" fmla="*/ 529874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8" y="6724"/>
                    <a:pt x="20638" y="12953"/>
                    <a:pt x="16796" y="16796"/>
                  </a:cubicBezTo>
                  <a:cubicBezTo>
                    <a:pt x="12953" y="20639"/>
                    <a:pt x="6724" y="20639"/>
                    <a:pt x="2881" y="16796"/>
                  </a:cubicBezTo>
                  <a:cubicBezTo>
                    <a:pt x="-961" y="12953"/>
                    <a:pt x="-961" y="6724"/>
                    <a:pt x="2881" y="2881"/>
                  </a:cubicBezTo>
                  <a:cubicBezTo>
                    <a:pt x="6724" y="-961"/>
                    <a:pt x="12953" y="-961"/>
                    <a:pt x="16796" y="2881"/>
                  </a:cubicBezTo>
                  <a:close/>
                </a:path>
              </a:pathLst>
            </a:custGeom>
            <a:gradFill>
              <a:gsLst>
                <a:gs pos="0">
                  <a:schemeClr val="bg1"/>
                </a:gs>
                <a:gs pos="51000">
                  <a:schemeClr val="bg1">
                    <a:lumMod val="95000"/>
                  </a:schemeClr>
                </a:gs>
                <a:gs pos="100000">
                  <a:schemeClr val="bg1">
                    <a:lumMod val="75000"/>
                  </a:schemeClr>
                </a:gs>
              </a:gsLst>
              <a:lin ang="18900000" scaled="0"/>
            </a:gradFill>
            <a:ln>
              <a:noFill/>
            </a:ln>
            <a:effectLst>
              <a:outerShdw blurRad="88900" dist="38100" dir="7680000" algn="tl" rotWithShape="0">
                <a:prstClr val="black">
                  <a:alpha val="3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schemeClr val="lt1"/>
                </a:solidFill>
                <a:latin typeface="+mn-lt"/>
                <a:ea typeface="+mn-ea"/>
              </a:endParaRPr>
            </a:p>
          </p:txBody>
        </p:sp>
        <p:sp>
          <p:nvSpPr>
            <p:cNvPr id="33" name="AutoShape 21"/>
            <p:cNvSpPr/>
            <p:nvPr/>
          </p:nvSpPr>
          <p:spPr bwMode="auto">
            <a:xfrm>
              <a:off x="292545" y="314566"/>
              <a:ext cx="380408" cy="307104"/>
            </a:xfrm>
            <a:custGeom>
              <a:avLst/>
              <a:gdLst>
                <a:gd name="T0" fmla="*/ 190204 w 21600"/>
                <a:gd name="T1" fmla="*/ 153552 h 21600"/>
                <a:gd name="T2" fmla="*/ 190204 w 21600"/>
                <a:gd name="T3" fmla="*/ 153552 h 21600"/>
                <a:gd name="T4" fmla="*/ 190204 w 21600"/>
                <a:gd name="T5" fmla="*/ 153552 h 21600"/>
                <a:gd name="T6" fmla="*/ 190204 w 21600"/>
                <a:gd name="T7" fmla="*/ 153552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20263" y="3222"/>
                  </a:moveTo>
                  <a:cubicBezTo>
                    <a:pt x="20632" y="3222"/>
                    <a:pt x="20946" y="3384"/>
                    <a:pt x="21208" y="3713"/>
                  </a:cubicBezTo>
                  <a:cubicBezTo>
                    <a:pt x="21470" y="4042"/>
                    <a:pt x="21600" y="4427"/>
                    <a:pt x="21600" y="4865"/>
                  </a:cubicBezTo>
                  <a:lnTo>
                    <a:pt x="21600" y="19984"/>
                  </a:lnTo>
                  <a:cubicBezTo>
                    <a:pt x="21600" y="20421"/>
                    <a:pt x="21470" y="20803"/>
                    <a:pt x="21208" y="21121"/>
                  </a:cubicBezTo>
                  <a:cubicBezTo>
                    <a:pt x="20946" y="21441"/>
                    <a:pt x="20632" y="21600"/>
                    <a:pt x="20263" y="21600"/>
                  </a:cubicBezTo>
                  <a:lnTo>
                    <a:pt x="1348" y="21600"/>
                  </a:lnTo>
                  <a:cubicBezTo>
                    <a:pt x="981" y="21600"/>
                    <a:pt x="663" y="21441"/>
                    <a:pt x="399" y="21121"/>
                  </a:cubicBezTo>
                  <a:cubicBezTo>
                    <a:pt x="134" y="20803"/>
                    <a:pt x="0" y="20421"/>
                    <a:pt x="0" y="19984"/>
                  </a:cubicBezTo>
                  <a:lnTo>
                    <a:pt x="0" y="4865"/>
                  </a:lnTo>
                  <a:cubicBezTo>
                    <a:pt x="0" y="4427"/>
                    <a:pt x="134" y="4042"/>
                    <a:pt x="399" y="3713"/>
                  </a:cubicBezTo>
                  <a:cubicBezTo>
                    <a:pt x="663" y="3384"/>
                    <a:pt x="981" y="3222"/>
                    <a:pt x="1348" y="3222"/>
                  </a:cubicBezTo>
                  <a:lnTo>
                    <a:pt x="5638" y="3222"/>
                  </a:lnTo>
                  <a:lnTo>
                    <a:pt x="6318" y="1460"/>
                  </a:lnTo>
                  <a:cubicBezTo>
                    <a:pt x="6458" y="1057"/>
                    <a:pt x="6717" y="713"/>
                    <a:pt x="7089" y="425"/>
                  </a:cubicBezTo>
                  <a:cubicBezTo>
                    <a:pt x="7466" y="143"/>
                    <a:pt x="7838" y="0"/>
                    <a:pt x="8203" y="0"/>
                  </a:cubicBezTo>
                  <a:lnTo>
                    <a:pt x="13396" y="0"/>
                  </a:lnTo>
                  <a:cubicBezTo>
                    <a:pt x="13763" y="0"/>
                    <a:pt x="14135" y="143"/>
                    <a:pt x="14510" y="425"/>
                  </a:cubicBezTo>
                  <a:cubicBezTo>
                    <a:pt x="14884" y="713"/>
                    <a:pt x="15146" y="1057"/>
                    <a:pt x="15293" y="1460"/>
                  </a:cubicBezTo>
                  <a:lnTo>
                    <a:pt x="15961" y="3222"/>
                  </a:lnTo>
                  <a:lnTo>
                    <a:pt x="20263" y="3222"/>
                  </a:lnTo>
                  <a:close/>
                  <a:moveTo>
                    <a:pt x="10806" y="19185"/>
                  </a:moveTo>
                  <a:cubicBezTo>
                    <a:pt x="11572" y="19185"/>
                    <a:pt x="12299" y="19002"/>
                    <a:pt x="12987" y="18650"/>
                  </a:cubicBezTo>
                  <a:cubicBezTo>
                    <a:pt x="13672" y="18294"/>
                    <a:pt x="14270" y="17810"/>
                    <a:pt x="14774" y="17196"/>
                  </a:cubicBezTo>
                  <a:cubicBezTo>
                    <a:pt x="15278" y="16582"/>
                    <a:pt x="15677" y="15862"/>
                    <a:pt x="15974" y="15048"/>
                  </a:cubicBezTo>
                  <a:cubicBezTo>
                    <a:pt x="16270" y="14234"/>
                    <a:pt x="16419" y="13356"/>
                    <a:pt x="16419" y="12421"/>
                  </a:cubicBezTo>
                  <a:cubicBezTo>
                    <a:pt x="16419" y="11499"/>
                    <a:pt x="16270" y="10623"/>
                    <a:pt x="15974" y="9795"/>
                  </a:cubicBezTo>
                  <a:cubicBezTo>
                    <a:pt x="15677" y="8966"/>
                    <a:pt x="15278" y="8249"/>
                    <a:pt x="14774" y="7644"/>
                  </a:cubicBezTo>
                  <a:cubicBezTo>
                    <a:pt x="14270" y="7036"/>
                    <a:pt x="13672" y="6557"/>
                    <a:pt x="12987" y="6199"/>
                  </a:cubicBezTo>
                  <a:cubicBezTo>
                    <a:pt x="12299" y="5843"/>
                    <a:pt x="11572" y="5667"/>
                    <a:pt x="10806" y="5667"/>
                  </a:cubicBezTo>
                  <a:cubicBezTo>
                    <a:pt x="10039" y="5667"/>
                    <a:pt x="9312" y="5846"/>
                    <a:pt x="8619" y="6199"/>
                  </a:cubicBezTo>
                  <a:cubicBezTo>
                    <a:pt x="7929" y="6557"/>
                    <a:pt x="7332" y="7036"/>
                    <a:pt x="6827" y="7644"/>
                  </a:cubicBezTo>
                  <a:cubicBezTo>
                    <a:pt x="6323" y="8249"/>
                    <a:pt x="5922" y="8963"/>
                    <a:pt x="5625" y="9789"/>
                  </a:cubicBezTo>
                  <a:cubicBezTo>
                    <a:pt x="5329" y="10612"/>
                    <a:pt x="5180" y="11490"/>
                    <a:pt x="5180" y="12421"/>
                  </a:cubicBezTo>
                  <a:cubicBezTo>
                    <a:pt x="5180" y="13356"/>
                    <a:pt x="5329" y="14234"/>
                    <a:pt x="5625" y="15048"/>
                  </a:cubicBezTo>
                  <a:cubicBezTo>
                    <a:pt x="5922" y="15862"/>
                    <a:pt x="6323" y="16582"/>
                    <a:pt x="6827" y="17196"/>
                  </a:cubicBezTo>
                  <a:cubicBezTo>
                    <a:pt x="7332" y="17810"/>
                    <a:pt x="7929" y="18294"/>
                    <a:pt x="8619" y="18650"/>
                  </a:cubicBezTo>
                  <a:cubicBezTo>
                    <a:pt x="9312" y="19005"/>
                    <a:pt x="10039" y="19185"/>
                    <a:pt x="10806" y="19185"/>
                  </a:cubicBezTo>
                  <a:moveTo>
                    <a:pt x="10806" y="7832"/>
                  </a:moveTo>
                  <a:cubicBezTo>
                    <a:pt x="11337" y="7832"/>
                    <a:pt x="11834" y="7953"/>
                    <a:pt x="12294" y="8191"/>
                  </a:cubicBezTo>
                  <a:cubicBezTo>
                    <a:pt x="12754" y="8432"/>
                    <a:pt x="13158" y="8755"/>
                    <a:pt x="13501" y="9169"/>
                  </a:cubicBezTo>
                  <a:cubicBezTo>
                    <a:pt x="13846" y="9583"/>
                    <a:pt x="14118" y="10068"/>
                    <a:pt x="14316" y="10623"/>
                  </a:cubicBezTo>
                  <a:cubicBezTo>
                    <a:pt x="14515" y="11184"/>
                    <a:pt x="14615" y="11781"/>
                    <a:pt x="14615" y="12421"/>
                  </a:cubicBezTo>
                  <a:cubicBezTo>
                    <a:pt x="14615" y="13056"/>
                    <a:pt x="14515" y="13649"/>
                    <a:pt x="14316" y="14205"/>
                  </a:cubicBezTo>
                  <a:cubicBezTo>
                    <a:pt x="14118" y="14757"/>
                    <a:pt x="13846" y="15245"/>
                    <a:pt x="13501" y="15668"/>
                  </a:cubicBezTo>
                  <a:cubicBezTo>
                    <a:pt x="13158" y="16091"/>
                    <a:pt x="12752" y="16420"/>
                    <a:pt x="12289" y="16661"/>
                  </a:cubicBezTo>
                  <a:cubicBezTo>
                    <a:pt x="11824" y="16899"/>
                    <a:pt x="11330" y="17016"/>
                    <a:pt x="10806" y="17016"/>
                  </a:cubicBezTo>
                  <a:cubicBezTo>
                    <a:pt x="10274" y="17016"/>
                    <a:pt x="9777" y="16899"/>
                    <a:pt x="9312" y="16661"/>
                  </a:cubicBezTo>
                  <a:cubicBezTo>
                    <a:pt x="8847" y="16420"/>
                    <a:pt x="8443" y="16091"/>
                    <a:pt x="8100" y="15668"/>
                  </a:cubicBezTo>
                  <a:cubicBezTo>
                    <a:pt x="7755" y="15245"/>
                    <a:pt x="7483" y="14754"/>
                    <a:pt x="7285" y="14199"/>
                  </a:cubicBezTo>
                  <a:cubicBezTo>
                    <a:pt x="7084" y="13641"/>
                    <a:pt x="6984" y="13044"/>
                    <a:pt x="6984" y="12421"/>
                  </a:cubicBezTo>
                  <a:cubicBezTo>
                    <a:pt x="6984" y="11781"/>
                    <a:pt x="7084" y="11184"/>
                    <a:pt x="7285" y="10623"/>
                  </a:cubicBezTo>
                  <a:cubicBezTo>
                    <a:pt x="7483" y="10068"/>
                    <a:pt x="7755" y="9583"/>
                    <a:pt x="8100" y="9169"/>
                  </a:cubicBezTo>
                  <a:cubicBezTo>
                    <a:pt x="8443" y="8755"/>
                    <a:pt x="8847" y="8431"/>
                    <a:pt x="9312" y="8191"/>
                  </a:cubicBezTo>
                  <a:cubicBezTo>
                    <a:pt x="9777" y="7953"/>
                    <a:pt x="10274" y="7832"/>
                    <a:pt x="10806" y="7832"/>
                  </a:cubicBezTo>
                </a:path>
              </a:pathLst>
            </a:custGeom>
            <a:solidFill>
              <a:schemeClr val="tx1">
                <a:lumMod val="50000"/>
                <a:lumOff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schemeClr val="lt1"/>
                </a:solidFill>
                <a:latin typeface="+mn-lt"/>
                <a:ea typeface="+mn-ea"/>
              </a:endParaRPr>
            </a:p>
          </p:txBody>
        </p:sp>
      </p:grpSp>
      <p:grpSp>
        <p:nvGrpSpPr>
          <p:cNvPr id="34" name="Group 22"/>
          <p:cNvGrpSpPr/>
          <p:nvPr userDrawn="1"/>
        </p:nvGrpSpPr>
        <p:grpSpPr bwMode="auto">
          <a:xfrm>
            <a:off x="11311148" y="6070822"/>
            <a:ext cx="380048" cy="380121"/>
            <a:chOff x="0" y="0"/>
            <a:chExt cx="965499" cy="965499"/>
          </a:xfrm>
        </p:grpSpPr>
        <p:sp>
          <p:nvSpPr>
            <p:cNvPr id="35" name="AutoShape 23"/>
            <p:cNvSpPr/>
            <p:nvPr/>
          </p:nvSpPr>
          <p:spPr bwMode="auto">
            <a:xfrm>
              <a:off x="0" y="0"/>
              <a:ext cx="965499" cy="965499"/>
            </a:xfrm>
            <a:custGeom>
              <a:avLst/>
              <a:gdLst>
                <a:gd name="T0" fmla="*/ 482725 w 19679"/>
                <a:gd name="T1" fmla="*/ 529874 h 19679"/>
                <a:gd name="T2" fmla="*/ 482725 w 19679"/>
                <a:gd name="T3" fmla="*/ 529874 h 19679"/>
                <a:gd name="T4" fmla="*/ 482725 w 19679"/>
                <a:gd name="T5" fmla="*/ 529874 h 19679"/>
                <a:gd name="T6" fmla="*/ 482725 w 19679"/>
                <a:gd name="T7" fmla="*/ 529874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8" y="6724"/>
                    <a:pt x="20638" y="12953"/>
                    <a:pt x="16796" y="16796"/>
                  </a:cubicBezTo>
                  <a:cubicBezTo>
                    <a:pt x="12953" y="20639"/>
                    <a:pt x="6724" y="20639"/>
                    <a:pt x="2881" y="16796"/>
                  </a:cubicBezTo>
                  <a:cubicBezTo>
                    <a:pt x="-961" y="12953"/>
                    <a:pt x="-961" y="6724"/>
                    <a:pt x="2881" y="2881"/>
                  </a:cubicBezTo>
                  <a:cubicBezTo>
                    <a:pt x="6724" y="-961"/>
                    <a:pt x="12953" y="-961"/>
                    <a:pt x="16796" y="2881"/>
                  </a:cubicBezTo>
                  <a:close/>
                </a:path>
              </a:pathLst>
            </a:custGeom>
            <a:gradFill>
              <a:gsLst>
                <a:gs pos="0">
                  <a:schemeClr val="bg1"/>
                </a:gs>
                <a:gs pos="51000">
                  <a:schemeClr val="bg1">
                    <a:lumMod val="95000"/>
                  </a:schemeClr>
                </a:gs>
                <a:gs pos="100000">
                  <a:schemeClr val="bg1">
                    <a:lumMod val="75000"/>
                  </a:schemeClr>
                </a:gs>
              </a:gsLst>
              <a:lin ang="18900000" scaled="0"/>
            </a:gradFill>
            <a:ln>
              <a:noFill/>
            </a:ln>
            <a:effectLst>
              <a:outerShdw blurRad="88900" dist="38100" dir="7680000" algn="tl" rotWithShape="0">
                <a:prstClr val="black">
                  <a:alpha val="3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schemeClr val="lt1"/>
                </a:solidFill>
                <a:latin typeface="+mn-lt"/>
                <a:ea typeface="+mn-ea"/>
              </a:endParaRPr>
            </a:p>
          </p:txBody>
        </p:sp>
        <p:sp>
          <p:nvSpPr>
            <p:cNvPr id="36" name="AutoShape 24"/>
            <p:cNvSpPr/>
            <p:nvPr/>
          </p:nvSpPr>
          <p:spPr bwMode="auto">
            <a:xfrm>
              <a:off x="293617" y="331589"/>
              <a:ext cx="380408" cy="296161"/>
            </a:xfrm>
            <a:custGeom>
              <a:avLst/>
              <a:gdLst>
                <a:gd name="T0" fmla="*/ 190204 w 21600"/>
                <a:gd name="T1" fmla="*/ 148081 h 21600"/>
                <a:gd name="T2" fmla="*/ 190204 w 21600"/>
                <a:gd name="T3" fmla="*/ 148081 h 21600"/>
                <a:gd name="T4" fmla="*/ 190204 w 21600"/>
                <a:gd name="T5" fmla="*/ 148081 h 21600"/>
                <a:gd name="T6" fmla="*/ 190204 w 21600"/>
                <a:gd name="T7" fmla="*/ 148081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0782" y="15633"/>
                  </a:moveTo>
                  <a:cubicBezTo>
                    <a:pt x="11211" y="15633"/>
                    <a:pt x="11622" y="15565"/>
                    <a:pt x="12011" y="15416"/>
                  </a:cubicBezTo>
                  <a:cubicBezTo>
                    <a:pt x="12403" y="15272"/>
                    <a:pt x="12778" y="15084"/>
                    <a:pt x="13138" y="14855"/>
                  </a:cubicBezTo>
                  <a:cubicBezTo>
                    <a:pt x="13498" y="14626"/>
                    <a:pt x="13845" y="14361"/>
                    <a:pt x="14181" y="14073"/>
                  </a:cubicBezTo>
                  <a:cubicBezTo>
                    <a:pt x="14516" y="13774"/>
                    <a:pt x="14844" y="13471"/>
                    <a:pt x="15168" y="13160"/>
                  </a:cubicBezTo>
                  <a:cubicBezTo>
                    <a:pt x="16142" y="12226"/>
                    <a:pt x="17126" y="11306"/>
                    <a:pt x="18120" y="10410"/>
                  </a:cubicBezTo>
                  <a:cubicBezTo>
                    <a:pt x="19112" y="9515"/>
                    <a:pt x="20113" y="8616"/>
                    <a:pt x="21120" y="7714"/>
                  </a:cubicBezTo>
                  <a:cubicBezTo>
                    <a:pt x="21198" y="7640"/>
                    <a:pt x="21279" y="7570"/>
                    <a:pt x="21360" y="7496"/>
                  </a:cubicBezTo>
                  <a:cubicBezTo>
                    <a:pt x="21443" y="7429"/>
                    <a:pt x="21524" y="7347"/>
                    <a:pt x="21600" y="7250"/>
                  </a:cubicBezTo>
                  <a:lnTo>
                    <a:pt x="21600" y="19981"/>
                  </a:lnTo>
                  <a:cubicBezTo>
                    <a:pt x="21600" y="20416"/>
                    <a:pt x="21470" y="20800"/>
                    <a:pt x="21208" y="21118"/>
                  </a:cubicBezTo>
                  <a:cubicBezTo>
                    <a:pt x="20946" y="21438"/>
                    <a:pt x="20632" y="21600"/>
                    <a:pt x="20265" y="21600"/>
                  </a:cubicBezTo>
                  <a:lnTo>
                    <a:pt x="1346" y="21600"/>
                  </a:lnTo>
                  <a:cubicBezTo>
                    <a:pt x="979" y="21600"/>
                    <a:pt x="663" y="21438"/>
                    <a:pt x="396" y="21118"/>
                  </a:cubicBezTo>
                  <a:cubicBezTo>
                    <a:pt x="132" y="20803"/>
                    <a:pt x="0" y="20419"/>
                    <a:pt x="0" y="19981"/>
                  </a:cubicBezTo>
                  <a:lnTo>
                    <a:pt x="0" y="7250"/>
                  </a:lnTo>
                  <a:cubicBezTo>
                    <a:pt x="75" y="7347"/>
                    <a:pt x="156" y="7429"/>
                    <a:pt x="239" y="7496"/>
                  </a:cubicBezTo>
                  <a:cubicBezTo>
                    <a:pt x="320" y="7570"/>
                    <a:pt x="401" y="7640"/>
                    <a:pt x="479" y="7714"/>
                  </a:cubicBezTo>
                  <a:cubicBezTo>
                    <a:pt x="1488" y="8616"/>
                    <a:pt x="2487" y="9514"/>
                    <a:pt x="3481" y="10410"/>
                  </a:cubicBezTo>
                  <a:cubicBezTo>
                    <a:pt x="4473" y="11306"/>
                    <a:pt x="5457" y="12223"/>
                    <a:pt x="6434" y="13160"/>
                  </a:cubicBezTo>
                  <a:cubicBezTo>
                    <a:pt x="6738" y="13454"/>
                    <a:pt x="7058" y="13744"/>
                    <a:pt x="7394" y="14038"/>
                  </a:cubicBezTo>
                  <a:cubicBezTo>
                    <a:pt x="7729" y="14338"/>
                    <a:pt x="8079" y="14599"/>
                    <a:pt x="8437" y="14840"/>
                  </a:cubicBezTo>
                  <a:cubicBezTo>
                    <a:pt x="8797" y="15075"/>
                    <a:pt x="9174" y="15269"/>
                    <a:pt x="9568" y="15413"/>
                  </a:cubicBezTo>
                  <a:cubicBezTo>
                    <a:pt x="9965" y="15563"/>
                    <a:pt x="10371" y="15633"/>
                    <a:pt x="10782" y="15633"/>
                  </a:cubicBezTo>
                  <a:moveTo>
                    <a:pt x="10782" y="12413"/>
                  </a:moveTo>
                  <a:cubicBezTo>
                    <a:pt x="10540" y="12413"/>
                    <a:pt x="10278" y="12334"/>
                    <a:pt x="9996" y="12167"/>
                  </a:cubicBezTo>
                  <a:cubicBezTo>
                    <a:pt x="9715" y="12005"/>
                    <a:pt x="9441" y="11806"/>
                    <a:pt x="9171" y="11576"/>
                  </a:cubicBezTo>
                  <a:cubicBezTo>
                    <a:pt x="8900" y="11347"/>
                    <a:pt x="8638" y="11106"/>
                    <a:pt x="8380" y="10854"/>
                  </a:cubicBezTo>
                  <a:cubicBezTo>
                    <a:pt x="8121" y="10601"/>
                    <a:pt x="7896" y="10390"/>
                    <a:pt x="7700" y="10222"/>
                  </a:cubicBezTo>
                  <a:cubicBezTo>
                    <a:pt x="6752" y="9356"/>
                    <a:pt x="5819" y="8507"/>
                    <a:pt x="4891" y="7664"/>
                  </a:cubicBezTo>
                  <a:cubicBezTo>
                    <a:pt x="3966" y="6815"/>
                    <a:pt x="3023" y="5960"/>
                    <a:pt x="2061" y="5087"/>
                  </a:cubicBezTo>
                  <a:cubicBezTo>
                    <a:pt x="1882" y="4920"/>
                    <a:pt x="1672" y="4691"/>
                    <a:pt x="1434" y="4406"/>
                  </a:cubicBezTo>
                  <a:cubicBezTo>
                    <a:pt x="1194" y="4118"/>
                    <a:pt x="974" y="3804"/>
                    <a:pt x="766" y="3460"/>
                  </a:cubicBezTo>
                  <a:cubicBezTo>
                    <a:pt x="560" y="3110"/>
                    <a:pt x="384" y="2761"/>
                    <a:pt x="239" y="2405"/>
                  </a:cubicBezTo>
                  <a:cubicBezTo>
                    <a:pt x="95" y="2050"/>
                    <a:pt x="22" y="1724"/>
                    <a:pt x="22" y="1436"/>
                  </a:cubicBezTo>
                  <a:cubicBezTo>
                    <a:pt x="22" y="1051"/>
                    <a:pt x="164" y="713"/>
                    <a:pt x="443" y="425"/>
                  </a:cubicBezTo>
                  <a:cubicBezTo>
                    <a:pt x="727" y="143"/>
                    <a:pt x="1025" y="0"/>
                    <a:pt x="1346" y="0"/>
                  </a:cubicBezTo>
                  <a:lnTo>
                    <a:pt x="20265" y="0"/>
                  </a:lnTo>
                  <a:cubicBezTo>
                    <a:pt x="20583" y="0"/>
                    <a:pt x="20882" y="143"/>
                    <a:pt x="21161" y="425"/>
                  </a:cubicBezTo>
                  <a:cubicBezTo>
                    <a:pt x="21438" y="713"/>
                    <a:pt x="21577" y="1051"/>
                    <a:pt x="21577" y="1436"/>
                  </a:cubicBezTo>
                  <a:cubicBezTo>
                    <a:pt x="21577" y="1724"/>
                    <a:pt x="21504" y="2050"/>
                    <a:pt x="21360" y="2405"/>
                  </a:cubicBezTo>
                  <a:cubicBezTo>
                    <a:pt x="21215" y="2761"/>
                    <a:pt x="21039" y="3110"/>
                    <a:pt x="20833" y="3460"/>
                  </a:cubicBezTo>
                  <a:cubicBezTo>
                    <a:pt x="20627" y="3804"/>
                    <a:pt x="20402" y="4121"/>
                    <a:pt x="20165" y="4406"/>
                  </a:cubicBezTo>
                  <a:cubicBezTo>
                    <a:pt x="19927" y="4691"/>
                    <a:pt x="19717" y="4923"/>
                    <a:pt x="19538" y="5087"/>
                  </a:cubicBezTo>
                  <a:cubicBezTo>
                    <a:pt x="18578" y="5948"/>
                    <a:pt x="17633" y="6803"/>
                    <a:pt x="16708" y="7652"/>
                  </a:cubicBezTo>
                  <a:cubicBezTo>
                    <a:pt x="15782" y="8501"/>
                    <a:pt x="14844" y="9356"/>
                    <a:pt x="13899" y="10222"/>
                  </a:cubicBezTo>
                  <a:cubicBezTo>
                    <a:pt x="13703" y="10390"/>
                    <a:pt x="13481" y="10601"/>
                    <a:pt x="13226" y="10854"/>
                  </a:cubicBezTo>
                  <a:cubicBezTo>
                    <a:pt x="12971" y="11106"/>
                    <a:pt x="12709" y="11347"/>
                    <a:pt x="12435" y="11576"/>
                  </a:cubicBezTo>
                  <a:cubicBezTo>
                    <a:pt x="12161" y="11806"/>
                    <a:pt x="11884" y="12005"/>
                    <a:pt x="11603" y="12167"/>
                  </a:cubicBezTo>
                  <a:cubicBezTo>
                    <a:pt x="11321" y="12334"/>
                    <a:pt x="11064" y="12413"/>
                    <a:pt x="10829" y="12413"/>
                  </a:cubicBezTo>
                  <a:lnTo>
                    <a:pt x="10804" y="12413"/>
                  </a:lnTo>
                  <a:lnTo>
                    <a:pt x="10782" y="12413"/>
                  </a:lnTo>
                  <a:close/>
                </a:path>
              </a:pathLst>
            </a:custGeom>
            <a:solidFill>
              <a:schemeClr val="tx1">
                <a:lumMod val="50000"/>
                <a:lumOff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schemeClr val="lt1"/>
                </a:solidFill>
                <a:latin typeface="+mn-lt"/>
                <a:ea typeface="+mn-ea"/>
              </a:endParaRPr>
            </a:p>
          </p:txBody>
        </p:sp>
      </p:grpSp>
      <p:sp>
        <p:nvSpPr>
          <p:cNvPr id="37" name="任意多边形: 形状 28"/>
          <p:cNvSpPr/>
          <p:nvPr userDrawn="1"/>
        </p:nvSpPr>
        <p:spPr>
          <a:xfrm>
            <a:off x="-7619" y="6662481"/>
            <a:ext cx="11207209" cy="192000"/>
          </a:xfrm>
          <a:custGeom>
            <a:avLst/>
            <a:gdLst>
              <a:gd name="connsiteX0" fmla="*/ 0 w 8405407"/>
              <a:gd name="connsiteY0" fmla="*/ 0 h 152400"/>
              <a:gd name="connsiteX1" fmla="*/ 8405407 w 8405407"/>
              <a:gd name="connsiteY1" fmla="*/ 0 h 152400"/>
              <a:gd name="connsiteX2" fmla="*/ 8294166 w 8405407"/>
              <a:gd name="connsiteY2" fmla="*/ 152400 h 152400"/>
              <a:gd name="connsiteX3" fmla="*/ 0 w 8405407"/>
              <a:gd name="connsiteY3" fmla="*/ 152400 h 152400"/>
            </a:gdLst>
            <a:ahLst/>
            <a:cxnLst>
              <a:cxn ang="0">
                <a:pos x="connsiteX0" y="connsiteY0"/>
              </a:cxn>
              <a:cxn ang="0">
                <a:pos x="connsiteX1" y="connsiteY1"/>
              </a:cxn>
              <a:cxn ang="0">
                <a:pos x="connsiteX2" y="connsiteY2"/>
              </a:cxn>
              <a:cxn ang="0">
                <a:pos x="connsiteX3" y="connsiteY3"/>
              </a:cxn>
            </a:cxnLst>
            <a:rect l="l" t="t" r="r" b="b"/>
            <a:pathLst>
              <a:path w="8405407" h="152400">
                <a:moveTo>
                  <a:pt x="0" y="0"/>
                </a:moveTo>
                <a:lnTo>
                  <a:pt x="8405407" y="0"/>
                </a:lnTo>
                <a:lnTo>
                  <a:pt x="8294166" y="152400"/>
                </a:lnTo>
                <a:lnTo>
                  <a:pt x="0" y="152400"/>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p>
        </p:txBody>
      </p:sp>
      <p:sp>
        <p:nvSpPr>
          <p:cNvPr id="38" name="任意多边形: 形状 27"/>
          <p:cNvSpPr/>
          <p:nvPr userDrawn="1"/>
        </p:nvSpPr>
        <p:spPr>
          <a:xfrm flipH="1" flipV="1">
            <a:off x="11219155" y="6662481"/>
            <a:ext cx="972527" cy="192000"/>
          </a:xfrm>
          <a:custGeom>
            <a:avLst/>
            <a:gdLst>
              <a:gd name="connsiteX0" fmla="*/ 618154 w 729395"/>
              <a:gd name="connsiteY0" fmla="*/ 152400 h 152400"/>
              <a:gd name="connsiteX1" fmla="*/ 0 w 729395"/>
              <a:gd name="connsiteY1" fmla="*/ 152400 h 152400"/>
              <a:gd name="connsiteX2" fmla="*/ 0 w 729395"/>
              <a:gd name="connsiteY2" fmla="*/ 0 h 152400"/>
              <a:gd name="connsiteX3" fmla="*/ 729395 w 729395"/>
              <a:gd name="connsiteY3" fmla="*/ 0 h 152400"/>
            </a:gdLst>
            <a:ahLst/>
            <a:cxnLst>
              <a:cxn ang="0">
                <a:pos x="connsiteX0" y="connsiteY0"/>
              </a:cxn>
              <a:cxn ang="0">
                <a:pos x="connsiteX1" y="connsiteY1"/>
              </a:cxn>
              <a:cxn ang="0">
                <a:pos x="connsiteX2" y="connsiteY2"/>
              </a:cxn>
              <a:cxn ang="0">
                <a:pos x="connsiteX3" y="connsiteY3"/>
              </a:cxn>
            </a:cxnLst>
            <a:rect l="l" t="t" r="r" b="b"/>
            <a:pathLst>
              <a:path w="729395" h="152400">
                <a:moveTo>
                  <a:pt x="618154" y="152400"/>
                </a:moveTo>
                <a:lnTo>
                  <a:pt x="0" y="152400"/>
                </a:lnTo>
                <a:lnTo>
                  <a:pt x="0" y="0"/>
                </a:lnTo>
                <a:lnTo>
                  <a:pt x="729395" y="0"/>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p>
        </p:txBody>
      </p:sp>
      <p:sp>
        <p:nvSpPr>
          <p:cNvPr id="3" name="副标题 2"/>
          <p:cNvSpPr>
            <a:spLocks noGrp="1"/>
          </p:cNvSpPr>
          <p:nvPr>
            <p:ph type="subTitle" idx="1" hasCustomPrompt="1"/>
            <p:custDataLst>
              <p:tags r:id="rId2"/>
            </p:custDataLst>
          </p:nvPr>
        </p:nvSpPr>
        <p:spPr>
          <a:xfrm>
            <a:off x="1198880" y="3878580"/>
            <a:ext cx="9799320" cy="1154430"/>
          </a:xfrm>
        </p:spPr>
        <p:txBody>
          <a:bodyPr lIns="90000" tIns="46800" rIns="90000" bIns="46800">
            <a:normAutofit/>
          </a:bodyPr>
          <a:lstStyle>
            <a:lvl1pPr marL="0" indent="0" algn="ctr" eaLnBrk="1" fontAlgn="auto" latinLnBrk="0" hangingPunct="1">
              <a:lnSpc>
                <a:spcPct val="110000"/>
              </a:lnSpc>
              <a:buNone/>
              <a:defRPr sz="2800" b="1" u="none" strike="noStrike" kern="1200" cap="none" spc="200" normalizeH="0" baseline="0">
                <a:solidFill>
                  <a:schemeClr val="tx1">
                    <a:lumMod val="75000"/>
                    <a:lumOff val="25000"/>
                  </a:schemeClr>
                </a:solidFill>
                <a:uFillTx/>
                <a:latin typeface="仿宋" panose="02010609060101010101" charset="-122"/>
                <a:ea typeface="仿宋" panose="02010609060101010101"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p>
        </p:txBody>
      </p:sp>
    </p:spTree>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1076395" y="114370"/>
            <a:ext cx="10969200" cy="705600"/>
          </a:xfrm>
        </p:spPr>
        <p:txBody>
          <a:bodyPr vert="horz" lIns="90000" tIns="46800" rIns="90000" bIns="46800" rtlCol="0" anchor="ctr" anchorCtr="0">
            <a:normAutofit/>
          </a:bodyPr>
          <a:lstStyle>
            <a:lvl1pPr marL="0" marR="0" algn="l" defTabSz="914400" rtl="0" eaLnBrk="1" fontAlgn="auto" latinLnBrk="0" hangingPunct="1">
              <a:lnSpc>
                <a:spcPct val="100000"/>
              </a:lnSpc>
              <a:buNone/>
              <a:defRPr kumimoji="0" lang="zh-CN" altLang="en-US" sz="3200" b="1" i="0" u="none" strike="noStrike" kern="1200" cap="none" spc="300" normalizeH="0" baseline="0" noProof="1" dirty="0">
                <a:solidFill>
                  <a:schemeClr val="accent1">
                    <a:lumMod val="7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内容占位符 2"/>
          <p:cNvSpPr>
            <a:spLocks noGrp="1"/>
          </p:cNvSpPr>
          <p:nvPr>
            <p:ph idx="1" hasCustomPrompt="1"/>
            <p:custDataLst>
              <p:tags r:id="rId2"/>
            </p:custDataLst>
          </p:nvPr>
        </p:nvSpPr>
        <p:spPr>
          <a:xfrm>
            <a:off x="608330" y="1227455"/>
            <a:ext cx="10968990" cy="5022215"/>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
                <a:srgbClr val="2094CE"/>
              </a:buClr>
              <a:buSzPct val="80000"/>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Clr>
                <a:srgbClr val="FF9800"/>
              </a:buClr>
              <a:buSzPct val="90000"/>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 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9" name="任意多边形: 形状 28"/>
          <p:cNvSpPr/>
          <p:nvPr userDrawn="1"/>
        </p:nvSpPr>
        <p:spPr>
          <a:xfrm>
            <a:off x="-3650" y="6666997"/>
            <a:ext cx="11207209" cy="192000"/>
          </a:xfrm>
          <a:custGeom>
            <a:avLst/>
            <a:gdLst>
              <a:gd name="connsiteX0" fmla="*/ 0 w 8405407"/>
              <a:gd name="connsiteY0" fmla="*/ 0 h 152400"/>
              <a:gd name="connsiteX1" fmla="*/ 8405407 w 8405407"/>
              <a:gd name="connsiteY1" fmla="*/ 0 h 152400"/>
              <a:gd name="connsiteX2" fmla="*/ 8294166 w 8405407"/>
              <a:gd name="connsiteY2" fmla="*/ 152400 h 152400"/>
              <a:gd name="connsiteX3" fmla="*/ 0 w 8405407"/>
              <a:gd name="connsiteY3" fmla="*/ 152400 h 152400"/>
            </a:gdLst>
            <a:ahLst/>
            <a:cxnLst>
              <a:cxn ang="0">
                <a:pos x="connsiteX0" y="connsiteY0"/>
              </a:cxn>
              <a:cxn ang="0">
                <a:pos x="connsiteX1" y="connsiteY1"/>
              </a:cxn>
              <a:cxn ang="0">
                <a:pos x="connsiteX2" y="connsiteY2"/>
              </a:cxn>
              <a:cxn ang="0">
                <a:pos x="connsiteX3" y="connsiteY3"/>
              </a:cxn>
            </a:cxnLst>
            <a:rect l="l" t="t" r="r" b="b"/>
            <a:pathLst>
              <a:path w="8405407" h="152400">
                <a:moveTo>
                  <a:pt x="0" y="0"/>
                </a:moveTo>
                <a:lnTo>
                  <a:pt x="8405407" y="0"/>
                </a:lnTo>
                <a:lnTo>
                  <a:pt x="8294166" y="152400"/>
                </a:lnTo>
                <a:lnTo>
                  <a:pt x="0" y="152400"/>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p>
        </p:txBody>
      </p:sp>
      <p:sp>
        <p:nvSpPr>
          <p:cNvPr id="28" name="任意多边形: 形状 27"/>
          <p:cNvSpPr/>
          <p:nvPr userDrawn="1"/>
        </p:nvSpPr>
        <p:spPr>
          <a:xfrm flipH="1" flipV="1">
            <a:off x="11223124" y="6666997"/>
            <a:ext cx="972527" cy="192000"/>
          </a:xfrm>
          <a:custGeom>
            <a:avLst/>
            <a:gdLst>
              <a:gd name="connsiteX0" fmla="*/ 618154 w 729395"/>
              <a:gd name="connsiteY0" fmla="*/ 152400 h 152400"/>
              <a:gd name="connsiteX1" fmla="*/ 0 w 729395"/>
              <a:gd name="connsiteY1" fmla="*/ 152400 h 152400"/>
              <a:gd name="connsiteX2" fmla="*/ 0 w 729395"/>
              <a:gd name="connsiteY2" fmla="*/ 0 h 152400"/>
              <a:gd name="connsiteX3" fmla="*/ 729395 w 729395"/>
              <a:gd name="connsiteY3" fmla="*/ 0 h 152400"/>
            </a:gdLst>
            <a:ahLst/>
            <a:cxnLst>
              <a:cxn ang="0">
                <a:pos x="connsiteX0" y="connsiteY0"/>
              </a:cxn>
              <a:cxn ang="0">
                <a:pos x="connsiteX1" y="connsiteY1"/>
              </a:cxn>
              <a:cxn ang="0">
                <a:pos x="connsiteX2" y="connsiteY2"/>
              </a:cxn>
              <a:cxn ang="0">
                <a:pos x="connsiteX3" y="connsiteY3"/>
              </a:cxn>
            </a:cxnLst>
            <a:rect l="l" t="t" r="r" b="b"/>
            <a:pathLst>
              <a:path w="729395" h="152400">
                <a:moveTo>
                  <a:pt x="618154" y="152400"/>
                </a:moveTo>
                <a:lnTo>
                  <a:pt x="0" y="152400"/>
                </a:lnTo>
                <a:lnTo>
                  <a:pt x="0" y="0"/>
                </a:lnTo>
                <a:lnTo>
                  <a:pt x="729395" y="0"/>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p>
        </p:txBody>
      </p:sp>
      <p:cxnSp>
        <p:nvCxnSpPr>
          <p:cNvPr id="22" name="直接连接符 21"/>
          <p:cNvCxnSpPr/>
          <p:nvPr userDrawn="1"/>
        </p:nvCxnSpPr>
        <p:spPr>
          <a:xfrm>
            <a:off x="1003784" y="807477"/>
            <a:ext cx="10199776"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userDrawn="1"/>
        </p:nvSpPr>
        <p:spPr>
          <a:xfrm>
            <a:off x="331470" y="250825"/>
            <a:ext cx="431800" cy="431800"/>
          </a:xfrm>
          <a:prstGeom prst="rect">
            <a:avLst/>
          </a:prstGeom>
          <a:noFill/>
          <a:ln w="12700" cmpd="sng">
            <a:solidFill>
              <a:schemeClr val="accent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p>
        </p:txBody>
      </p:sp>
      <p:sp>
        <p:nvSpPr>
          <p:cNvPr id="25" name="矩形 24"/>
          <p:cNvSpPr/>
          <p:nvPr userDrawn="1"/>
        </p:nvSpPr>
        <p:spPr>
          <a:xfrm>
            <a:off x="548005" y="450215"/>
            <a:ext cx="360045" cy="36004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p>
        </p:txBody>
      </p:sp>
    </p:spTree>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b="1" i="0" u="none" strike="noStrike" kern="1200" cap="none" spc="300" normalizeH="0" baseline="0">
                <a:solidFill>
                  <a:schemeClr val="tx1">
                    <a:lumMod val="85000"/>
                    <a:lumOff val="15000"/>
                  </a:schemeClr>
                </a:solidFill>
                <a:effectLst/>
                <a:uFillTx/>
              </a:defRPr>
            </a:lvl1pPr>
          </a:lstStyle>
          <a:p>
            <a:r>
              <a:rPr lang="zh-CN" altLang="en-US" dirty="0"/>
              <a:t>单击此处编辑标题</a:t>
            </a:r>
          </a:p>
        </p:txBody>
      </p:sp>
      <p:sp>
        <p:nvSpPr>
          <p:cNvPr id="3" name="文本占位符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eaLnBrk="1" fontAlgn="auto" latinLnBrk="0" hangingPunct="1">
              <a:lnSpc>
                <a:spcPct val="130000"/>
              </a:lnSpc>
              <a:buNone/>
              <a:defRPr kumimoji="0" lang="zh-CN" altLang="en-US" sz="1800" b="0" i="0" u="none" strike="noStrike" kern="1200" cap="none" spc="150" normalizeH="0" baseline="0" noProof="1">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2025/12/4</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内容占位符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内容占位符 3"/>
          <p:cNvSpPr>
            <a:spLocks noGrp="1"/>
          </p:cNvSpPr>
          <p:nvPr>
            <p:ph sz="half" idx="2"/>
            <p:custDataLst>
              <p:tags r:id="rId3"/>
            </p:custDataLst>
          </p:nvPr>
        </p:nvSpPr>
        <p:spPr>
          <a:xfrm>
            <a:off x="6411600" y="1501200"/>
            <a:ext cx="5176800" cy="4748400"/>
          </a:xfrm>
        </p:spPr>
        <p:txBody>
          <a:bodyPr lIns="90000" tIns="46800" rIns="90000" bIns="46800">
            <a:normAutofit/>
          </a:bodyPr>
          <a:lstStyle>
            <a:lvl1pPr marL="228600" indent="-228600" eaLnBrk="1" fontAlgn="auto" latinLnBrk="0" hangingPunct="1">
              <a:lnSpc>
                <a:spcPct val="130000"/>
              </a:lnSpc>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2pPr>
            <a:lvl3pPr marL="1143000" indent="-228600" eaLnBrk="1" fontAlgn="auto" latinLnBrk="0" hangingPunct="1">
              <a:lnSpc>
                <a:spcPct val="120000"/>
              </a:lnSpc>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3pPr>
            <a:lvl4pPr marL="1600200" indent="-228600" eaLnBrk="1" fontAlgn="auto" latinLnBrk="0" hangingPunct="1">
              <a:lnSpc>
                <a:spcPct val="120000"/>
              </a:lnSpc>
              <a:buFont typeface="Wingdings" panose="05000000000000000000" charset="0"/>
              <a:buChar char=""/>
              <a:defRPr sz="14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4pPr>
            <a:lvl5pPr eaLnBrk="1" fontAlgn="auto" latinLnBrk="0" hangingPunct="1">
              <a:lnSpc>
                <a:spcPct val="120000"/>
              </a:lnSpc>
              <a:defRPr sz="1400" u="none" strike="noStrike" kern="1200" cap="none" spc="150" normalizeH="0">
                <a:solidFill>
                  <a:schemeClr val="tx1">
                    <a:lumMod val="65000"/>
                    <a:lumOff val="3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2025/12/4</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p>
        </p:txBody>
      </p:sp>
      <p:sp>
        <p:nvSpPr>
          <p:cNvPr id="6" name="内容占位符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2025/12/4</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2025/12/4</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2025/12/4</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08330" y="1555115"/>
            <a:ext cx="5233035" cy="4608195"/>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6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defTabSz="914400" eaLnBrk="1" fontAlgn="auto" latinLnBrk="0" hangingPunct="1">
              <a:buNone/>
              <a:tabLst>
                <a:tab pos="1609725" algn="l"/>
                <a:tab pos="1609725" algn="l"/>
                <a:tab pos="1609725" algn="l"/>
                <a:tab pos="1609725" algn="l"/>
                <a:tab pos="1609725" algn="l"/>
                <a:tab pos="1609725" algn="l"/>
                <a:tab pos="1609725" algn="l"/>
                <a:tab pos="1609725" algn="l"/>
              </a:tabLst>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2pPr>
            <a:lvl3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3pPr>
            <a:lvl4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4pPr>
            <a:lvl5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5pPr>
          </a:lstStyle>
          <a:p>
            <a:pPr lvl="0"/>
            <a:r>
              <a:rPr dirty="0">
                <a:sym typeface="+mn-ea"/>
              </a:rPr>
              <a:t>单击此处编辑母版文本样式</a:t>
            </a:r>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2025/12/4</a:t>
            </a:fld>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lvl1pPr>
              <a:defRPr baseline="0"/>
            </a:lvl1pPr>
          </a:lstStyle>
          <a:p>
            <a:r>
              <a:rPr lang="zh-CN" altLang="en-US"/>
              <a:t>单击此处编辑母版标题样式</a:t>
            </a:r>
          </a:p>
        </p:txBody>
      </p:sp>
    </p:spTree>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marL="0" marR="0" lvl="0" algn="l" defTabSz="914400" rtl="0" eaLnBrk="1" fontAlgn="auto" latinLnBrk="0" hangingPunct="1">
              <a:lnSpc>
                <a:spcPct val="100000"/>
              </a:lnSpc>
              <a:spcAft>
                <a:spcPts val="0"/>
              </a:spcAft>
              <a:buNone/>
              <a:defRPr kumimoji="0" lang="zh-CN" altLang="en-US" sz="28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单击此处编辑标题</a:t>
            </a:r>
          </a:p>
        </p:txBody>
      </p:sp>
      <p:sp>
        <p:nvSpPr>
          <p:cNvPr id="3" name="竖排文字占位符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eaLnBrk="1" fontAlgn="auto" latinLnBrk="0" hangingPunct="1">
              <a:lnSpc>
                <a:spcPct val="130000"/>
              </a:lnSpc>
              <a:spcAft>
                <a:spcPts val="1000"/>
              </a:spcAft>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spcAft>
                <a:spcPts val="600"/>
              </a:spcAft>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spcAft>
                <a:spcPts val="600"/>
              </a:spcAft>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spcAft>
                <a:spcPts val="300"/>
              </a:spcAft>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spcAft>
                <a:spcPts val="300"/>
              </a:spcAft>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2025/12/4</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2025/12/4</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08400" y="774000"/>
            <a:ext cx="10972800" cy="5482800"/>
          </a:xfrm>
        </p:spPr>
        <p:txBody>
          <a:bodyPr/>
          <a:lstStyle>
            <a:lvl1pPr marL="228600" indent="-228600" eaLnBrk="1" fontAlgn="auto" latinLnBrk="0" hangingPunct="1">
              <a:lnSpc>
                <a:spcPct val="130000"/>
              </a:lnSpc>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2025/12/4</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marL="0" marR="0" algn="ctr" defTabSz="914400" rtl="0" eaLnBrk="1" fontAlgn="auto" latinLnBrk="0" hangingPunct="1">
              <a:lnSpc>
                <a:spcPct val="100000"/>
              </a:lnSpc>
              <a:buNone/>
              <a:defRPr kumimoji="0" lang="zh-CN" altLang="en-US" sz="6000" b="1" i="0" u="none" strike="noStrike" kern="1200" cap="none" spc="300" normalizeH="0" baseline="0" noProof="1" dirty="0">
                <a:solidFill>
                  <a:schemeClr val="tx1">
                    <a:lumMod val="85000"/>
                    <a:lumOff val="15000"/>
                  </a:schemeClr>
                </a:solidFill>
                <a:effectLst/>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单击此处编辑标题</a:t>
            </a:r>
          </a:p>
        </p:txBody>
      </p:sp>
      <p:sp>
        <p:nvSpPr>
          <p:cNvPr id="7" name="文本占位符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marL="0" indent="0" algn="ctr">
              <a:lnSpc>
                <a:spcPct val="110000"/>
              </a:lnSpc>
              <a:buNone/>
              <a:defRPr sz="2400" spc="200" baseline="0">
                <a:solidFill>
                  <a:schemeClr val="tx1">
                    <a:lumMod val="65000"/>
                    <a:lumOff val="35000"/>
                  </a:schemeClr>
                </a:solidFill>
              </a:defRPr>
            </a:lvl1pPr>
          </a:lstStyle>
          <a:p>
            <a:pPr lvl="0"/>
            <a:r>
              <a:rPr lang="zh-CN" altLang="en-US" dirty="0"/>
              <a:t>单击此处编辑母版文本样式</a:t>
            </a:r>
          </a:p>
        </p:txBody>
      </p:sp>
    </p:spTree>
  </p:cSld>
  <p:clrMapOvr>
    <a:masterClrMapping/>
  </p:clrMapOvr>
  <p:transition>
    <p:rand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7*#标题和内容（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731838" y="447468"/>
            <a:ext cx="10728325" cy="485982"/>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
        <p:nvSpPr>
          <p:cNvPr id="9" name="文本占位符 6"/>
          <p:cNvSpPr>
            <a:spLocks noGrp="1"/>
          </p:cNvSpPr>
          <p:nvPr>
            <p:ph type="body" sz="quarter" idx="10" hasCustomPrompt="1"/>
          </p:nvPr>
        </p:nvSpPr>
        <p:spPr>
          <a:xfrm>
            <a:off x="731838" y="1047750"/>
            <a:ext cx="10728326" cy="4879805"/>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3464383782"/>
      </p:ext>
    </p:extLst>
  </p:cSld>
  <p:clrMapOvr>
    <a:masterClrMapping/>
  </p:clrMapOvr>
  <p:extLst>
    <p:ext uri="{DCECCB84-F9BA-43D5-87BE-67443E8EF086}">
      <p15:sldGuideLst xmlns:p15="http://schemas.microsoft.com/office/powerpoint/2012/main">
        <p15:guide id="1" orient="horz" pos="595">
          <p15:clr>
            <a:srgbClr val="FBAE40"/>
          </p15:clr>
        </p15:guide>
        <p15:guide id="2" orient="horz" pos="663">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18" Type="http://schemas.openxmlformats.org/officeDocument/2006/relationships/tags" Target="../tags/tag5.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ags" Target="../tags/tag4.xml"/><Relationship Id="rId2" Type="http://schemas.openxmlformats.org/officeDocument/2006/relationships/slideLayout" Target="../slideLayouts/slideLayout2.xml"/><Relationship Id="rId16" Type="http://schemas.openxmlformats.org/officeDocument/2006/relationships/tags" Target="../tags/tag3.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2.xml"/><Relationship Id="rId10" Type="http://schemas.openxmlformats.org/officeDocument/2006/relationships/slideLayout" Target="../slideLayouts/slideLayout10.xml"/><Relationship Id="rId19" Type="http://schemas.openxmlformats.org/officeDocument/2006/relationships/tags" Target="../tags/tag6.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FFFFFF"/>
            </a:gs>
            <a:gs pos="100000">
              <a:srgbClr val="D9D9D9"/>
            </a:gs>
          </a:gsLst>
          <a:lin ang="5400000" scaled="0"/>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5"/>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16"/>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7"/>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2025/12/4</a:t>
            </a:fld>
            <a:endParaRPr lang="zh-CN" altLang="en-US"/>
          </a:p>
        </p:txBody>
      </p:sp>
      <p:sp>
        <p:nvSpPr>
          <p:cNvPr id="5" name="页脚占位符 4"/>
          <p:cNvSpPr>
            <a:spLocks noGrp="1"/>
          </p:cNvSpPr>
          <p:nvPr>
            <p:ph type="ftr" sz="quarter" idx="3"/>
            <p:custDataLst>
              <p:tags r:id="rId18"/>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Arial" panose="020B0604020202020204" pitchFamily="34" charset="0"/>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custDataLst>
              <p:tags r:id="rId19"/>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dirty="0"/>
          </a:p>
        </p:txBody>
      </p:sp>
    </p:spTree>
    <p:custDataLst>
      <p:tags r:id="rId14"/>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random/>
  </p:transition>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59.xml"/><Relationship Id="rId1" Type="http://schemas.openxmlformats.org/officeDocument/2006/relationships/tags" Target="../tags/tag58.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slideLayout" Target="../slideLayouts/slideLayout2.xml"/><Relationship Id="rId1" Type="http://schemas.openxmlformats.org/officeDocument/2006/relationships/tags" Target="../tags/tag60.xml"/></Relationships>
</file>

<file path=ppt/slides/_rels/slide4.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slideLayout" Target="../slideLayouts/slideLayout2.xml"/><Relationship Id="rId1" Type="http://schemas.openxmlformats.org/officeDocument/2006/relationships/tags" Target="../tags/tag6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6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3.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tags" Target="../tags/tag64.xml"/><Relationship Id="rId4" Type="http://schemas.openxmlformats.org/officeDocument/2006/relationships/image" Target="../media/image3.emf"/></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5.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66.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7.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8.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9.xml"/></Relationships>
</file>

<file path=ppt/slides/_rels/slide16.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slideLayout" Target="../slideLayouts/slideLayout2.xml"/><Relationship Id="rId1" Type="http://schemas.openxmlformats.org/officeDocument/2006/relationships/tags" Target="../tags/tag70.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1.xml"/></Relationships>
</file>

<file path=ppt/slides/_rels/slide1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3.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4.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75.xml"/><Relationship Id="rId5" Type="http://schemas.openxmlformats.org/officeDocument/2006/relationships/image" Target="../media/image9.emf"/><Relationship Id="rId4" Type="http://schemas.openxmlformats.org/officeDocument/2006/relationships/oleObject" Target="../embeddings/oleObject2.bin"/></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6.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7.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tags" Target="../tags/tag78.xml"/><Relationship Id="rId4" Type="http://schemas.openxmlformats.org/officeDocument/2006/relationships/image" Target="../media/image10.emf"/></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9.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tags" Target="../tags/tag80.xml"/><Relationship Id="rId4" Type="http://schemas.openxmlformats.org/officeDocument/2006/relationships/image" Target="../media/image12.emf"/></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81.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2.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slideLayout" Target="../slideLayouts/slideLayout2.xml"/><Relationship Id="rId1" Type="http://schemas.openxmlformats.org/officeDocument/2006/relationships/tags" Target="../tags/tag84.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5.xml"/></Relationships>
</file>

<file path=ppt/slides/_rels/slide37.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slideLayout" Target="../slideLayouts/slideLayout2.xml"/><Relationship Id="rId1" Type="http://schemas.openxmlformats.org/officeDocument/2006/relationships/tags" Target="../tags/tag86.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7.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8.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89.xml"/><Relationship Id="rId4" Type="http://schemas.openxmlformats.org/officeDocument/2006/relationships/image" Target="../media/image14.emf"/></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0.xml"/></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tags" Target="../tags/tag91.xml"/><Relationship Id="rId4" Type="http://schemas.openxmlformats.org/officeDocument/2006/relationships/image" Target="../media/image15.emf"/></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3.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tags" Target="../tags/tag95.xml"/><Relationship Id="rId4" Type="http://schemas.openxmlformats.org/officeDocument/2006/relationships/image" Target="../media/image16.wmf"/></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6.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7.xml"/></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tags" Target="../tags/tag98.xml"/><Relationship Id="rId4" Type="http://schemas.openxmlformats.org/officeDocument/2006/relationships/image" Target="../media/image17.emf"/></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0.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1.xml"/></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tags" Target="../tags/tag102.xml"/><Relationship Id="rId4" Type="http://schemas.openxmlformats.org/officeDocument/2006/relationships/image" Target="../media/image18.emf"/></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3.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slideLayout" Target="../slideLayouts/slideLayout2.xml"/><Relationship Id="rId1" Type="http://schemas.openxmlformats.org/officeDocument/2006/relationships/tags" Target="../tags/tag105.xml"/></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06.xml"/><Relationship Id="rId4" Type="http://schemas.openxmlformats.org/officeDocument/2006/relationships/image" Target="../media/image19.png"/></Relationships>
</file>

<file path=ppt/slides/_rels/slide6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2.xml"/><Relationship Id="rId1" Type="http://schemas.openxmlformats.org/officeDocument/2006/relationships/tags" Target="../tags/tag10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tags" Target="../tags/tag108.xml"/><Relationship Id="rId4" Type="http://schemas.openxmlformats.org/officeDocument/2006/relationships/image" Target="../media/image21.emf"/></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9.xml"/></Relationships>
</file>

<file path=ppt/slides/_rels/slide69.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0.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C1C802-8C9A-097A-DAB1-5448E9CC206F}"/>
              </a:ext>
            </a:extLst>
          </p:cNvPr>
          <p:cNvSpPr>
            <a:spLocks noGrp="1"/>
          </p:cNvSpPr>
          <p:nvPr>
            <p:ph type="title"/>
          </p:nvPr>
        </p:nvSpPr>
        <p:spPr/>
        <p:txBody>
          <a:bodyPr/>
          <a:lstStyle/>
          <a:p>
            <a:r>
              <a:rPr lang="zh-CN" altLang="en-US" dirty="0"/>
              <a:t>设备管理练习</a:t>
            </a:r>
          </a:p>
        </p:txBody>
      </p:sp>
      <p:sp>
        <p:nvSpPr>
          <p:cNvPr id="3" name="内容占位符 2">
            <a:extLst>
              <a:ext uri="{FF2B5EF4-FFF2-40B4-BE49-F238E27FC236}">
                <a16:creationId xmlns:a16="http://schemas.microsoft.com/office/drawing/2014/main" id="{F9BC1649-688F-260A-0FF0-A1092E3BAC28}"/>
              </a:ext>
            </a:extLst>
          </p:cNvPr>
          <p:cNvSpPr>
            <a:spLocks noGrp="1"/>
          </p:cNvSpPr>
          <p:nvPr>
            <p:ph idx="1"/>
          </p:nvPr>
        </p:nvSpPr>
        <p:spPr/>
        <p:txBody>
          <a:bodyPr>
            <a:normAutofit/>
          </a:bodyPr>
          <a:lstStyle/>
          <a:p>
            <a:pPr marL="0" lvl="0" indent="0" algn="just">
              <a:buNone/>
            </a:pPr>
            <a:r>
              <a:rPr lang="en-US" altLang="zh-CN" kern="100" dirty="0">
                <a:effectLst/>
                <a:latin typeface="+mn-ea"/>
                <a:ea typeface="+mn-ea"/>
                <a:cs typeface="Times New Roman" panose="02020603050405020304" pitchFamily="18" charset="0"/>
              </a:rPr>
              <a:t>1. </a:t>
            </a:r>
            <a:r>
              <a:rPr lang="zh-CN" altLang="zh-CN" kern="100" dirty="0">
                <a:effectLst/>
                <a:latin typeface="+mn-ea"/>
                <a:ea typeface="+mn-ea"/>
                <a:cs typeface="Times New Roman" panose="02020603050405020304" pitchFamily="18" charset="0"/>
              </a:rPr>
              <a:t>下列关于</a:t>
            </a:r>
            <a:r>
              <a:rPr lang="en-US" altLang="zh-CN" kern="100" dirty="0">
                <a:effectLst/>
                <a:latin typeface="+mn-ea"/>
                <a:ea typeface="+mn-ea"/>
                <a:cs typeface="Times New Roman" panose="02020603050405020304" pitchFamily="18" charset="0"/>
              </a:rPr>
              <a:t> IO </a:t>
            </a:r>
            <a:r>
              <a:rPr lang="zh-CN" altLang="zh-CN" kern="100" dirty="0">
                <a:effectLst/>
                <a:latin typeface="+mn-ea"/>
                <a:ea typeface="+mn-ea"/>
                <a:cs typeface="Times New Roman" panose="02020603050405020304" pitchFamily="18" charset="0"/>
              </a:rPr>
              <a:t>控制方式的叙述中，错误的是</a:t>
            </a:r>
            <a:r>
              <a:rPr lang="en-US" altLang="zh-CN" kern="100" dirty="0">
                <a:effectLst/>
                <a:latin typeface="+mn-ea"/>
                <a:ea typeface="+mn-ea"/>
                <a:cs typeface="Times New Roman" panose="02020603050405020304" pitchFamily="18" charset="0"/>
              </a:rPr>
              <a:t>(  )</a:t>
            </a:r>
            <a:r>
              <a:rPr lang="zh-CN" altLang="en-US" kern="100" dirty="0">
                <a:effectLst/>
                <a:latin typeface="+mn-ea"/>
                <a:ea typeface="+mn-ea"/>
                <a:cs typeface="Times New Roman" panose="02020603050405020304" pitchFamily="18" charset="0"/>
              </a:rPr>
              <a:t>。</a:t>
            </a:r>
            <a:endParaRPr lang="zh-CN" altLang="zh-CN" kern="100" dirty="0">
              <a:effectLst/>
              <a:latin typeface="+mn-ea"/>
              <a:ea typeface="+mn-ea"/>
              <a:cs typeface="Times New Roman" panose="02020603050405020304" pitchFamily="18" charset="0"/>
            </a:endParaRPr>
          </a:p>
          <a:p>
            <a:pPr marL="342900" lvl="0" indent="-342900" algn="just">
              <a:buFont typeface="+mj-lt"/>
              <a:buAutoNum type="alphaUcPeriod"/>
            </a:pPr>
            <a:r>
              <a:rPr lang="zh-CN" altLang="zh-CN" kern="100" dirty="0">
                <a:effectLst/>
                <a:latin typeface="+mn-ea"/>
                <a:ea typeface="+mn-ea"/>
                <a:cs typeface="Times New Roman" panose="02020603050405020304" pitchFamily="18" charset="0"/>
              </a:rPr>
              <a:t>查询方式下，通过</a:t>
            </a:r>
            <a:r>
              <a:rPr lang="en-US" altLang="zh-CN" kern="100" dirty="0">
                <a:effectLst/>
                <a:latin typeface="+mn-ea"/>
                <a:ea typeface="+mn-ea"/>
                <a:cs typeface="Times New Roman" panose="02020603050405020304" pitchFamily="18" charset="0"/>
              </a:rPr>
              <a:t> CPU </a:t>
            </a:r>
            <a:r>
              <a:rPr lang="zh-CN" altLang="zh-CN" kern="100" dirty="0">
                <a:effectLst/>
                <a:latin typeface="+mn-ea"/>
                <a:ea typeface="+mn-ea"/>
                <a:cs typeface="Times New Roman" panose="02020603050405020304" pitchFamily="18" charset="0"/>
              </a:rPr>
              <a:t>执行查询程序进行</a:t>
            </a:r>
            <a:r>
              <a:rPr lang="en-US" altLang="zh-CN" kern="100" dirty="0">
                <a:effectLst/>
                <a:latin typeface="+mn-ea"/>
                <a:ea typeface="+mn-ea"/>
                <a:cs typeface="Times New Roman" panose="02020603050405020304" pitchFamily="18" charset="0"/>
              </a:rPr>
              <a:t> IO </a:t>
            </a:r>
            <a:r>
              <a:rPr lang="zh-CN" altLang="zh-CN" kern="100" dirty="0">
                <a:effectLst/>
                <a:latin typeface="+mn-ea"/>
                <a:ea typeface="+mn-ea"/>
                <a:cs typeface="Times New Roman" panose="02020603050405020304" pitchFamily="18" charset="0"/>
              </a:rPr>
              <a:t>操作</a:t>
            </a:r>
          </a:p>
          <a:p>
            <a:pPr marL="342900" lvl="0" indent="-342900" algn="just">
              <a:buFont typeface="+mj-lt"/>
              <a:buAutoNum type="alphaUcPeriod"/>
            </a:pPr>
            <a:r>
              <a:rPr lang="zh-CN" altLang="zh-CN" kern="100" dirty="0">
                <a:effectLst/>
                <a:latin typeface="+mn-ea"/>
                <a:ea typeface="+mn-ea"/>
                <a:cs typeface="Times New Roman" panose="02020603050405020304" pitchFamily="18" charset="0"/>
              </a:rPr>
              <a:t>中断方式下，通过</a:t>
            </a:r>
            <a:r>
              <a:rPr lang="en-US" altLang="zh-CN" kern="100" dirty="0">
                <a:effectLst/>
                <a:latin typeface="+mn-ea"/>
                <a:ea typeface="+mn-ea"/>
                <a:cs typeface="Times New Roman" panose="02020603050405020304" pitchFamily="18" charset="0"/>
              </a:rPr>
              <a:t> CPU </a:t>
            </a:r>
            <a:r>
              <a:rPr lang="zh-CN" altLang="zh-CN" kern="100" dirty="0">
                <a:effectLst/>
                <a:latin typeface="+mn-ea"/>
                <a:ea typeface="+mn-ea"/>
                <a:cs typeface="Times New Roman" panose="02020603050405020304" pitchFamily="18" charset="0"/>
              </a:rPr>
              <a:t>执行中断服务程序进行</a:t>
            </a:r>
            <a:r>
              <a:rPr lang="en-US" altLang="zh-CN" kern="100" dirty="0">
                <a:effectLst/>
                <a:latin typeface="+mn-ea"/>
                <a:ea typeface="+mn-ea"/>
                <a:cs typeface="Times New Roman" panose="02020603050405020304" pitchFamily="18" charset="0"/>
              </a:rPr>
              <a:t> 1/O </a:t>
            </a:r>
            <a:r>
              <a:rPr lang="zh-CN" altLang="zh-CN" kern="100" dirty="0">
                <a:effectLst/>
                <a:latin typeface="+mn-ea"/>
                <a:ea typeface="+mn-ea"/>
                <a:cs typeface="Times New Roman" panose="02020603050405020304" pitchFamily="18" charset="0"/>
              </a:rPr>
              <a:t>操作</a:t>
            </a:r>
          </a:p>
          <a:p>
            <a:pPr marL="342900" lvl="0" indent="-342900" algn="just">
              <a:buFont typeface="+mj-lt"/>
              <a:buAutoNum type="alphaUcPeriod"/>
            </a:pPr>
            <a:r>
              <a:rPr lang="en-US" altLang="zh-CN" kern="100" dirty="0">
                <a:effectLst/>
                <a:latin typeface="+mn-ea"/>
                <a:ea typeface="+mn-ea"/>
                <a:cs typeface="Times New Roman" panose="02020603050405020304" pitchFamily="18" charset="0"/>
              </a:rPr>
              <a:t>DMA </a:t>
            </a:r>
            <a:r>
              <a:rPr lang="zh-CN" altLang="zh-CN" kern="100" dirty="0">
                <a:effectLst/>
                <a:latin typeface="+mn-ea"/>
                <a:ea typeface="+mn-ea"/>
                <a:cs typeface="Times New Roman" panose="02020603050405020304" pitchFamily="18" charset="0"/>
              </a:rPr>
              <a:t>方式下，通过</a:t>
            </a:r>
            <a:r>
              <a:rPr lang="en-US" altLang="zh-CN" kern="100" dirty="0">
                <a:effectLst/>
                <a:latin typeface="+mn-ea"/>
                <a:ea typeface="+mn-ea"/>
                <a:cs typeface="Times New Roman" panose="02020603050405020304" pitchFamily="18" charset="0"/>
              </a:rPr>
              <a:t> CPU </a:t>
            </a:r>
            <a:r>
              <a:rPr lang="zh-CN" altLang="zh-CN" kern="100" dirty="0">
                <a:effectLst/>
                <a:latin typeface="+mn-ea"/>
                <a:ea typeface="+mn-ea"/>
                <a:cs typeface="Times New Roman" panose="02020603050405020304" pitchFamily="18" charset="0"/>
              </a:rPr>
              <a:t>执行</a:t>
            </a:r>
            <a:r>
              <a:rPr lang="en-US" altLang="zh-CN" kern="100" dirty="0">
                <a:effectLst/>
                <a:latin typeface="+mn-ea"/>
                <a:ea typeface="+mn-ea"/>
                <a:cs typeface="Times New Roman" panose="02020603050405020304" pitchFamily="18" charset="0"/>
              </a:rPr>
              <a:t>DMA </a:t>
            </a:r>
            <a:r>
              <a:rPr lang="zh-CN" altLang="zh-CN" kern="100" dirty="0">
                <a:effectLst/>
                <a:latin typeface="+mn-ea"/>
                <a:ea typeface="+mn-ea"/>
                <a:cs typeface="Times New Roman" panose="02020603050405020304" pitchFamily="18" charset="0"/>
              </a:rPr>
              <a:t>传送程序进行</a:t>
            </a:r>
            <a:r>
              <a:rPr lang="en-US" altLang="zh-CN" kern="100" dirty="0">
                <a:effectLst/>
                <a:latin typeface="+mn-ea"/>
                <a:ea typeface="+mn-ea"/>
                <a:cs typeface="Times New Roman" panose="02020603050405020304" pitchFamily="18" charset="0"/>
              </a:rPr>
              <a:t> O </a:t>
            </a:r>
            <a:r>
              <a:rPr lang="zh-CN" altLang="zh-CN" kern="100" dirty="0">
                <a:effectLst/>
                <a:latin typeface="+mn-ea"/>
                <a:ea typeface="+mn-ea"/>
                <a:cs typeface="Times New Roman" panose="02020603050405020304" pitchFamily="18" charset="0"/>
              </a:rPr>
              <a:t>操作</a:t>
            </a:r>
          </a:p>
          <a:p>
            <a:pPr marL="342900" lvl="0" indent="-342900" algn="just">
              <a:buFont typeface="+mj-lt"/>
              <a:buAutoNum type="alphaUcPeriod"/>
            </a:pPr>
            <a:r>
              <a:rPr lang="zh-CN" altLang="zh-CN" kern="100" dirty="0">
                <a:effectLst/>
                <a:latin typeface="+mn-ea"/>
                <a:ea typeface="+mn-ea"/>
                <a:cs typeface="Times New Roman" panose="02020603050405020304" pitchFamily="18" charset="0"/>
              </a:rPr>
              <a:t>对于</a:t>
            </a:r>
            <a:r>
              <a:rPr lang="en-US" altLang="zh-CN" kern="100" dirty="0">
                <a:effectLst/>
                <a:latin typeface="+mn-ea"/>
                <a:ea typeface="+mn-ea"/>
                <a:cs typeface="Times New Roman" panose="02020603050405020304" pitchFamily="18" charset="0"/>
              </a:rPr>
              <a:t>SSD</a:t>
            </a:r>
            <a:r>
              <a:rPr lang="zh-CN" altLang="zh-CN" kern="100" dirty="0">
                <a:effectLst/>
                <a:latin typeface="+mn-ea"/>
                <a:ea typeface="+mn-ea"/>
                <a:cs typeface="Times New Roman" panose="02020603050405020304" pitchFamily="18" charset="0"/>
              </a:rPr>
              <a:t>、网络适配器等高速设备，采用</a:t>
            </a:r>
            <a:r>
              <a:rPr lang="en-US" altLang="zh-CN" kern="100" dirty="0">
                <a:effectLst/>
                <a:latin typeface="+mn-ea"/>
                <a:ea typeface="+mn-ea"/>
                <a:cs typeface="Times New Roman" panose="02020603050405020304" pitchFamily="18" charset="0"/>
              </a:rPr>
              <a:t>DMA</a:t>
            </a:r>
            <a:r>
              <a:rPr lang="zh-CN" altLang="zh-CN" kern="100" dirty="0">
                <a:effectLst/>
                <a:latin typeface="+mn-ea"/>
                <a:ea typeface="+mn-ea"/>
                <a:cs typeface="Times New Roman" panose="02020603050405020304" pitchFamily="18" charset="0"/>
              </a:rPr>
              <a:t>方式输入</a:t>
            </a:r>
            <a:r>
              <a:rPr lang="en-US" altLang="zh-CN" kern="100" dirty="0">
                <a:effectLst/>
                <a:latin typeface="+mn-ea"/>
                <a:ea typeface="+mn-ea"/>
                <a:cs typeface="Times New Roman" panose="02020603050405020304" pitchFamily="18" charset="0"/>
              </a:rPr>
              <a:t>/</a:t>
            </a:r>
            <a:r>
              <a:rPr lang="zh-CN" altLang="zh-CN" kern="100" dirty="0">
                <a:effectLst/>
                <a:latin typeface="+mn-ea"/>
                <a:ea typeface="+mn-ea"/>
                <a:cs typeface="Times New Roman" panose="02020603050405020304" pitchFamily="18" charset="0"/>
              </a:rPr>
              <a:t>输出</a:t>
            </a:r>
          </a:p>
          <a:p>
            <a:pPr algn="just">
              <a:buNone/>
            </a:pPr>
            <a:r>
              <a:rPr lang="en-US" altLang="zh-CN" kern="100" dirty="0">
                <a:effectLst/>
                <a:latin typeface="+mn-ea"/>
                <a:ea typeface="+mn-ea"/>
                <a:cs typeface="Times New Roman" panose="02020603050405020304" pitchFamily="18" charset="0"/>
              </a:rPr>
              <a:t> </a:t>
            </a:r>
            <a:endParaRPr lang="zh-CN" altLang="zh-CN" kern="100" dirty="0">
              <a:effectLst/>
              <a:latin typeface="+mn-ea"/>
              <a:ea typeface="+mn-ea"/>
              <a:cs typeface="Times New Roman" panose="02020603050405020304" pitchFamily="18" charset="0"/>
            </a:endParaRPr>
          </a:p>
          <a:p>
            <a:pPr marL="0" lvl="0" indent="0" algn="just">
              <a:buNone/>
            </a:pPr>
            <a:r>
              <a:rPr lang="en-US" altLang="zh-CN" kern="100" dirty="0">
                <a:effectLst/>
                <a:latin typeface="+mn-ea"/>
                <a:ea typeface="+mn-ea"/>
                <a:cs typeface="Times New Roman" panose="02020603050405020304" pitchFamily="18" charset="0"/>
              </a:rPr>
              <a:t>2. </a:t>
            </a:r>
            <a:r>
              <a:rPr lang="zh-CN" altLang="zh-CN" kern="100" dirty="0">
                <a:effectLst/>
                <a:latin typeface="+mn-ea"/>
                <a:ea typeface="+mn-ea"/>
                <a:cs typeface="Times New Roman" panose="02020603050405020304" pitchFamily="18" charset="0"/>
              </a:rPr>
              <a:t>在操作系统内核中，中断向量表适合采用的数据结构是</a:t>
            </a:r>
            <a:r>
              <a:rPr lang="en-US" altLang="zh-CN" kern="100">
                <a:effectLst/>
                <a:latin typeface="+mn-ea"/>
                <a:ea typeface="+mn-ea"/>
                <a:cs typeface="Times New Roman" panose="02020603050405020304" pitchFamily="18" charset="0"/>
              </a:rPr>
              <a:t>( )</a:t>
            </a:r>
            <a:r>
              <a:rPr lang="zh-CN" altLang="zh-CN" kern="100" dirty="0">
                <a:effectLst/>
                <a:latin typeface="+mn-ea"/>
                <a:ea typeface="+mn-ea"/>
                <a:cs typeface="Times New Roman" panose="02020603050405020304" pitchFamily="18" charset="0"/>
              </a:rPr>
              <a:t>。</a:t>
            </a:r>
          </a:p>
          <a:p>
            <a:pPr indent="0" algn="just">
              <a:buNone/>
            </a:pPr>
            <a:r>
              <a:rPr lang="en-US" altLang="zh-CN" kern="100" dirty="0">
                <a:effectLst/>
                <a:latin typeface="+mn-ea"/>
                <a:ea typeface="+mn-ea"/>
                <a:cs typeface="Times New Roman" panose="02020603050405020304" pitchFamily="18" charset="0"/>
              </a:rPr>
              <a:t>A.</a:t>
            </a:r>
            <a:r>
              <a:rPr lang="zh-CN" altLang="zh-CN" kern="100" dirty="0">
                <a:effectLst/>
                <a:latin typeface="+mn-ea"/>
                <a:ea typeface="+mn-ea"/>
                <a:cs typeface="Times New Roman" panose="02020603050405020304" pitchFamily="18" charset="0"/>
              </a:rPr>
              <a:t>数组</a:t>
            </a:r>
            <a:r>
              <a:rPr lang="en-US" altLang="zh-CN" kern="100" dirty="0">
                <a:effectLst/>
                <a:latin typeface="+mn-ea"/>
                <a:ea typeface="+mn-ea"/>
                <a:cs typeface="Times New Roman" panose="02020603050405020304" pitchFamily="18" charset="0"/>
              </a:rPr>
              <a:t>    B.</a:t>
            </a:r>
            <a:r>
              <a:rPr lang="zh-CN" altLang="zh-CN" kern="100" dirty="0">
                <a:effectLst/>
                <a:latin typeface="+mn-ea"/>
                <a:ea typeface="+mn-ea"/>
                <a:cs typeface="Times New Roman" panose="02020603050405020304" pitchFamily="18" charset="0"/>
              </a:rPr>
              <a:t>队列</a:t>
            </a:r>
            <a:r>
              <a:rPr lang="en-US" altLang="zh-CN" kern="100" dirty="0">
                <a:effectLst/>
                <a:latin typeface="+mn-ea"/>
                <a:ea typeface="+mn-ea"/>
                <a:cs typeface="Times New Roman" panose="02020603050405020304" pitchFamily="18" charset="0"/>
              </a:rPr>
              <a:t>    C.</a:t>
            </a:r>
            <a:r>
              <a:rPr lang="zh-CN" altLang="zh-CN" kern="100" dirty="0">
                <a:effectLst/>
                <a:latin typeface="+mn-ea"/>
                <a:ea typeface="+mn-ea"/>
                <a:cs typeface="Times New Roman" panose="02020603050405020304" pitchFamily="18" charset="0"/>
              </a:rPr>
              <a:t>单向链表</a:t>
            </a:r>
            <a:r>
              <a:rPr lang="en-US" altLang="zh-CN" kern="100" dirty="0">
                <a:effectLst/>
                <a:latin typeface="+mn-ea"/>
                <a:ea typeface="+mn-ea"/>
                <a:cs typeface="Times New Roman" panose="02020603050405020304" pitchFamily="18" charset="0"/>
              </a:rPr>
              <a:t>   D.</a:t>
            </a:r>
            <a:r>
              <a:rPr lang="zh-CN" altLang="zh-CN" kern="100" dirty="0">
                <a:effectLst/>
                <a:latin typeface="+mn-ea"/>
                <a:ea typeface="+mn-ea"/>
                <a:cs typeface="Times New Roman" panose="02020603050405020304" pitchFamily="18" charset="0"/>
              </a:rPr>
              <a:t>双向链表</a:t>
            </a:r>
          </a:p>
        </p:txBody>
      </p:sp>
    </p:spTree>
    <p:extLst>
      <p:ext uri="{BB962C8B-B14F-4D97-AF65-F5344CB8AC3E}">
        <p14:creationId xmlns:p14="http://schemas.microsoft.com/office/powerpoint/2010/main" val="3081416244"/>
      </p:ext>
    </p:extLst>
  </p:cSld>
  <p:clrMapOvr>
    <a:masterClrMapping/>
  </p:clrMapOvr>
  <p:transition>
    <p:rand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3448685" y="2077085"/>
            <a:ext cx="7120890" cy="1236345"/>
          </a:xfrm>
        </p:spPr>
        <p:txBody>
          <a:bodyPr>
            <a:normAutofit/>
          </a:bodyPr>
          <a:lstStyle/>
          <a:p>
            <a:pPr algn="l"/>
            <a:r>
              <a:rPr lang="zh-CN" altLang="zh-CN" sz="4400" dirty="0">
                <a:solidFill>
                  <a:schemeClr val="accent1">
                    <a:lumMod val="75000"/>
                  </a:schemeClr>
                </a:solidFill>
              </a:rPr>
              <a:t>第</a:t>
            </a:r>
            <a:r>
              <a:rPr lang="en-US" altLang="zh-CN" sz="4400" dirty="0"/>
              <a:t>9</a:t>
            </a:r>
            <a:r>
              <a:rPr lang="zh-CN" altLang="zh-CN" sz="4400" dirty="0">
                <a:solidFill>
                  <a:schemeClr val="accent1">
                    <a:lumMod val="75000"/>
                  </a:schemeClr>
                </a:solidFill>
              </a:rPr>
              <a:t>章  </a:t>
            </a:r>
            <a:r>
              <a:rPr lang="zh-CN" altLang="en-US" sz="4400" dirty="0"/>
              <a:t>文件管理</a:t>
            </a:r>
            <a:endParaRPr lang="zh-CN" altLang="zh-CN" sz="4400" dirty="0">
              <a:solidFill>
                <a:schemeClr val="accent1">
                  <a:lumMod val="75000"/>
                </a:schemeClr>
              </a:solidFill>
            </a:endParaRPr>
          </a:p>
        </p:txBody>
      </p:sp>
      <p:sp>
        <p:nvSpPr>
          <p:cNvPr id="7" name="矩形 6"/>
          <p:cNvSpPr/>
          <p:nvPr/>
        </p:nvSpPr>
        <p:spPr>
          <a:xfrm flipV="1">
            <a:off x="3229610" y="3371850"/>
            <a:ext cx="6516000" cy="18000"/>
          </a:xfrm>
          <a:prstGeom prst="rect">
            <a:avLst/>
          </a:prstGeom>
          <a:gradFill>
            <a:gsLst>
              <a:gs pos="0">
                <a:schemeClr val="accent1">
                  <a:lumMod val="75000"/>
                </a:schemeClr>
              </a:gs>
              <a:gs pos="68000">
                <a:srgbClr val="90B4E9">
                  <a:alpha val="100000"/>
                </a:srgbClr>
              </a:gs>
              <a:gs pos="100000">
                <a:schemeClr val="bg1"/>
              </a:gs>
            </a:gsLst>
            <a:path path="rect">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809" name="任意多边形 33808"/>
          <p:cNvSpPr/>
          <p:nvPr/>
        </p:nvSpPr>
        <p:spPr>
          <a:xfrm>
            <a:off x="3696970" y="4021773"/>
            <a:ext cx="247650" cy="247650"/>
          </a:xfrm>
          <a:custGeom>
            <a:avLst/>
            <a:gdLst>
              <a:gd name="txL" fmla="*/ 3163 w 21600"/>
              <a:gd name="txT" fmla="*/ 3163 h 21600"/>
              <a:gd name="txR" fmla="*/ 18437 w 21600"/>
              <a:gd name="txB" fmla="*/ 18437 h 21600"/>
            </a:gdLst>
            <a:ahLst/>
            <a:cxnLst>
              <a:cxn ang="270">
                <a:pos x="10800" y="0"/>
              </a:cxn>
              <a:cxn ang="270">
                <a:pos x="3163" y="3163"/>
              </a:cxn>
              <a:cxn ang="180">
                <a:pos x="0" y="10800"/>
              </a:cxn>
              <a:cxn ang="90">
                <a:pos x="3163" y="18437"/>
              </a:cxn>
              <a:cxn ang="90">
                <a:pos x="10800" y="21600"/>
              </a:cxn>
              <a:cxn ang="90">
                <a:pos x="18437" y="18437"/>
              </a:cxn>
              <a:cxn ang="0">
                <a:pos x="21600" y="10800"/>
              </a:cxn>
              <a:cxn ang="270">
                <a:pos x="18437" y="3163"/>
              </a:cxn>
            </a:cxnLst>
            <a:rect l="txL" t="txT" r="txR" b="txB"/>
            <a:pathLst>
              <a:path w="21600" h="21600">
                <a:moveTo>
                  <a:pt x="0" y="10800"/>
                </a:moveTo>
                <a:arcTo wR="10800" hR="10800" stAng="10800000" swAng="5400000"/>
                <a:arcTo wR="10800" hR="10800" stAng="-5400000" swAng="5400000"/>
                <a:arcTo wR="10800" hR="10800" stAng="0" swAng="5400000"/>
                <a:arcTo wR="10800" hR="10800" stAng="5400000" swAng="5400000"/>
                <a:close/>
                <a:moveTo>
                  <a:pt x="5400" y="10800"/>
                </a:moveTo>
                <a:arcTo wR="5400" hR="5400" stAng="10800000" swAng="-5400000"/>
                <a:arcTo wR="5400" hR="5400" stAng="5400000" swAng="-5400000"/>
                <a:arcTo wR="5400" hR="5400" stAng="0" swAng="-5400000"/>
                <a:arcTo wR="5400" hR="5400" stAng="-5400000" swAng="-5400000"/>
                <a:close/>
              </a:path>
            </a:pathLst>
          </a:custGeom>
          <a:gradFill>
            <a:gsLst>
              <a:gs pos="0">
                <a:srgbClr val="14CD68"/>
              </a:gs>
              <a:gs pos="100000">
                <a:srgbClr val="035C7D"/>
              </a:gs>
            </a:gsLst>
            <a:lin ang="5400000" scaled="0"/>
          </a:gradFill>
          <a:ln w="9525">
            <a:noFill/>
          </a:ln>
          <a:effectLst>
            <a:outerShdw dist="28398" dir="1593903" algn="ctr" rotWithShape="0">
              <a:schemeClr val="bg2">
                <a:alpha val="50000"/>
              </a:schemeClr>
            </a:outerShdw>
          </a:effectLst>
        </p:spPr>
        <p:txBody>
          <a:bodyPr/>
          <a:lstStyle/>
          <a:p>
            <a:endParaRPr lang="zh-CN" altLang="en-US"/>
          </a:p>
        </p:txBody>
      </p:sp>
      <p:sp>
        <p:nvSpPr>
          <p:cNvPr id="33810" name="任意多边形 33809"/>
          <p:cNvSpPr/>
          <p:nvPr/>
        </p:nvSpPr>
        <p:spPr>
          <a:xfrm>
            <a:off x="3696970" y="4584383"/>
            <a:ext cx="247650" cy="247650"/>
          </a:xfrm>
          <a:custGeom>
            <a:avLst/>
            <a:gdLst>
              <a:gd name="txL" fmla="*/ 3163 w 21600"/>
              <a:gd name="txT" fmla="*/ 3163 h 21600"/>
              <a:gd name="txR" fmla="*/ 18437 w 21600"/>
              <a:gd name="txB" fmla="*/ 18437 h 21600"/>
            </a:gdLst>
            <a:ahLst/>
            <a:cxnLst>
              <a:cxn ang="270">
                <a:pos x="10800" y="0"/>
              </a:cxn>
              <a:cxn ang="270">
                <a:pos x="3163" y="3163"/>
              </a:cxn>
              <a:cxn ang="180">
                <a:pos x="0" y="10800"/>
              </a:cxn>
              <a:cxn ang="90">
                <a:pos x="3163" y="18437"/>
              </a:cxn>
              <a:cxn ang="90">
                <a:pos x="10800" y="21600"/>
              </a:cxn>
              <a:cxn ang="90">
                <a:pos x="18437" y="18437"/>
              </a:cxn>
              <a:cxn ang="0">
                <a:pos x="21600" y="10800"/>
              </a:cxn>
              <a:cxn ang="270">
                <a:pos x="18437" y="3163"/>
              </a:cxn>
            </a:cxnLst>
            <a:rect l="txL" t="txT" r="txR" b="txB"/>
            <a:pathLst>
              <a:path w="21600" h="21600">
                <a:moveTo>
                  <a:pt x="0" y="10800"/>
                </a:moveTo>
                <a:arcTo wR="10800" hR="10800" stAng="10800000" swAng="5400000"/>
                <a:arcTo wR="10800" hR="10800" stAng="-5400000" swAng="5400000"/>
                <a:arcTo wR="10800" hR="10800" stAng="0" swAng="5400000"/>
                <a:arcTo wR="10800" hR="10800" stAng="5400000" swAng="5400000"/>
                <a:close/>
                <a:moveTo>
                  <a:pt x="5400" y="10800"/>
                </a:moveTo>
                <a:arcTo wR="5400" hR="5400" stAng="10800000" swAng="-5400000"/>
                <a:arcTo wR="5400" hR="5400" stAng="5400000" swAng="-5400000"/>
                <a:arcTo wR="5400" hR="5400" stAng="0" swAng="-5400000"/>
                <a:arcTo wR="5400" hR="5400" stAng="-5400000" swAng="-5400000"/>
                <a:close/>
              </a:path>
            </a:pathLst>
          </a:custGeom>
          <a:gradFill>
            <a:gsLst>
              <a:gs pos="0">
                <a:srgbClr val="FECF40"/>
              </a:gs>
              <a:gs pos="100000">
                <a:srgbClr val="846C21"/>
              </a:gs>
            </a:gsLst>
            <a:lin ang="5400000" scaled="0"/>
          </a:gradFill>
          <a:ln w="9525">
            <a:noFill/>
          </a:ln>
          <a:effectLst>
            <a:outerShdw dist="28398" dir="1593903" algn="ctr" rotWithShape="0">
              <a:schemeClr val="bg2">
                <a:alpha val="50000"/>
              </a:schemeClr>
            </a:outerShdw>
          </a:effectLst>
        </p:spPr>
        <p:txBody>
          <a:bodyPr/>
          <a:lstStyle/>
          <a:p>
            <a:endParaRPr lang="zh-CN" altLang="en-US"/>
          </a:p>
        </p:txBody>
      </p:sp>
      <p:sp>
        <p:nvSpPr>
          <p:cNvPr id="33811" name="任意多边形 33810"/>
          <p:cNvSpPr/>
          <p:nvPr/>
        </p:nvSpPr>
        <p:spPr>
          <a:xfrm>
            <a:off x="3696970" y="5127308"/>
            <a:ext cx="247650" cy="247650"/>
          </a:xfrm>
          <a:custGeom>
            <a:avLst/>
            <a:gdLst>
              <a:gd name="txL" fmla="*/ 3163 w 21600"/>
              <a:gd name="txT" fmla="*/ 3163 h 21600"/>
              <a:gd name="txR" fmla="*/ 18437 w 21600"/>
              <a:gd name="txB" fmla="*/ 18437 h 21600"/>
            </a:gdLst>
            <a:ahLst/>
            <a:cxnLst>
              <a:cxn ang="270">
                <a:pos x="10800" y="0"/>
              </a:cxn>
              <a:cxn ang="270">
                <a:pos x="3163" y="3163"/>
              </a:cxn>
              <a:cxn ang="180">
                <a:pos x="0" y="10800"/>
              </a:cxn>
              <a:cxn ang="90">
                <a:pos x="3163" y="18437"/>
              </a:cxn>
              <a:cxn ang="90">
                <a:pos x="10800" y="21600"/>
              </a:cxn>
              <a:cxn ang="90">
                <a:pos x="18437" y="18437"/>
              </a:cxn>
              <a:cxn ang="0">
                <a:pos x="21600" y="10800"/>
              </a:cxn>
              <a:cxn ang="270">
                <a:pos x="18437" y="3163"/>
              </a:cxn>
            </a:cxnLst>
            <a:rect l="txL" t="txT" r="txR" b="txB"/>
            <a:pathLst>
              <a:path w="21600" h="21600">
                <a:moveTo>
                  <a:pt x="0" y="10800"/>
                </a:moveTo>
                <a:arcTo wR="10800" hR="10800" stAng="10800000" swAng="5400000"/>
                <a:arcTo wR="10800" hR="10800" stAng="-5400000" swAng="5400000"/>
                <a:arcTo wR="10800" hR="10800" stAng="0" swAng="5400000"/>
                <a:arcTo wR="10800" hR="10800" stAng="5400000" swAng="5400000"/>
                <a:close/>
                <a:moveTo>
                  <a:pt x="5400" y="10800"/>
                </a:moveTo>
                <a:arcTo wR="5400" hR="5400" stAng="10800000" swAng="-5400000"/>
                <a:arcTo wR="5400" hR="5400" stAng="5400000" swAng="-5400000"/>
                <a:arcTo wR="5400" hR="5400" stAng="0" swAng="-5400000"/>
                <a:arcTo wR="5400" hR="5400" stAng="-5400000" swAng="-5400000"/>
                <a:close/>
              </a:path>
            </a:pathLst>
          </a:custGeom>
          <a:gradFill>
            <a:gsLst>
              <a:gs pos="0">
                <a:srgbClr val="C8A1E5"/>
              </a:gs>
              <a:gs pos="100000">
                <a:srgbClr val="692B99"/>
              </a:gs>
            </a:gsLst>
            <a:lin ang="5400000" scaled="0"/>
          </a:gradFill>
          <a:ln w="9525">
            <a:noFill/>
          </a:ln>
          <a:effectLst>
            <a:outerShdw dist="28398" dir="1593903" algn="ctr" rotWithShape="0">
              <a:schemeClr val="bg2">
                <a:alpha val="50000"/>
              </a:schemeClr>
            </a:outerShdw>
          </a:effectLst>
        </p:spPr>
        <p:txBody>
          <a:bodyPr/>
          <a:lstStyle/>
          <a:p>
            <a:endParaRPr lang="zh-CN" altLang="en-US"/>
          </a:p>
        </p:txBody>
      </p:sp>
      <p:pic>
        <p:nvPicPr>
          <p:cNvPr id="5" name="图片 4" descr="TK5CG72_)U3`D_PXLQ1U9PP"/>
          <p:cNvPicPr>
            <a:picLocks noChangeAspect="1"/>
          </p:cNvPicPr>
          <p:nvPr userDrawn="1"/>
        </p:nvPicPr>
        <p:blipFill>
          <a:blip r:embed="rId4"/>
          <a:stretch>
            <a:fillRect/>
          </a:stretch>
        </p:blipFill>
        <p:spPr>
          <a:xfrm>
            <a:off x="1272540" y="1724660"/>
            <a:ext cx="1560195" cy="1711960"/>
          </a:xfrm>
          <a:prstGeom prst="rect">
            <a:avLst/>
          </a:prstGeom>
        </p:spPr>
      </p:pic>
    </p:spTree>
    <p:custDataLst>
      <p:tags r:id="rId1"/>
    </p:custDataLst>
  </p:cSld>
  <p:clrMapOvr>
    <a:masterClrMapping/>
  </p:clrMapOvr>
  <p:transition>
    <p:rand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76325" y="114300"/>
            <a:ext cx="9387205" cy="705485"/>
          </a:xfrm>
        </p:spPr>
        <p:txBody>
          <a:bodyPr/>
          <a:lstStyle/>
          <a:p>
            <a:pPr algn="ctr"/>
            <a:r>
              <a:rPr lang="zh-CN" altLang="en-US"/>
              <a:t>本章目录</a:t>
            </a:r>
          </a:p>
        </p:txBody>
      </p:sp>
      <p:sp>
        <p:nvSpPr>
          <p:cNvPr id="3" name="内容占位符 2"/>
          <p:cNvSpPr>
            <a:spLocks noGrp="1"/>
          </p:cNvSpPr>
          <p:nvPr>
            <p:ph idx="1"/>
          </p:nvPr>
        </p:nvSpPr>
        <p:spPr>
          <a:xfrm>
            <a:off x="2728501" y="1356115"/>
            <a:ext cx="6196424" cy="3587359"/>
          </a:xfrm>
        </p:spPr>
        <p:txBody>
          <a:bodyPr>
            <a:normAutofit/>
          </a:bodyPr>
          <a:lstStyle/>
          <a:p>
            <a:pPr>
              <a:buBlip>
                <a:blip r:embed="rId3"/>
              </a:buBlip>
            </a:pPr>
            <a:r>
              <a:rPr lang="en-US" altLang="zh-CN" sz="2800" dirty="0"/>
              <a:t> </a:t>
            </a:r>
            <a:r>
              <a:rPr lang="en-US" altLang="zh-CN" sz="2800" u="dottedHeavy" dirty="0"/>
              <a:t>9</a:t>
            </a:r>
            <a:r>
              <a:rPr lang="en-US" altLang="zh-CN" sz="2800" u="dottedHeavy" dirty="0">
                <a:solidFill>
                  <a:schemeClr val="tx1"/>
                </a:solidFill>
                <a:uFillTx/>
              </a:rPr>
              <a:t>.1  </a:t>
            </a:r>
            <a:r>
              <a:rPr lang="zh-CN" altLang="en-US" sz="2800" u="dottedHeavy" dirty="0"/>
              <a:t>文件及文件系统</a:t>
            </a:r>
            <a:endParaRPr lang="en-US" altLang="zh-CN" sz="2800" u="dottedHeavy" dirty="0"/>
          </a:p>
          <a:p>
            <a:pPr>
              <a:buBlip>
                <a:blip r:embed="rId3"/>
              </a:buBlip>
            </a:pPr>
            <a:r>
              <a:rPr sz="2800" dirty="0"/>
              <a:t> </a:t>
            </a:r>
            <a:r>
              <a:rPr lang="en-US" sz="2800" u="dottedHeavy" dirty="0"/>
              <a:t>9</a:t>
            </a:r>
            <a:r>
              <a:rPr lang="en-US" altLang="zh-CN" sz="2800" u="dottedHeavy" dirty="0"/>
              <a:t>.2  </a:t>
            </a:r>
            <a:r>
              <a:rPr lang="zh-CN" altLang="en-US" sz="2800" u="dottedHeavy" dirty="0"/>
              <a:t>文件目录管理</a:t>
            </a:r>
            <a:endParaRPr lang="en-US" altLang="zh-CN" sz="2800" u="dottedHeavy" dirty="0"/>
          </a:p>
          <a:p>
            <a:pPr>
              <a:buBlip>
                <a:blip r:embed="rId3"/>
              </a:buBlip>
            </a:pPr>
            <a:r>
              <a:rPr sz="2800" dirty="0"/>
              <a:t> </a:t>
            </a:r>
            <a:r>
              <a:rPr lang="en-US" sz="2800" u="dottedHeavy" dirty="0"/>
              <a:t>9</a:t>
            </a:r>
            <a:r>
              <a:rPr lang="en-US" altLang="zh-CN" sz="2800" u="dottedHeavy" dirty="0"/>
              <a:t>.3  </a:t>
            </a:r>
            <a:r>
              <a:rPr lang="zh-CN" altLang="en-US" sz="2800" u="dottedHeavy" dirty="0"/>
              <a:t>文件存储空间的分配与管理</a:t>
            </a:r>
            <a:endParaRPr lang="en-US" altLang="zh-CN" sz="2800" u="dottedHeavy" dirty="0"/>
          </a:p>
          <a:p>
            <a:pPr>
              <a:buBlip>
                <a:blip r:embed="rId3"/>
              </a:buBlip>
            </a:pPr>
            <a:r>
              <a:rPr sz="2800" dirty="0"/>
              <a:t> </a:t>
            </a:r>
            <a:r>
              <a:rPr lang="en-US" sz="2800" u="dottedHeavy" dirty="0"/>
              <a:t>9</a:t>
            </a:r>
            <a:r>
              <a:rPr lang="en-US" altLang="zh-CN" sz="2800" u="dottedHeavy" dirty="0"/>
              <a:t>.4  </a:t>
            </a:r>
            <a:r>
              <a:rPr lang="zh-CN" altLang="en-US" sz="2800" u="dottedHeavy" dirty="0"/>
              <a:t>文件的共享与保护</a:t>
            </a:r>
            <a:endParaRPr lang="en-US" altLang="zh-CN" sz="2800" u="dottedHeavy" dirty="0"/>
          </a:p>
        </p:txBody>
      </p:sp>
    </p:spTree>
    <p:custDataLst>
      <p:tags r:id="rId1"/>
    </p:custDataLst>
  </p:cSld>
  <p:clrMapOvr>
    <a:masterClrMapping/>
  </p:clrMapOvr>
  <p:transition>
    <p:rand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76325" y="114300"/>
            <a:ext cx="9387205" cy="705485"/>
          </a:xfrm>
        </p:spPr>
        <p:txBody>
          <a:bodyPr/>
          <a:lstStyle/>
          <a:p>
            <a:pPr algn="ctr"/>
            <a:r>
              <a:rPr lang="en-US" altLang="zh-CN" dirty="0"/>
              <a:t>9.1  </a:t>
            </a:r>
            <a:r>
              <a:rPr lang="zh-CN" altLang="en-US" dirty="0">
                <a:sym typeface="+mn-ea"/>
              </a:rPr>
              <a:t>文件及文件系统</a:t>
            </a:r>
            <a:endParaRPr lang="en-US" altLang="zh-CN" dirty="0"/>
          </a:p>
        </p:txBody>
      </p:sp>
      <p:sp>
        <p:nvSpPr>
          <p:cNvPr id="3" name="内容占位符 2"/>
          <p:cNvSpPr>
            <a:spLocks noGrp="1"/>
          </p:cNvSpPr>
          <p:nvPr>
            <p:ph idx="1"/>
          </p:nvPr>
        </p:nvSpPr>
        <p:spPr>
          <a:xfrm>
            <a:off x="2303243" y="1576655"/>
            <a:ext cx="7083128" cy="3292800"/>
          </a:xfrm>
        </p:spPr>
        <p:txBody>
          <a:bodyPr>
            <a:normAutofit/>
          </a:bodyPr>
          <a:lstStyle/>
          <a:p>
            <a:pPr>
              <a:buBlip>
                <a:blip r:embed="rId3"/>
              </a:buBlip>
            </a:pPr>
            <a:r>
              <a:rPr lang="en-US" altLang="zh-CN" sz="2800" dirty="0"/>
              <a:t> </a:t>
            </a:r>
            <a:r>
              <a:rPr lang="en-US" altLang="zh-CN" sz="2800" u="dottedHeavy" dirty="0"/>
              <a:t>9</a:t>
            </a:r>
            <a:r>
              <a:rPr lang="en-US" altLang="zh-CN" sz="2800" u="dottedHeavy" dirty="0">
                <a:solidFill>
                  <a:schemeClr val="tx1"/>
                </a:solidFill>
                <a:uFillTx/>
              </a:rPr>
              <a:t>.1.1  </a:t>
            </a:r>
            <a:r>
              <a:rPr lang="zh-CN" altLang="en-US" sz="2800" u="dottedHeavy" dirty="0"/>
              <a:t>文件</a:t>
            </a:r>
            <a:endParaRPr lang="en-US" altLang="zh-CN" sz="2800" u="dottedHeavy" dirty="0"/>
          </a:p>
          <a:p>
            <a:pPr>
              <a:buBlip>
                <a:blip r:embed="rId3"/>
              </a:buBlip>
            </a:pPr>
            <a:r>
              <a:rPr sz="2800" dirty="0"/>
              <a:t> </a:t>
            </a:r>
            <a:r>
              <a:rPr lang="en-US" sz="2800" u="dottedHeavy" dirty="0"/>
              <a:t>9</a:t>
            </a:r>
            <a:r>
              <a:rPr lang="en-US" altLang="zh-CN" sz="2800" u="dottedHeavy" dirty="0"/>
              <a:t>.1.2  </a:t>
            </a:r>
            <a:r>
              <a:rPr lang="zh-CN" altLang="en-US" sz="2800" u="dottedHeavy" dirty="0"/>
              <a:t>文件系统及其功能</a:t>
            </a:r>
            <a:endParaRPr lang="en-US" altLang="zh-CN" sz="2800" u="dottedHeavy" dirty="0"/>
          </a:p>
          <a:p>
            <a:pPr>
              <a:buBlip>
                <a:blip r:embed="rId3"/>
              </a:buBlip>
            </a:pPr>
            <a:r>
              <a:rPr lang="zh-CN" altLang="en-US" sz="2800" dirty="0"/>
              <a:t> </a:t>
            </a:r>
            <a:r>
              <a:rPr lang="en-US" altLang="zh-CN" sz="2800" u="dottedHeavy" dirty="0"/>
              <a:t>9.1.3  </a:t>
            </a:r>
            <a:r>
              <a:rPr lang="zh-CN" altLang="en-US" sz="2800" u="dottedHeavy" dirty="0"/>
              <a:t>文件的逻辑结构和访问方式                  </a:t>
            </a:r>
          </a:p>
          <a:p>
            <a:pPr>
              <a:buBlip>
                <a:blip r:embed="rId3"/>
              </a:buBlip>
            </a:pPr>
            <a:r>
              <a:rPr lang="zh-CN" altLang="en-US" sz="2800" dirty="0"/>
              <a:t> </a:t>
            </a:r>
            <a:r>
              <a:rPr lang="en-US" altLang="zh-CN" sz="2800" u="dottedHeavy" dirty="0"/>
              <a:t>9.1.4  </a:t>
            </a:r>
            <a:r>
              <a:rPr lang="zh-CN" altLang="en-US" sz="2800" u="dottedHeavy" dirty="0"/>
              <a:t>文件的物理结构</a:t>
            </a:r>
            <a:endParaRPr lang="en-US" altLang="zh-CN" sz="2800" u="dottedHeavy" dirty="0"/>
          </a:p>
        </p:txBody>
      </p:sp>
    </p:spTree>
    <p:custDataLst>
      <p:tags r:id="rId1"/>
    </p:custDataLst>
  </p:cSld>
  <p:clrMapOvr>
    <a:masterClrMapping/>
  </p:clrMapOvr>
  <p:transition>
    <p:rand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9</a:t>
            </a:r>
            <a:r>
              <a:rPr lang="en-US" altLang="zh-CN" dirty="0">
                <a:sym typeface="+mn-ea"/>
              </a:rPr>
              <a:t>.1.1  </a:t>
            </a:r>
            <a:r>
              <a:rPr lang="zh-CN" altLang="en-US" dirty="0">
                <a:sym typeface="+mn-ea"/>
              </a:rPr>
              <a:t>文件</a:t>
            </a:r>
            <a:endParaRPr lang="zh-CN" altLang="en-US" dirty="0"/>
          </a:p>
        </p:txBody>
      </p:sp>
      <p:sp>
        <p:nvSpPr>
          <p:cNvPr id="3" name="内容占位符 2"/>
          <p:cNvSpPr>
            <a:spLocks noGrp="1"/>
          </p:cNvSpPr>
          <p:nvPr>
            <p:ph idx="1"/>
          </p:nvPr>
        </p:nvSpPr>
        <p:spPr>
          <a:xfrm>
            <a:off x="611505" y="1112274"/>
            <a:ext cx="10968990" cy="3572121"/>
          </a:xfrm>
        </p:spPr>
        <p:txBody>
          <a:bodyPr>
            <a:normAutofit fontScale="97500"/>
          </a:bodyPr>
          <a:lstStyle/>
          <a:p>
            <a:pPr marL="0" indent="0">
              <a:buNone/>
            </a:pPr>
            <a:r>
              <a:rPr lang="en-US" altLang="zh-CN" sz="3200" b="1" dirty="0"/>
              <a:t>1</a:t>
            </a:r>
            <a:r>
              <a:rPr lang="zh-CN" altLang="zh-CN" sz="3200" b="1" dirty="0"/>
              <a:t>．文件</a:t>
            </a:r>
            <a:endParaRPr lang="zh-CN" altLang="zh-CN" sz="3200" dirty="0"/>
          </a:p>
          <a:p>
            <a:r>
              <a:rPr lang="zh-CN" altLang="zh-CN" sz="3200" dirty="0"/>
              <a:t>文件是由创建者定义的，具有文件名的且在逻辑上具有完整意义的一组相关信息的集合。</a:t>
            </a:r>
            <a:endParaRPr lang="en-US" altLang="zh-CN" sz="3200" dirty="0"/>
          </a:p>
          <a:p>
            <a:r>
              <a:rPr lang="zh-CN" altLang="zh-CN" sz="3200" dirty="0"/>
              <a:t>它可以是</a:t>
            </a:r>
            <a:r>
              <a:rPr lang="zh-CN" altLang="zh-CN" sz="3200" dirty="0">
                <a:solidFill>
                  <a:srgbClr val="0000FF"/>
                </a:solidFill>
              </a:rPr>
              <a:t>一组相关的字符流</a:t>
            </a:r>
            <a:r>
              <a:rPr lang="zh-CN" altLang="zh-CN" sz="3200" dirty="0"/>
              <a:t>的集合，也可以是一</a:t>
            </a:r>
            <a:r>
              <a:rPr lang="zh-CN" altLang="zh-CN" sz="3200" dirty="0">
                <a:solidFill>
                  <a:srgbClr val="0000FF"/>
                </a:solidFill>
              </a:rPr>
              <a:t>组相关的记录</a:t>
            </a:r>
            <a:r>
              <a:rPr lang="zh-CN" altLang="zh-CN" sz="3200" dirty="0"/>
              <a:t>的集合。</a:t>
            </a:r>
            <a:endParaRPr lang="en-US" altLang="zh-CN" sz="3200" dirty="0"/>
          </a:p>
        </p:txBody>
      </p:sp>
    </p:spTree>
    <p:custDataLst>
      <p:tags r:id="rId1"/>
    </p:custDataLst>
  </p:cSld>
  <p:clrMapOvr>
    <a:masterClrMapping/>
  </p:clrMapOvr>
  <p:transition>
    <p:rand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9</a:t>
            </a:r>
            <a:r>
              <a:rPr lang="en-US" altLang="zh-CN" dirty="0">
                <a:sym typeface="+mn-ea"/>
              </a:rPr>
              <a:t>.1.1  </a:t>
            </a:r>
            <a:r>
              <a:rPr lang="zh-CN" altLang="en-US" dirty="0">
                <a:sym typeface="+mn-ea"/>
              </a:rPr>
              <a:t>文件</a:t>
            </a:r>
            <a:endParaRPr lang="zh-CN" altLang="en-US" dirty="0"/>
          </a:p>
        </p:txBody>
      </p:sp>
      <p:sp>
        <p:nvSpPr>
          <p:cNvPr id="3" name="内容占位符 2"/>
          <p:cNvSpPr>
            <a:spLocks noGrp="1"/>
          </p:cNvSpPr>
          <p:nvPr>
            <p:ph idx="1"/>
          </p:nvPr>
        </p:nvSpPr>
        <p:spPr>
          <a:xfrm>
            <a:off x="720874" y="1035586"/>
            <a:ext cx="10968990" cy="4693185"/>
          </a:xfrm>
        </p:spPr>
        <p:txBody>
          <a:bodyPr>
            <a:normAutofit fontScale="97500"/>
          </a:bodyPr>
          <a:lstStyle/>
          <a:p>
            <a:pPr marL="0" indent="0">
              <a:buNone/>
            </a:pPr>
            <a:r>
              <a:rPr lang="en-US" altLang="zh-CN" b="1" dirty="0"/>
              <a:t>2</a:t>
            </a:r>
            <a:r>
              <a:rPr lang="zh-CN" altLang="zh-CN" b="1" dirty="0"/>
              <a:t>．文件</a:t>
            </a:r>
            <a:r>
              <a:rPr lang="zh-CN" altLang="en-US" b="1" dirty="0"/>
              <a:t>分类</a:t>
            </a:r>
            <a:endParaRPr lang="zh-CN" altLang="zh-CN" dirty="0"/>
          </a:p>
          <a:p>
            <a:pPr marL="0" indent="0">
              <a:buNone/>
            </a:pPr>
            <a:r>
              <a:rPr lang="zh-CN" altLang="zh-CN" dirty="0"/>
              <a:t>（</a:t>
            </a:r>
            <a:r>
              <a:rPr lang="en-US" altLang="zh-CN" dirty="0"/>
              <a:t>1</a:t>
            </a:r>
            <a:r>
              <a:rPr lang="zh-CN" altLang="zh-CN" dirty="0"/>
              <a:t>）按文件的性质和用途，可以把文件分成以下三类：</a:t>
            </a:r>
          </a:p>
          <a:p>
            <a:pPr marL="0" indent="0">
              <a:buNone/>
            </a:pPr>
            <a:r>
              <a:rPr lang="en-US" altLang="zh-CN" dirty="0"/>
              <a:t>  ①</a:t>
            </a:r>
            <a:r>
              <a:rPr lang="zh-CN" altLang="zh-CN" dirty="0"/>
              <a:t>系统文件</a:t>
            </a:r>
            <a:r>
              <a:rPr lang="en-US" altLang="zh-CN" dirty="0"/>
              <a:t>  </a:t>
            </a:r>
            <a:r>
              <a:rPr lang="zh-CN" altLang="en-US" dirty="0">
                <a:latin typeface="黑体" panose="02010609060101010101" pitchFamily="49" charset="-122"/>
                <a:ea typeface="黑体" panose="02010609060101010101" pitchFamily="49" charset="-122"/>
              </a:rPr>
              <a:t>②</a:t>
            </a:r>
            <a:r>
              <a:rPr lang="zh-CN" altLang="zh-CN" dirty="0"/>
              <a:t>用户文件</a:t>
            </a:r>
            <a:r>
              <a:rPr lang="en-US" altLang="zh-CN" dirty="0"/>
              <a:t>  </a:t>
            </a:r>
            <a:r>
              <a:rPr lang="en-US" altLang="zh-CN" dirty="0">
                <a:latin typeface="黑体" panose="02010609060101010101" pitchFamily="49" charset="-122"/>
                <a:ea typeface="黑体" panose="02010609060101010101" pitchFamily="49" charset="-122"/>
              </a:rPr>
              <a:t>③</a:t>
            </a:r>
            <a:r>
              <a:rPr lang="zh-CN" altLang="zh-CN" dirty="0"/>
              <a:t>库文件</a:t>
            </a:r>
            <a:endParaRPr lang="en-US" altLang="zh-CN" dirty="0"/>
          </a:p>
          <a:p>
            <a:pPr marL="0" indent="0">
              <a:buNone/>
            </a:pPr>
            <a:r>
              <a:rPr lang="zh-CN" altLang="zh-CN" dirty="0"/>
              <a:t>（</a:t>
            </a:r>
            <a:r>
              <a:rPr lang="en-US" altLang="zh-CN" dirty="0"/>
              <a:t>2</a:t>
            </a:r>
            <a:r>
              <a:rPr lang="zh-CN" altLang="zh-CN" dirty="0"/>
              <a:t>）按文件中的数据形式，可以把文件分成以下三类：</a:t>
            </a:r>
          </a:p>
          <a:p>
            <a:pPr marL="0" indent="0">
              <a:buNone/>
            </a:pPr>
            <a:r>
              <a:rPr lang="en-US" altLang="zh-CN" dirty="0"/>
              <a:t>  ①</a:t>
            </a:r>
            <a:r>
              <a:rPr lang="zh-CN" altLang="zh-CN" dirty="0"/>
              <a:t>源文件</a:t>
            </a:r>
            <a:r>
              <a:rPr lang="en-US" altLang="zh-CN" dirty="0"/>
              <a:t>     ②</a:t>
            </a:r>
            <a:r>
              <a:rPr lang="zh-CN" altLang="zh-CN" dirty="0"/>
              <a:t>目标文件</a:t>
            </a:r>
            <a:r>
              <a:rPr lang="en-US" altLang="zh-CN" dirty="0"/>
              <a:t>  ③</a:t>
            </a:r>
            <a:r>
              <a:rPr lang="zh-CN" altLang="zh-CN" dirty="0"/>
              <a:t>可执行文件</a:t>
            </a:r>
            <a:endParaRPr lang="en-US" altLang="zh-CN" dirty="0"/>
          </a:p>
          <a:p>
            <a:pPr marL="0" indent="0">
              <a:buNone/>
            </a:pPr>
            <a:r>
              <a:rPr lang="zh-CN" altLang="zh-CN" dirty="0"/>
              <a:t>（</a:t>
            </a:r>
            <a:r>
              <a:rPr lang="en-US" altLang="zh-CN" dirty="0"/>
              <a:t>3</a:t>
            </a:r>
            <a:r>
              <a:rPr lang="zh-CN" altLang="zh-CN" dirty="0"/>
              <a:t>）按存取控制属性，可以把文件分成以下三类：</a:t>
            </a:r>
          </a:p>
          <a:p>
            <a:pPr marL="0" indent="0">
              <a:buNone/>
            </a:pPr>
            <a:r>
              <a:rPr lang="en-US" altLang="zh-CN" dirty="0"/>
              <a:t> ①</a:t>
            </a:r>
            <a:r>
              <a:rPr lang="zh-CN" altLang="zh-CN" dirty="0"/>
              <a:t>只执行文件</a:t>
            </a:r>
            <a:r>
              <a:rPr lang="en-US" altLang="zh-CN" dirty="0"/>
              <a:t> ②</a:t>
            </a:r>
            <a:r>
              <a:rPr lang="zh-CN" altLang="zh-CN" dirty="0"/>
              <a:t>只读文件</a:t>
            </a:r>
            <a:r>
              <a:rPr lang="en-US" altLang="zh-CN" dirty="0"/>
              <a:t> ③</a:t>
            </a:r>
            <a:r>
              <a:rPr lang="zh-CN" altLang="zh-CN" dirty="0"/>
              <a:t>读写文件</a:t>
            </a:r>
          </a:p>
          <a:p>
            <a:pPr marL="0" indent="0">
              <a:buNone/>
            </a:pPr>
            <a:endParaRPr lang="zh-CN" altLang="zh-CN" dirty="0"/>
          </a:p>
        </p:txBody>
      </p:sp>
    </p:spTree>
    <p:custDataLst>
      <p:tags r:id="rId1"/>
    </p:custData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 calcmode="lin" valueType="num">
                                      <p:cBhvr additive="base">
                                        <p:cTn id="1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 calcmode="lin" valueType="num">
                                      <p:cBhvr additive="base">
                                        <p:cTn id="1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fade">
                                      <p:cBhvr>
                                        <p:cTn id="23" dur="1000"/>
                                        <p:tgtEl>
                                          <p:spTgt spid="3">
                                            <p:txEl>
                                              <p:pRg st="5" end="5"/>
                                            </p:txEl>
                                          </p:spTgt>
                                        </p:tgtEl>
                                      </p:cBhvr>
                                    </p:animEffect>
                                    <p:anim calcmode="lin" valueType="num">
                                      <p:cBhvr>
                                        <p:cTn id="24"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5" dur="1000" fill="hold"/>
                                        <p:tgtEl>
                                          <p:spTgt spid="3">
                                            <p:txEl>
                                              <p:pRg st="5" end="5"/>
                                            </p:txEl>
                                          </p:spTgt>
                                        </p:tgtEl>
                                        <p:attrNameLst>
                                          <p:attrName>ppt_y</p:attrName>
                                        </p:attrNameLst>
                                      </p:cBhvr>
                                      <p:tavLst>
                                        <p:tav tm="0">
                                          <p:val>
                                            <p:strVal val="#ppt_y+.1"/>
                                          </p:val>
                                        </p:tav>
                                        <p:tav tm="100000">
                                          <p:val>
                                            <p:strVal val="#ppt_y"/>
                                          </p:val>
                                        </p:tav>
                                      </p:tavLst>
                                    </p:anim>
                                  </p:childTnLst>
                                </p:cTn>
                              </p:par>
                              <p:par>
                                <p:cTn id="26" presetID="42" presetClass="entr" presetSubtype="0" fill="hold" nodeType="with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1000"/>
                                        <p:tgtEl>
                                          <p:spTgt spid="3">
                                            <p:txEl>
                                              <p:pRg st="6" end="6"/>
                                            </p:txEl>
                                          </p:spTgt>
                                        </p:tgtEl>
                                      </p:cBhvr>
                                    </p:animEffect>
                                    <p:anim calcmode="lin" valueType="num">
                                      <p:cBhvr>
                                        <p:cTn id="29"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9</a:t>
            </a:r>
            <a:r>
              <a:rPr lang="en-US" altLang="zh-CN" dirty="0">
                <a:sym typeface="+mn-ea"/>
              </a:rPr>
              <a:t>.1.2  </a:t>
            </a:r>
            <a:r>
              <a:rPr lang="zh-CN" altLang="en-US" dirty="0">
                <a:sym typeface="+mn-ea"/>
              </a:rPr>
              <a:t>文件系统及其功能</a:t>
            </a:r>
            <a:endParaRPr lang="zh-CN" altLang="en-US" dirty="0"/>
          </a:p>
        </p:txBody>
      </p:sp>
      <p:sp>
        <p:nvSpPr>
          <p:cNvPr id="3" name="内容占位符 2"/>
          <p:cNvSpPr>
            <a:spLocks noGrp="1"/>
          </p:cNvSpPr>
          <p:nvPr>
            <p:ph idx="1"/>
          </p:nvPr>
        </p:nvSpPr>
        <p:spPr>
          <a:xfrm>
            <a:off x="720874" y="890305"/>
            <a:ext cx="10968990" cy="1742726"/>
          </a:xfrm>
        </p:spPr>
        <p:txBody>
          <a:bodyPr>
            <a:noAutofit/>
          </a:bodyPr>
          <a:lstStyle/>
          <a:p>
            <a:pPr marL="0" indent="0">
              <a:buNone/>
            </a:pPr>
            <a:r>
              <a:rPr lang="en-US" altLang="zh-CN" b="1" dirty="0"/>
              <a:t>1</a:t>
            </a:r>
            <a:r>
              <a:rPr lang="zh-CN" altLang="zh-CN" b="1" dirty="0"/>
              <a:t>．文件</a:t>
            </a:r>
            <a:r>
              <a:rPr lang="zh-CN" altLang="en-US" b="1" dirty="0"/>
              <a:t>系统</a:t>
            </a:r>
            <a:endParaRPr lang="zh-CN" altLang="zh-CN" dirty="0"/>
          </a:p>
          <a:p>
            <a:pPr marL="0" indent="0">
              <a:buNone/>
            </a:pPr>
            <a:r>
              <a:rPr lang="en-US" altLang="zh-CN" dirty="0"/>
              <a:t>      </a:t>
            </a:r>
            <a:r>
              <a:rPr lang="zh-CN" altLang="zh-CN" dirty="0"/>
              <a:t>文件系统是指含有大量的文件及其属性的说明，能对文件进行操纵和管理的</a:t>
            </a:r>
            <a:r>
              <a:rPr lang="zh-CN" altLang="zh-CN" dirty="0">
                <a:solidFill>
                  <a:srgbClr val="FF0000"/>
                </a:solidFill>
              </a:rPr>
              <a:t>软件</a:t>
            </a:r>
            <a:r>
              <a:rPr lang="zh-CN" altLang="zh-CN" dirty="0"/>
              <a:t>，同时它还向用户提供了使用文件的接口，是操作系统的重要组成部分。</a:t>
            </a:r>
          </a:p>
          <a:p>
            <a:pPr marL="0" indent="0">
              <a:buNone/>
            </a:pPr>
            <a:endParaRPr lang="zh-CN" altLang="zh-CN" dirty="0"/>
          </a:p>
        </p:txBody>
      </p:sp>
      <p:graphicFrame>
        <p:nvGraphicFramePr>
          <p:cNvPr id="5" name="对象 4"/>
          <p:cNvGraphicFramePr>
            <a:graphicFrameLocks noChangeAspect="1"/>
          </p:cNvGraphicFramePr>
          <p:nvPr>
            <p:extLst>
              <p:ext uri="{D42A27DB-BD31-4B8C-83A1-F6EECF244321}">
                <p14:modId xmlns:p14="http://schemas.microsoft.com/office/powerpoint/2010/main" val="3336020822"/>
              </p:ext>
            </p:extLst>
          </p:nvPr>
        </p:nvGraphicFramePr>
        <p:xfrm>
          <a:off x="3626921" y="2628287"/>
          <a:ext cx="4646746" cy="3585552"/>
        </p:xfrm>
        <a:graphic>
          <a:graphicData uri="http://schemas.openxmlformats.org/presentationml/2006/ole">
            <mc:AlternateContent xmlns:mc="http://schemas.openxmlformats.org/markup-compatibility/2006">
              <mc:Choice xmlns:v="urn:schemas-microsoft-com:vml" Requires="v">
                <p:oleObj name="Visio" r:id="rId3" imgW="6521450" imgH="5064125" progId="Visio.Drawing.11">
                  <p:embed/>
                </p:oleObj>
              </mc:Choice>
              <mc:Fallback>
                <p:oleObj name="Visio" r:id="rId3" imgW="6521450" imgH="5064125" progId="Visio.Drawing.11">
                  <p:embed/>
                  <p:pic>
                    <p:nvPicPr>
                      <p:cNvPr id="0" name="对象 15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26921" y="2628287"/>
                        <a:ext cx="4646746" cy="3585552"/>
                      </a:xfrm>
                      <a:prstGeom prst="rect">
                        <a:avLst/>
                      </a:prstGeom>
                      <a:noFill/>
                    </p:spPr>
                  </p:pic>
                </p:oleObj>
              </mc:Fallback>
            </mc:AlternateContent>
          </a:graphicData>
        </a:graphic>
      </p:graphicFrame>
      <p:sp>
        <p:nvSpPr>
          <p:cNvPr id="6" name="文本框 5"/>
          <p:cNvSpPr txBox="1"/>
          <p:nvPr/>
        </p:nvSpPr>
        <p:spPr>
          <a:xfrm>
            <a:off x="4532141" y="6214165"/>
            <a:ext cx="3121367" cy="369332"/>
          </a:xfrm>
          <a:prstGeom prst="rect">
            <a:avLst/>
          </a:prstGeom>
          <a:noFill/>
        </p:spPr>
        <p:txBody>
          <a:bodyPr wrap="none" rtlCol="0">
            <a:spAutoFit/>
          </a:bodyPr>
          <a:lstStyle/>
          <a:p>
            <a:r>
              <a:rPr lang="zh-CN" altLang="zh-CN" dirty="0"/>
              <a:t>图</a:t>
            </a:r>
            <a:r>
              <a:rPr lang="en-US" altLang="zh-CN" dirty="0"/>
              <a:t>9-1 </a:t>
            </a:r>
            <a:r>
              <a:rPr lang="zh-CN" altLang="zh-CN" dirty="0"/>
              <a:t>文件系统软件体系结构</a:t>
            </a:r>
          </a:p>
        </p:txBody>
      </p:sp>
    </p:spTree>
    <p:custDataLst>
      <p:tags r:id="rId1"/>
    </p:custDataLst>
  </p:cSld>
  <p:clrMapOvr>
    <a:masterClrMapping/>
  </p:clrMapOvr>
  <p:transition>
    <p:rand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descr="文本, 表格&#10;&#10;描述已自动生成">
            <a:extLst>
              <a:ext uri="{FF2B5EF4-FFF2-40B4-BE49-F238E27FC236}">
                <a16:creationId xmlns:a16="http://schemas.microsoft.com/office/drawing/2014/main" id="{5A556CAF-025A-5AD7-E3B3-814FF0AE500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97115" y="1384920"/>
            <a:ext cx="10797770" cy="3230623"/>
          </a:xfrm>
        </p:spPr>
      </p:pic>
    </p:spTree>
    <p:extLst>
      <p:ext uri="{BB962C8B-B14F-4D97-AF65-F5344CB8AC3E}">
        <p14:creationId xmlns:p14="http://schemas.microsoft.com/office/powerpoint/2010/main" val="2908868885"/>
      </p:ext>
    </p:extLst>
  </p:cSld>
  <p:clrMapOvr>
    <a:masterClrMapping/>
  </p:clrMapOvr>
  <p:transition>
    <p:rand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标题 15"/>
          <p:cNvSpPr>
            <a:spLocks noGrp="1"/>
          </p:cNvSpPr>
          <p:nvPr>
            <p:ph type="title"/>
          </p:nvPr>
        </p:nvSpPr>
        <p:spPr/>
        <p:txBody>
          <a:bodyPr>
            <a:normAutofit fontScale="90000"/>
          </a:bodyPr>
          <a:lstStyle/>
          <a:p>
            <a:r>
              <a:rPr lang="en-US" altLang="zh-CN" dirty="0" err="1">
                <a:cs typeface="+mn-ea"/>
                <a:sym typeface="Huawei Sans" panose="020C0503030203020204" pitchFamily="34" charset="0"/>
              </a:rPr>
              <a:t>openEuler</a:t>
            </a:r>
            <a:r>
              <a:rPr lang="zh-CN" altLang="en-US" dirty="0">
                <a:cs typeface="+mn-ea"/>
                <a:sym typeface="Huawei Sans" panose="020C0503030203020204" pitchFamily="34" charset="0"/>
              </a:rPr>
              <a:t>文件系统</a:t>
            </a:r>
          </a:p>
        </p:txBody>
      </p:sp>
      <p:sp>
        <p:nvSpPr>
          <p:cNvPr id="2" name="文本占位符 1"/>
          <p:cNvSpPr>
            <a:spLocks noGrp="1"/>
          </p:cNvSpPr>
          <p:nvPr>
            <p:ph type="body" sz="quarter" idx="10"/>
          </p:nvPr>
        </p:nvSpPr>
        <p:spPr/>
        <p:txBody>
          <a:bodyPr/>
          <a:lstStyle/>
          <a:p>
            <a:r>
              <a:rPr lang="en-US" altLang="zh-CN" sz="2000" dirty="0" err="1">
                <a:cs typeface="+mn-ea"/>
                <a:sym typeface="Huawei Sans" panose="020C0503030203020204" pitchFamily="34" charset="0"/>
              </a:rPr>
              <a:t>openEuler</a:t>
            </a:r>
            <a:r>
              <a:rPr lang="zh-CN" altLang="en-US" sz="2000" dirty="0">
                <a:cs typeface="+mn-ea"/>
                <a:sym typeface="Huawei Sans" panose="020C0503030203020204" pitchFamily="34" charset="0"/>
              </a:rPr>
              <a:t>内核源于</a:t>
            </a:r>
            <a:r>
              <a:rPr lang="en-US" altLang="zh-CN" sz="2000" dirty="0">
                <a:cs typeface="+mn-ea"/>
                <a:sym typeface="Huawei Sans" panose="020C0503030203020204" pitchFamily="34" charset="0"/>
              </a:rPr>
              <a:t>Linux</a:t>
            </a:r>
            <a:r>
              <a:rPr lang="zh-CN" altLang="en-US" sz="2000" dirty="0">
                <a:cs typeface="+mn-ea"/>
                <a:sym typeface="Huawei Sans" panose="020C0503030203020204" pitchFamily="34" charset="0"/>
              </a:rPr>
              <a:t>， </a:t>
            </a:r>
            <a:r>
              <a:rPr lang="en-US" altLang="zh-CN" sz="2000" dirty="0">
                <a:cs typeface="+mn-ea"/>
                <a:sym typeface="Huawei Sans" panose="020C0503030203020204" pitchFamily="34" charset="0"/>
              </a:rPr>
              <a:t>Linux</a:t>
            </a:r>
            <a:r>
              <a:rPr lang="zh-CN" altLang="en-US" sz="2000" dirty="0">
                <a:cs typeface="+mn-ea"/>
                <a:sym typeface="Huawei Sans" panose="020C0503030203020204" pitchFamily="34" charset="0"/>
              </a:rPr>
              <a:t>内核</a:t>
            </a:r>
            <a:r>
              <a:rPr lang="zh-CN" altLang="en-US" sz="2000" b="1" dirty="0">
                <a:solidFill>
                  <a:srgbClr val="0070C0"/>
                </a:solidFill>
                <a:cs typeface="+mn-ea"/>
                <a:sym typeface="Huawei Sans" panose="020C0503030203020204" pitchFamily="34" charset="0"/>
              </a:rPr>
              <a:t>支持十多种不同类型的文件系统</a:t>
            </a:r>
            <a:r>
              <a:rPr lang="zh-CN" altLang="en-US" sz="2000" dirty="0">
                <a:cs typeface="+mn-ea"/>
                <a:sym typeface="Huawei Sans" panose="020C0503030203020204" pitchFamily="34" charset="0"/>
              </a:rPr>
              <a:t>，比如</a:t>
            </a:r>
            <a:r>
              <a:rPr lang="en-US" altLang="zh-CN" sz="2000" dirty="0" err="1">
                <a:cs typeface="+mn-ea"/>
                <a:sym typeface="Huawei Sans" panose="020C0503030203020204" pitchFamily="34" charset="0"/>
              </a:rPr>
              <a:t>Btrfs</a:t>
            </a:r>
            <a:r>
              <a:rPr lang="zh-CN" altLang="en-US" sz="2000" dirty="0">
                <a:cs typeface="+mn-ea"/>
                <a:sym typeface="Huawei Sans" panose="020C0503030203020204" pitchFamily="34" charset="0"/>
              </a:rPr>
              <a:t>、</a:t>
            </a:r>
            <a:r>
              <a:rPr lang="en-US" altLang="zh-CN" sz="2000" dirty="0">
                <a:cs typeface="+mn-ea"/>
                <a:sym typeface="Huawei Sans" panose="020C0503030203020204" pitchFamily="34" charset="0"/>
              </a:rPr>
              <a:t>JFS</a:t>
            </a:r>
            <a:r>
              <a:rPr lang="zh-CN" altLang="en-US" sz="2000" dirty="0">
                <a:cs typeface="+mn-ea"/>
                <a:sym typeface="Huawei Sans" panose="020C0503030203020204" pitchFamily="34" charset="0"/>
              </a:rPr>
              <a:t>、</a:t>
            </a:r>
            <a:r>
              <a:rPr lang="en-US" altLang="zh-CN" sz="2000" dirty="0" err="1">
                <a:cs typeface="+mn-ea"/>
                <a:sym typeface="Huawei Sans" panose="020C0503030203020204" pitchFamily="34" charset="0"/>
              </a:rPr>
              <a:t>ReiserFS</a:t>
            </a:r>
            <a:r>
              <a:rPr lang="zh-CN" altLang="en-US" sz="2000" dirty="0">
                <a:cs typeface="+mn-ea"/>
                <a:sym typeface="Huawei Sans" panose="020C0503030203020204" pitchFamily="34" charset="0"/>
              </a:rPr>
              <a:t>、</a:t>
            </a:r>
            <a:r>
              <a:rPr lang="en-US" altLang="zh-CN" sz="2000" dirty="0" err="1">
                <a:cs typeface="+mn-ea"/>
                <a:sym typeface="Huawei Sans" panose="020C0503030203020204" pitchFamily="34" charset="0"/>
              </a:rPr>
              <a:t>ext</a:t>
            </a:r>
            <a:r>
              <a:rPr lang="zh-CN" altLang="en-US" sz="2000" dirty="0">
                <a:cs typeface="+mn-ea"/>
                <a:sym typeface="Huawei Sans" panose="020C0503030203020204" pitchFamily="34" charset="0"/>
              </a:rPr>
              <a:t>、</a:t>
            </a:r>
            <a:r>
              <a:rPr lang="en-US" altLang="zh-CN" sz="2000" dirty="0">
                <a:cs typeface="+mn-ea"/>
                <a:sym typeface="Huawei Sans" panose="020C0503030203020204" pitchFamily="34" charset="0"/>
              </a:rPr>
              <a:t>ext2</a:t>
            </a:r>
            <a:r>
              <a:rPr lang="zh-CN" altLang="en-US" sz="2000" dirty="0">
                <a:cs typeface="+mn-ea"/>
                <a:sym typeface="Huawei Sans" panose="020C0503030203020204" pitchFamily="34" charset="0"/>
              </a:rPr>
              <a:t>、</a:t>
            </a:r>
            <a:r>
              <a:rPr lang="en-US" altLang="zh-CN" sz="2000" dirty="0">
                <a:cs typeface="+mn-ea"/>
                <a:sym typeface="Huawei Sans" panose="020C0503030203020204" pitchFamily="34" charset="0"/>
              </a:rPr>
              <a:t>ext3</a:t>
            </a:r>
            <a:r>
              <a:rPr lang="zh-CN" altLang="en-US" sz="2000" dirty="0">
                <a:cs typeface="+mn-ea"/>
                <a:sym typeface="Huawei Sans" panose="020C0503030203020204" pitchFamily="34" charset="0"/>
              </a:rPr>
              <a:t>、</a:t>
            </a:r>
            <a:r>
              <a:rPr lang="en-US" altLang="zh-CN" sz="2000" dirty="0">
                <a:cs typeface="+mn-ea"/>
                <a:sym typeface="Huawei Sans" panose="020C0503030203020204" pitchFamily="34" charset="0"/>
              </a:rPr>
              <a:t>ext4</a:t>
            </a:r>
            <a:r>
              <a:rPr lang="zh-CN" altLang="en-US" sz="2000" dirty="0">
                <a:cs typeface="+mn-ea"/>
                <a:sym typeface="Huawei Sans" panose="020C0503030203020204" pitchFamily="34" charset="0"/>
              </a:rPr>
              <a:t>、</a:t>
            </a:r>
            <a:r>
              <a:rPr lang="en-US" altLang="zh-CN" sz="2000" dirty="0">
                <a:cs typeface="+mn-ea"/>
                <a:sym typeface="Huawei Sans" panose="020C0503030203020204" pitchFamily="34" charset="0"/>
              </a:rPr>
              <a:t>ISO9660</a:t>
            </a:r>
            <a:r>
              <a:rPr lang="zh-CN" altLang="en-US" sz="2000" dirty="0">
                <a:cs typeface="+mn-ea"/>
                <a:sym typeface="Huawei Sans" panose="020C0503030203020204" pitchFamily="34" charset="0"/>
              </a:rPr>
              <a:t>、</a:t>
            </a:r>
            <a:r>
              <a:rPr lang="en-US" altLang="zh-CN" sz="2000" dirty="0">
                <a:cs typeface="+mn-ea"/>
                <a:sym typeface="Huawei Sans" panose="020C0503030203020204" pitchFamily="34" charset="0"/>
              </a:rPr>
              <a:t>XFS</a:t>
            </a:r>
            <a:r>
              <a:rPr lang="zh-CN" altLang="en-US" sz="2000" dirty="0">
                <a:cs typeface="+mn-ea"/>
                <a:sym typeface="Huawei Sans" panose="020C0503030203020204" pitchFamily="34" charset="0"/>
              </a:rPr>
              <a:t>、</a:t>
            </a:r>
            <a:r>
              <a:rPr lang="en-US" altLang="zh-CN" sz="2000" dirty="0" err="1">
                <a:cs typeface="+mn-ea"/>
                <a:sym typeface="Huawei Sans" panose="020C0503030203020204" pitchFamily="34" charset="0"/>
              </a:rPr>
              <a:t>Minix</a:t>
            </a:r>
            <a:r>
              <a:rPr lang="zh-CN" altLang="en-US" sz="2000" dirty="0">
                <a:cs typeface="+mn-ea"/>
                <a:sym typeface="Huawei Sans" panose="020C0503030203020204" pitchFamily="34" charset="0"/>
              </a:rPr>
              <a:t>、</a:t>
            </a:r>
            <a:r>
              <a:rPr lang="en-US" altLang="zh-CN" sz="2000" dirty="0">
                <a:cs typeface="+mn-ea"/>
                <a:sym typeface="Huawei Sans" panose="020C0503030203020204" pitchFamily="34" charset="0"/>
              </a:rPr>
              <a:t>MSDOS</a:t>
            </a:r>
            <a:r>
              <a:rPr lang="zh-CN" altLang="en-US" sz="2000" dirty="0">
                <a:cs typeface="+mn-ea"/>
                <a:sym typeface="Huawei Sans" panose="020C0503030203020204" pitchFamily="34" charset="0"/>
              </a:rPr>
              <a:t>、</a:t>
            </a:r>
            <a:r>
              <a:rPr lang="en-US" altLang="zh-CN" sz="2000" dirty="0">
                <a:cs typeface="+mn-ea"/>
                <a:sym typeface="Huawei Sans" panose="020C0503030203020204" pitchFamily="34" charset="0"/>
              </a:rPr>
              <a:t>UMSDOS</a:t>
            </a:r>
            <a:r>
              <a:rPr lang="zh-CN" altLang="en-US" sz="2000" dirty="0">
                <a:cs typeface="+mn-ea"/>
                <a:sym typeface="Huawei Sans" panose="020C0503030203020204" pitchFamily="34" charset="0"/>
              </a:rPr>
              <a:t>、</a:t>
            </a:r>
            <a:r>
              <a:rPr lang="en-US" altLang="zh-CN" sz="2000" dirty="0">
                <a:cs typeface="+mn-ea"/>
                <a:sym typeface="Huawei Sans" panose="020C0503030203020204" pitchFamily="34" charset="0"/>
              </a:rPr>
              <a:t>VFAT</a:t>
            </a:r>
            <a:r>
              <a:rPr lang="zh-CN" altLang="en-US" sz="2000" dirty="0">
                <a:cs typeface="+mn-ea"/>
                <a:sym typeface="Huawei Sans" panose="020C0503030203020204" pitchFamily="34" charset="0"/>
              </a:rPr>
              <a:t>、</a:t>
            </a:r>
            <a:r>
              <a:rPr lang="en-US" altLang="zh-CN" sz="2000" dirty="0">
                <a:cs typeface="+mn-ea"/>
                <a:sym typeface="Huawei Sans" panose="020C0503030203020204" pitchFamily="34" charset="0"/>
              </a:rPr>
              <a:t>NTFS</a:t>
            </a:r>
            <a:r>
              <a:rPr lang="zh-CN" altLang="en-US" sz="2000" dirty="0">
                <a:cs typeface="+mn-ea"/>
                <a:sym typeface="Huawei Sans" panose="020C0503030203020204" pitchFamily="34" charset="0"/>
              </a:rPr>
              <a:t>、</a:t>
            </a:r>
            <a:r>
              <a:rPr lang="en-US" altLang="zh-CN" sz="2000" dirty="0">
                <a:cs typeface="+mn-ea"/>
                <a:sym typeface="Huawei Sans" panose="020C0503030203020204" pitchFamily="34" charset="0"/>
              </a:rPr>
              <a:t>HPFS</a:t>
            </a:r>
            <a:r>
              <a:rPr lang="zh-CN" altLang="en-US" sz="2000" dirty="0">
                <a:cs typeface="+mn-ea"/>
                <a:sym typeface="Huawei Sans" panose="020C0503030203020204" pitchFamily="34" charset="0"/>
              </a:rPr>
              <a:t>、</a:t>
            </a:r>
            <a:r>
              <a:rPr lang="en-US" altLang="zh-CN" sz="2000" dirty="0">
                <a:cs typeface="+mn-ea"/>
                <a:sym typeface="Huawei Sans" panose="020C0503030203020204" pitchFamily="34" charset="0"/>
              </a:rPr>
              <a:t>NFS</a:t>
            </a:r>
            <a:r>
              <a:rPr lang="zh-CN" altLang="en-US" sz="2000" dirty="0">
                <a:cs typeface="+mn-ea"/>
                <a:sym typeface="Huawei Sans" panose="020C0503030203020204" pitchFamily="34" charset="0"/>
              </a:rPr>
              <a:t>、</a:t>
            </a:r>
            <a:r>
              <a:rPr lang="en-US" altLang="zh-CN" sz="2000" dirty="0">
                <a:cs typeface="+mn-ea"/>
                <a:sym typeface="Huawei Sans" panose="020C0503030203020204" pitchFamily="34" charset="0"/>
              </a:rPr>
              <a:t>SMB</a:t>
            </a:r>
            <a:r>
              <a:rPr lang="zh-CN" altLang="en-US" sz="2000" dirty="0">
                <a:cs typeface="+mn-ea"/>
                <a:sym typeface="Huawei Sans" panose="020C0503030203020204" pitchFamily="34" charset="0"/>
              </a:rPr>
              <a:t>、</a:t>
            </a:r>
            <a:r>
              <a:rPr lang="en-US" altLang="zh-CN" sz="2000" dirty="0" err="1">
                <a:cs typeface="+mn-ea"/>
                <a:sym typeface="Huawei Sans" panose="020C0503030203020204" pitchFamily="34" charset="0"/>
              </a:rPr>
              <a:t>SysV</a:t>
            </a:r>
            <a:r>
              <a:rPr lang="zh-CN" altLang="en-US" sz="2000" dirty="0">
                <a:cs typeface="+mn-ea"/>
                <a:sym typeface="Huawei Sans" panose="020C0503030203020204" pitchFamily="34" charset="0"/>
              </a:rPr>
              <a:t>、</a:t>
            </a:r>
            <a:r>
              <a:rPr lang="en-US" altLang="zh-CN" sz="2000" dirty="0">
                <a:cs typeface="+mn-ea"/>
                <a:sym typeface="Huawei Sans" panose="020C0503030203020204" pitchFamily="34" charset="0"/>
              </a:rPr>
              <a:t>PROC</a:t>
            </a:r>
            <a:r>
              <a:rPr lang="zh-CN" altLang="en-US" sz="2000" dirty="0">
                <a:cs typeface="+mn-ea"/>
                <a:sym typeface="Huawei Sans" panose="020C0503030203020204" pitchFamily="34" charset="0"/>
              </a:rPr>
              <a:t>等，表格中列举常用几种并做说明。</a:t>
            </a:r>
            <a:endParaRPr lang="en-US" altLang="zh-CN" sz="2000" dirty="0">
              <a:cs typeface="+mn-ea"/>
              <a:sym typeface="Huawei Sans" panose="020C0503030203020204" pitchFamily="34" charset="0"/>
            </a:endParaRPr>
          </a:p>
          <a:p>
            <a:r>
              <a:rPr lang="en-US" altLang="zh-CN" sz="2000" b="1" dirty="0" err="1">
                <a:solidFill>
                  <a:srgbClr val="0000FF"/>
                </a:solidFill>
                <a:cs typeface="+mn-ea"/>
                <a:sym typeface="Huawei Sans" panose="020C0503030203020204" pitchFamily="34" charset="0"/>
              </a:rPr>
              <a:t>openEluer</a:t>
            </a:r>
            <a:r>
              <a:rPr lang="zh-CN" altLang="en-US" sz="2000" b="1" dirty="0">
                <a:solidFill>
                  <a:srgbClr val="0000FF"/>
                </a:solidFill>
                <a:cs typeface="+mn-ea"/>
                <a:sym typeface="Huawei Sans" panose="020C0503030203020204" pitchFamily="34" charset="0"/>
              </a:rPr>
              <a:t>默认文件系统为</a:t>
            </a:r>
            <a:r>
              <a:rPr lang="en-US" altLang="zh-CN" sz="2000" b="1" dirty="0">
                <a:solidFill>
                  <a:srgbClr val="0000FF"/>
                </a:solidFill>
                <a:cs typeface="+mn-ea"/>
                <a:sym typeface="Huawei Sans" panose="020C0503030203020204" pitchFamily="34" charset="0"/>
              </a:rPr>
              <a:t>ext4</a:t>
            </a:r>
            <a:r>
              <a:rPr lang="zh-CN" altLang="en-US" sz="2000" dirty="0">
                <a:cs typeface="+mn-ea"/>
                <a:sym typeface="Huawei Sans" panose="020C0503030203020204" pitchFamily="34" charset="0"/>
              </a:rPr>
              <a:t>。</a:t>
            </a:r>
          </a:p>
        </p:txBody>
      </p:sp>
      <p:graphicFrame>
        <p:nvGraphicFramePr>
          <p:cNvPr id="5" name="表格 4"/>
          <p:cNvGraphicFramePr>
            <a:graphicFrameLocks noGrp="1"/>
          </p:cNvGraphicFramePr>
          <p:nvPr>
            <p:extLst>
              <p:ext uri="{D42A27DB-BD31-4B8C-83A1-F6EECF244321}">
                <p14:modId xmlns:p14="http://schemas.microsoft.com/office/powerpoint/2010/main" val="495357097"/>
              </p:ext>
            </p:extLst>
          </p:nvPr>
        </p:nvGraphicFramePr>
        <p:xfrm>
          <a:off x="731836" y="3285955"/>
          <a:ext cx="10407226" cy="2641600"/>
        </p:xfrm>
        <a:graphic>
          <a:graphicData uri="http://schemas.openxmlformats.org/drawingml/2006/table">
            <a:tbl>
              <a:tblPr firstRow="1" bandRow="1">
                <a:tableStyleId>{5C22544A-7EE6-4342-B048-85BDC9FD1C3A}</a:tableStyleId>
              </a:tblPr>
              <a:tblGrid>
                <a:gridCol w="2524016">
                  <a:extLst>
                    <a:ext uri="{9D8B030D-6E8A-4147-A177-3AD203B41FA5}">
                      <a16:colId xmlns:a16="http://schemas.microsoft.com/office/drawing/2014/main" val="20000"/>
                    </a:ext>
                  </a:extLst>
                </a:gridCol>
                <a:gridCol w="7883210">
                  <a:extLst>
                    <a:ext uri="{9D8B030D-6E8A-4147-A177-3AD203B41FA5}">
                      <a16:colId xmlns:a16="http://schemas.microsoft.com/office/drawing/2014/main" val="20001"/>
                    </a:ext>
                  </a:extLst>
                </a:gridCol>
              </a:tblGrid>
              <a:tr h="370840">
                <a:tc>
                  <a:txBody>
                    <a:bodyPr/>
                    <a:lstStyle/>
                    <a:p>
                      <a:pPr marL="0" algn="ctr" defTabSz="914400" rtl="0" eaLnBrk="1" latinLnBrk="0" hangingPunct="1"/>
                      <a:r>
                        <a:rPr lang="zh-CN" altLang="en-US" sz="1800" b="1"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常用文件系统</a:t>
                      </a: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algn="ctr" defTabSz="914400" rtl="0" eaLnBrk="1" latinLnBrk="0" hangingPunct="1"/>
                      <a:r>
                        <a:rPr lang="zh-CN" altLang="en-US" sz="1800" b="1"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说明</a:t>
                      </a: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0"/>
                  </a:ext>
                </a:extLst>
              </a:tr>
              <a:tr h="370840">
                <a:tc>
                  <a:txBody>
                    <a:bodyPr/>
                    <a:lstStyle/>
                    <a:p>
                      <a:pPr marL="0" algn="ctr" defTabSz="914400" rtl="0" eaLnBrk="1" latinLnBrk="0" hangingPunct="1"/>
                      <a:r>
                        <a:rPr lang="en-US" altLang="zh-CN" sz="16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Ext</a:t>
                      </a:r>
                      <a:endParaRPr lang="zh-CN" altLang="en-US" sz="16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latinLnBrk="0" hangingPunct="1"/>
                      <a:r>
                        <a:rPr lang="zh-CN" altLang="en-US" sz="16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专门为</a:t>
                      </a:r>
                      <a:r>
                        <a:rPr lang="en-US" altLang="zh-CN" sz="16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Linux</a:t>
                      </a:r>
                      <a:r>
                        <a:rPr lang="zh-CN" altLang="en-US" sz="16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设计的文件系统类型，目前最新版本</a:t>
                      </a:r>
                      <a:r>
                        <a:rPr lang="en-US" altLang="zh-CN" sz="16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ext4</a:t>
                      </a:r>
                      <a:endParaRPr lang="zh-CN" altLang="en-US" sz="16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70840">
                <a:tc>
                  <a:txBody>
                    <a:bodyPr/>
                    <a:lstStyle/>
                    <a:p>
                      <a:pPr marL="0" algn="ctr" defTabSz="914400" rtl="0" eaLnBrk="1" latinLnBrk="0" hangingPunct="1"/>
                      <a:r>
                        <a:rPr lang="en-US" altLang="zh-CN" sz="1600" dirty="0">
                          <a:cs typeface="+mn-ea"/>
                          <a:sym typeface="Huawei Sans" panose="020C0503030203020204" pitchFamily="34" charset="0"/>
                        </a:rPr>
                        <a:t>XFS</a:t>
                      </a:r>
                      <a:endParaRPr lang="en-US" altLang="zh-CN" sz="16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latinLnBrk="0" hangingPunct="1"/>
                      <a:r>
                        <a:rPr lang="zh-CN" altLang="en-US" sz="16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一种高性能的日志文件系统，最早于</a:t>
                      </a:r>
                      <a:r>
                        <a:rPr lang="en-US" altLang="zh-CN" sz="16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1993</a:t>
                      </a:r>
                      <a:r>
                        <a:rPr lang="zh-CN" altLang="en-US" sz="16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年，由</a:t>
                      </a:r>
                      <a:r>
                        <a:rPr lang="en-US" altLang="zh-CN" sz="16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Silicon Graphics</a:t>
                      </a:r>
                      <a:r>
                        <a:rPr lang="zh-CN" altLang="en-US" sz="16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为他们的</a:t>
                      </a:r>
                      <a:r>
                        <a:rPr lang="en-US" altLang="zh-CN" sz="16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IRIX</a:t>
                      </a:r>
                      <a:r>
                        <a:rPr lang="zh-CN" altLang="en-US" sz="16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操作系统而开发，之后被移植到</a:t>
                      </a:r>
                      <a:r>
                        <a:rPr lang="en-US" altLang="zh-CN" sz="16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Linux </a:t>
                      </a:r>
                      <a:r>
                        <a:rPr lang="zh-CN" altLang="en-US" sz="16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内核上，特别擅长处理大文件，同时提供平滑的数据传输。</a:t>
                      </a: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70840">
                <a:tc>
                  <a:txBody>
                    <a:bodyPr/>
                    <a:lstStyle/>
                    <a:p>
                      <a:pPr marL="0" algn="ctr" defTabSz="914400" rtl="0" eaLnBrk="1" latinLnBrk="0" hangingPunct="1"/>
                      <a:r>
                        <a:rPr lang="en-US" altLang="zh-CN" sz="1799" b="0" i="0" kern="1200" dirty="0" err="1">
                          <a:solidFill>
                            <a:schemeClr val="dk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vfat</a:t>
                      </a:r>
                      <a:endParaRPr lang="zh-CN" altLang="en-US" sz="16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latinLnBrk="0" hangingPunct="1"/>
                      <a:r>
                        <a:rPr lang="en-US" altLang="zh-CN" sz="1600" kern="1200" dirty="0" err="1">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vfat</a:t>
                      </a:r>
                      <a:r>
                        <a:rPr lang="zh-CN" altLang="en-US" sz="16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是</a:t>
                      </a:r>
                      <a:r>
                        <a:rPr lang="en-US" altLang="zh-CN" sz="16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Linux</a:t>
                      </a:r>
                      <a:r>
                        <a:rPr lang="zh-CN" altLang="en-US" sz="16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对</a:t>
                      </a:r>
                      <a:r>
                        <a:rPr lang="en-US" altLang="zh-CN" sz="1600" kern="1200" dirty="0" err="1">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DOS,Windows</a:t>
                      </a:r>
                      <a:r>
                        <a:rPr lang="zh-CN" altLang="en-US" sz="16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系统下的</a:t>
                      </a:r>
                      <a:r>
                        <a:rPr lang="en-US" altLang="zh-CN" sz="1600" b="1" kern="1200" dirty="0">
                          <a:solidFill>
                            <a:srgbClr val="0070C0"/>
                          </a:solidFill>
                          <a:latin typeface="Huawei Sans" panose="020C0503030203020204" pitchFamily="34" charset="0"/>
                          <a:ea typeface="方正兰亭黑简体" panose="02000000000000000000" pitchFamily="2" charset="-122"/>
                          <a:cs typeface="+mn-ea"/>
                          <a:sym typeface="Huawei Sans" panose="020C0503030203020204" pitchFamily="34" charset="0"/>
                        </a:rPr>
                        <a:t>FAT(</a:t>
                      </a:r>
                      <a:r>
                        <a:rPr lang="zh-CN" altLang="en-US" sz="1600" b="1" kern="1200" dirty="0">
                          <a:solidFill>
                            <a:srgbClr val="0070C0"/>
                          </a:solidFill>
                          <a:latin typeface="Huawei Sans" panose="020C0503030203020204" pitchFamily="34" charset="0"/>
                          <a:ea typeface="方正兰亭黑简体" panose="02000000000000000000" pitchFamily="2" charset="-122"/>
                          <a:cs typeface="+mn-ea"/>
                          <a:sym typeface="Huawei Sans" panose="020C0503030203020204" pitchFamily="34" charset="0"/>
                        </a:rPr>
                        <a:t>包括</a:t>
                      </a:r>
                      <a:r>
                        <a:rPr lang="en-US" altLang="zh-CN" sz="1600" b="1" kern="1200" dirty="0">
                          <a:solidFill>
                            <a:srgbClr val="0070C0"/>
                          </a:solidFill>
                          <a:latin typeface="Huawei Sans" panose="020C0503030203020204" pitchFamily="34" charset="0"/>
                          <a:ea typeface="方正兰亭黑简体" panose="02000000000000000000" pitchFamily="2" charset="-122"/>
                          <a:cs typeface="+mn-ea"/>
                          <a:sym typeface="Huawei Sans" panose="020C0503030203020204" pitchFamily="34" charset="0"/>
                        </a:rPr>
                        <a:t>fat16</a:t>
                      </a:r>
                      <a:r>
                        <a:rPr lang="zh-CN" altLang="en-US" sz="1600" b="1" kern="1200" dirty="0">
                          <a:solidFill>
                            <a:srgbClr val="0070C0"/>
                          </a:solidFill>
                          <a:latin typeface="Huawei Sans" panose="020C0503030203020204" pitchFamily="34" charset="0"/>
                          <a:ea typeface="方正兰亭黑简体" panose="02000000000000000000" pitchFamily="2" charset="-122"/>
                          <a:cs typeface="+mn-ea"/>
                          <a:sym typeface="Huawei Sans" panose="020C0503030203020204" pitchFamily="34" charset="0"/>
                        </a:rPr>
                        <a:t>和</a:t>
                      </a:r>
                      <a:r>
                        <a:rPr lang="en-US" altLang="zh-CN" sz="1600" b="1" kern="1200" dirty="0">
                          <a:solidFill>
                            <a:srgbClr val="0070C0"/>
                          </a:solidFill>
                          <a:latin typeface="Huawei Sans" panose="020C0503030203020204" pitchFamily="34" charset="0"/>
                          <a:ea typeface="方正兰亭黑简体" panose="02000000000000000000" pitchFamily="2" charset="-122"/>
                          <a:cs typeface="+mn-ea"/>
                          <a:sym typeface="Huawei Sans" panose="020C0503030203020204" pitchFamily="34" charset="0"/>
                        </a:rPr>
                        <a:t>Fat32)</a:t>
                      </a:r>
                      <a:r>
                        <a:rPr lang="zh-CN" altLang="en-US" sz="1600" b="1" kern="1200" dirty="0">
                          <a:solidFill>
                            <a:srgbClr val="0070C0"/>
                          </a:solidFill>
                          <a:latin typeface="Huawei Sans" panose="020C0503030203020204" pitchFamily="34" charset="0"/>
                          <a:ea typeface="方正兰亭黑简体" panose="02000000000000000000" pitchFamily="2" charset="-122"/>
                          <a:cs typeface="+mn-ea"/>
                          <a:sym typeface="Huawei Sans" panose="020C0503030203020204" pitchFamily="34" charset="0"/>
                        </a:rPr>
                        <a:t>文件系统的一个统称</a:t>
                      </a: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370840">
                <a:tc>
                  <a:txBody>
                    <a:bodyPr/>
                    <a:lstStyle/>
                    <a:p>
                      <a:pPr marL="0" algn="ctr" defTabSz="914400" rtl="0" eaLnBrk="1" latinLnBrk="0" hangingPunct="1"/>
                      <a:r>
                        <a:rPr lang="en-US" altLang="zh-CN" sz="1600" b="0" i="0" kern="1200" dirty="0">
                          <a:solidFill>
                            <a:schemeClr val="dk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NFS</a:t>
                      </a:r>
                      <a:endParaRPr lang="zh-CN" altLang="en-US" sz="16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latinLnBrk="0" hangingPunct="1"/>
                      <a:r>
                        <a:rPr lang="zh-CN" altLang="en-US" sz="16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网络文件系统，用于在</a:t>
                      </a:r>
                      <a:r>
                        <a:rPr lang="en-US" altLang="zh-CN" sz="16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UNIX</a:t>
                      </a:r>
                      <a:r>
                        <a:rPr lang="zh-CN" altLang="en-US" sz="16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系统间通过网络进行文件共享</a:t>
                      </a: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370840">
                <a:tc>
                  <a:txBody>
                    <a:bodyPr/>
                    <a:lstStyle/>
                    <a:p>
                      <a:pPr marL="0" algn="ctr" defTabSz="914400" rtl="0" eaLnBrk="1" latinLnBrk="0" hangingPunct="1"/>
                      <a:r>
                        <a:rPr lang="en-US" altLang="zh-CN" sz="1600" b="0" i="0" kern="1200">
                          <a:solidFill>
                            <a:schemeClr val="dk1"/>
                          </a:solidFill>
                          <a:effectLst/>
                          <a:latin typeface="Huawei Sans" panose="020C0503030203020204" pitchFamily="34" charset="0"/>
                          <a:ea typeface="方正兰亭黑简体" panose="02000000000000000000" pitchFamily="2" charset="-122"/>
                          <a:cs typeface="+mn-ea"/>
                          <a:sym typeface="Huawei Sans" panose="020C0503030203020204" pitchFamily="34" charset="0"/>
                        </a:rPr>
                        <a:t>ISO 9600</a:t>
                      </a:r>
                      <a:endParaRPr lang="zh-CN" altLang="en-US" sz="16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latinLnBrk="0" hangingPunct="1"/>
                      <a:r>
                        <a:rPr lang="zh-CN" altLang="en-US" sz="16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该文件系统中</a:t>
                      </a:r>
                      <a:r>
                        <a:rPr lang="zh-CN" altLang="en-US" sz="1600" b="1" kern="1200" dirty="0">
                          <a:solidFill>
                            <a:srgbClr val="0070C0"/>
                          </a:solidFill>
                          <a:latin typeface="Huawei Sans" panose="020C0503030203020204" pitchFamily="34" charset="0"/>
                          <a:ea typeface="方正兰亭黑简体" panose="02000000000000000000" pitchFamily="2" charset="-122"/>
                          <a:cs typeface="+mn-ea"/>
                          <a:sym typeface="Huawei Sans" panose="020C0503030203020204" pitchFamily="34" charset="0"/>
                        </a:rPr>
                        <a:t>光盘所使用的标准文件系统</a:t>
                      </a:r>
                      <a:r>
                        <a:rPr lang="zh-CN" altLang="en-US" sz="16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6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Linux</a:t>
                      </a:r>
                      <a:r>
                        <a:rPr lang="zh-CN" altLang="en-US" sz="16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对该文件系统也有很好的支持，不仅能读取光盘和光盘</a:t>
                      </a:r>
                      <a:r>
                        <a:rPr lang="en-US" altLang="zh-CN" sz="16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ISO</a:t>
                      </a:r>
                      <a:r>
                        <a:rPr lang="zh-CN" altLang="en-US" sz="16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映像文件，而且还支持在</a:t>
                      </a:r>
                      <a:r>
                        <a:rPr lang="en-US" altLang="zh-CN" sz="16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Linux</a:t>
                      </a:r>
                      <a:r>
                        <a:rPr lang="zh-CN" altLang="en-US" sz="160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环境中刻录光盘</a:t>
                      </a: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8203065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白板上的文字&#10;&#10;描述已自动生成">
            <a:extLst>
              <a:ext uri="{FF2B5EF4-FFF2-40B4-BE49-F238E27FC236}">
                <a16:creationId xmlns:a16="http://schemas.microsoft.com/office/drawing/2014/main" id="{E9801EC4-575D-AFBA-44E9-1C4D8012C6E4}"/>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20000" contrast="-40000"/>
                    </a14:imgEffect>
                  </a14:imgLayer>
                </a14:imgProps>
              </a:ext>
              <a:ext uri="{28A0092B-C50C-407E-A947-70E740481C1C}">
                <a14:useLocalDpi xmlns:a14="http://schemas.microsoft.com/office/drawing/2010/main" val="0"/>
              </a:ext>
            </a:extLst>
          </a:blip>
          <a:srcRect t="16190" r="-4815" b="23333"/>
          <a:stretch/>
        </p:blipFill>
        <p:spPr>
          <a:xfrm>
            <a:off x="1317172" y="549050"/>
            <a:ext cx="7487113" cy="5759899"/>
          </a:xfrm>
          <a:prstGeom prst="rect">
            <a:avLst/>
          </a:prstGeom>
        </p:spPr>
      </p:pic>
    </p:spTree>
    <p:extLst>
      <p:ext uri="{BB962C8B-B14F-4D97-AF65-F5344CB8AC3E}">
        <p14:creationId xmlns:p14="http://schemas.microsoft.com/office/powerpoint/2010/main" val="2094684661"/>
      </p:ext>
    </p:extLst>
  </p:cSld>
  <p:clrMapOvr>
    <a:masterClrMapping/>
  </p:clrMapOvr>
  <p:transition>
    <p:rand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9</a:t>
            </a:r>
            <a:r>
              <a:rPr lang="en-US" altLang="zh-CN" dirty="0">
                <a:sym typeface="+mn-ea"/>
              </a:rPr>
              <a:t>.1.2  </a:t>
            </a:r>
            <a:r>
              <a:rPr lang="zh-CN" altLang="en-US" dirty="0">
                <a:sym typeface="+mn-ea"/>
              </a:rPr>
              <a:t>文件系统及其功能</a:t>
            </a:r>
            <a:endParaRPr lang="zh-CN" altLang="en-US" dirty="0"/>
          </a:p>
        </p:txBody>
      </p:sp>
      <p:sp>
        <p:nvSpPr>
          <p:cNvPr id="3" name="内容占位符 2"/>
          <p:cNvSpPr>
            <a:spLocks noGrp="1"/>
          </p:cNvSpPr>
          <p:nvPr>
            <p:ph idx="1"/>
          </p:nvPr>
        </p:nvSpPr>
        <p:spPr>
          <a:xfrm>
            <a:off x="839520" y="1177965"/>
            <a:ext cx="9053627" cy="4605615"/>
          </a:xfrm>
        </p:spPr>
        <p:txBody>
          <a:bodyPr>
            <a:noAutofit/>
          </a:bodyPr>
          <a:lstStyle/>
          <a:p>
            <a:pPr marL="0" indent="0">
              <a:buNone/>
            </a:pPr>
            <a:r>
              <a:rPr lang="en-US" altLang="zh-CN" sz="2800" b="1" dirty="0"/>
              <a:t>2</a:t>
            </a:r>
            <a:r>
              <a:rPr lang="zh-CN" altLang="zh-CN" sz="2800" b="1" dirty="0"/>
              <a:t>．文件</a:t>
            </a:r>
            <a:r>
              <a:rPr lang="zh-CN" altLang="en-US" sz="2800" b="1" dirty="0"/>
              <a:t>系统的主要功能</a:t>
            </a:r>
            <a:endParaRPr lang="zh-CN" altLang="zh-CN" sz="2800" dirty="0"/>
          </a:p>
          <a:p>
            <a:r>
              <a:rPr lang="zh-CN" altLang="zh-CN" sz="2800" dirty="0">
                <a:solidFill>
                  <a:srgbClr val="FF0000"/>
                </a:solidFill>
              </a:rPr>
              <a:t>（</a:t>
            </a:r>
            <a:r>
              <a:rPr lang="en-US" altLang="zh-CN" sz="2800" dirty="0">
                <a:solidFill>
                  <a:srgbClr val="FF0000"/>
                </a:solidFill>
              </a:rPr>
              <a:t>1</a:t>
            </a:r>
            <a:r>
              <a:rPr lang="zh-CN" altLang="zh-CN" sz="2800" dirty="0">
                <a:solidFill>
                  <a:srgbClr val="FF0000"/>
                </a:solidFill>
              </a:rPr>
              <a:t>）实现</a:t>
            </a:r>
            <a:r>
              <a:rPr lang="en-US" altLang="zh-CN" sz="2800" dirty="0">
                <a:solidFill>
                  <a:srgbClr val="FF0000"/>
                </a:solidFill>
              </a:rPr>
              <a:t>“</a:t>
            </a:r>
            <a:r>
              <a:rPr lang="zh-CN" altLang="zh-CN" sz="2800" dirty="0">
                <a:solidFill>
                  <a:srgbClr val="FF0000"/>
                </a:solidFill>
              </a:rPr>
              <a:t>按名存取</a:t>
            </a:r>
            <a:r>
              <a:rPr lang="en-US" altLang="zh-CN" sz="2800" dirty="0">
                <a:solidFill>
                  <a:srgbClr val="FF0000"/>
                </a:solidFill>
              </a:rPr>
              <a:t>”</a:t>
            </a:r>
            <a:r>
              <a:rPr lang="zh-CN" altLang="zh-CN" sz="2800" dirty="0">
                <a:solidFill>
                  <a:srgbClr val="FF0000"/>
                </a:solidFill>
              </a:rPr>
              <a:t>。</a:t>
            </a:r>
            <a:endParaRPr lang="en-US" altLang="zh-CN" sz="2800" dirty="0">
              <a:solidFill>
                <a:srgbClr val="FF0000"/>
              </a:solidFill>
            </a:endParaRPr>
          </a:p>
          <a:p>
            <a:r>
              <a:rPr lang="zh-CN" altLang="zh-CN" sz="2800" dirty="0"/>
              <a:t>（</a:t>
            </a:r>
            <a:r>
              <a:rPr lang="en-US" altLang="zh-CN" sz="2800" dirty="0"/>
              <a:t>2</a:t>
            </a:r>
            <a:r>
              <a:rPr lang="zh-CN" altLang="zh-CN" sz="2800" dirty="0"/>
              <a:t>）文件存储空间的管理。</a:t>
            </a:r>
            <a:endParaRPr lang="en-US" altLang="zh-CN" sz="2800" dirty="0"/>
          </a:p>
          <a:p>
            <a:r>
              <a:rPr lang="zh-CN" altLang="zh-CN" sz="2800" dirty="0"/>
              <a:t>（</a:t>
            </a:r>
            <a:r>
              <a:rPr lang="en-US" altLang="zh-CN" sz="2800" dirty="0"/>
              <a:t>3</a:t>
            </a:r>
            <a:r>
              <a:rPr lang="zh-CN" altLang="zh-CN" sz="2800" dirty="0"/>
              <a:t>）对文件及文件目录的管理。</a:t>
            </a:r>
          </a:p>
          <a:p>
            <a:r>
              <a:rPr lang="zh-CN" altLang="zh-CN" sz="2800" dirty="0"/>
              <a:t>（</a:t>
            </a:r>
            <a:r>
              <a:rPr lang="en-US" altLang="zh-CN" sz="2800" dirty="0"/>
              <a:t>4</a:t>
            </a:r>
            <a:r>
              <a:rPr lang="zh-CN" altLang="zh-CN" sz="2800" dirty="0"/>
              <a:t>）文件组织。</a:t>
            </a:r>
            <a:endParaRPr lang="en-US" altLang="zh-CN" sz="2800" dirty="0"/>
          </a:p>
          <a:p>
            <a:r>
              <a:rPr lang="zh-CN" altLang="zh-CN" sz="2800" dirty="0"/>
              <a:t>（</a:t>
            </a:r>
            <a:r>
              <a:rPr lang="en-US" altLang="zh-CN" sz="2800" dirty="0"/>
              <a:t>5</a:t>
            </a:r>
            <a:r>
              <a:rPr lang="zh-CN" altLang="zh-CN" sz="2800" dirty="0"/>
              <a:t>）提供文件共享和保护等机制。</a:t>
            </a:r>
          </a:p>
        </p:txBody>
      </p:sp>
    </p:spTree>
    <p:custDataLst>
      <p:tags r:id="rId1"/>
    </p:custDataLst>
  </p:cSld>
  <p:clrMapOvr>
    <a:masterClrMapping/>
  </p:clrMapOvr>
  <p:transition>
    <p:rand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9</a:t>
            </a:r>
            <a:r>
              <a:rPr lang="en-US" altLang="zh-CN" dirty="0">
                <a:sym typeface="+mn-ea"/>
              </a:rPr>
              <a:t>.1.3  </a:t>
            </a:r>
            <a:r>
              <a:rPr lang="zh-CN" altLang="en-US" dirty="0">
                <a:sym typeface="+mn-ea"/>
              </a:rPr>
              <a:t>文件的逻辑结构和访问方式</a:t>
            </a:r>
            <a:endParaRPr lang="zh-CN" altLang="en-US" dirty="0"/>
          </a:p>
        </p:txBody>
      </p:sp>
      <p:sp>
        <p:nvSpPr>
          <p:cNvPr id="3" name="内容占位符 2"/>
          <p:cNvSpPr>
            <a:spLocks noGrp="1"/>
          </p:cNvSpPr>
          <p:nvPr>
            <p:ph idx="1"/>
          </p:nvPr>
        </p:nvSpPr>
        <p:spPr>
          <a:xfrm>
            <a:off x="861553" y="1234440"/>
            <a:ext cx="10968990" cy="4823459"/>
          </a:xfrm>
        </p:spPr>
        <p:txBody>
          <a:bodyPr>
            <a:normAutofit fontScale="97500"/>
          </a:bodyPr>
          <a:lstStyle/>
          <a:p>
            <a:pPr marL="0" indent="0">
              <a:buNone/>
            </a:pPr>
            <a:r>
              <a:rPr lang="en-US" altLang="zh-CN" sz="2500" dirty="0"/>
              <a:t>      </a:t>
            </a:r>
            <a:r>
              <a:rPr lang="zh-CN" altLang="zh-CN" sz="2500" dirty="0"/>
              <a:t>文件的</a:t>
            </a:r>
            <a:r>
              <a:rPr lang="zh-CN" altLang="zh-CN" sz="2500" b="1" dirty="0"/>
              <a:t>逻辑结构</a:t>
            </a:r>
            <a:r>
              <a:rPr lang="zh-CN" altLang="zh-CN" sz="2500" dirty="0"/>
              <a:t>，是从用户观点出发，所观察到的文件的组织形式，又称为</a:t>
            </a:r>
            <a:r>
              <a:rPr lang="zh-CN" altLang="zh-CN" sz="2500" b="1" dirty="0"/>
              <a:t>文件组织</a:t>
            </a:r>
            <a:r>
              <a:rPr lang="zh-CN" altLang="zh-CN" sz="2500" dirty="0"/>
              <a:t>。</a:t>
            </a:r>
            <a:r>
              <a:rPr lang="en-US" altLang="zh-CN" sz="2500" dirty="0"/>
              <a:t> </a:t>
            </a:r>
          </a:p>
          <a:p>
            <a:pPr marL="0" indent="0">
              <a:buNone/>
            </a:pPr>
            <a:r>
              <a:rPr lang="en-US" altLang="zh-CN" sz="2900" b="1" dirty="0"/>
              <a:t>1</a:t>
            </a:r>
            <a:r>
              <a:rPr lang="zh-CN" altLang="zh-CN" sz="2900" b="1" dirty="0"/>
              <a:t>．按文件是否有结构分类</a:t>
            </a:r>
            <a:endParaRPr lang="zh-CN" altLang="zh-CN" sz="2900" dirty="0"/>
          </a:p>
          <a:p>
            <a:pPr marL="0" lvl="0" indent="0">
              <a:buNone/>
            </a:pPr>
            <a:r>
              <a:rPr lang="zh-CN" altLang="zh-CN" sz="2500" dirty="0"/>
              <a:t>（</a:t>
            </a:r>
            <a:r>
              <a:rPr lang="en-US" altLang="zh-CN" sz="2500" dirty="0"/>
              <a:t>1</a:t>
            </a:r>
            <a:r>
              <a:rPr lang="zh-CN" altLang="zh-CN" sz="2500" dirty="0"/>
              <a:t>）</a:t>
            </a:r>
            <a:r>
              <a:rPr lang="zh-CN" altLang="zh-CN" sz="2500" dirty="0">
                <a:solidFill>
                  <a:srgbClr val="FF0000"/>
                </a:solidFill>
              </a:rPr>
              <a:t>有结构文件</a:t>
            </a:r>
            <a:r>
              <a:rPr lang="en-US" altLang="zh-CN" sz="2500" dirty="0"/>
              <a:t>(Structured File)</a:t>
            </a:r>
            <a:r>
              <a:rPr lang="zh-CN" altLang="zh-CN" sz="2500" dirty="0"/>
              <a:t>，是指由一个以上的记录构成的文件，又称为</a:t>
            </a:r>
            <a:r>
              <a:rPr lang="zh-CN" altLang="zh-CN" sz="2500" dirty="0">
                <a:solidFill>
                  <a:srgbClr val="FF0000"/>
                </a:solidFill>
              </a:rPr>
              <a:t>记录式文件</a:t>
            </a:r>
            <a:r>
              <a:rPr lang="zh-CN" altLang="zh-CN" sz="2500" dirty="0"/>
              <a:t>；而记录的长度又可分为定长和不定长两类。</a:t>
            </a:r>
          </a:p>
          <a:p>
            <a:pPr marL="0" indent="0">
              <a:buNone/>
            </a:pPr>
            <a:r>
              <a:rPr lang="zh-CN" altLang="zh-CN" sz="2500" dirty="0"/>
              <a:t>（</a:t>
            </a:r>
            <a:r>
              <a:rPr lang="en-US" altLang="zh-CN" sz="2500" dirty="0"/>
              <a:t>2</a:t>
            </a:r>
            <a:r>
              <a:rPr lang="zh-CN" altLang="zh-CN" sz="2500" dirty="0"/>
              <a:t>）</a:t>
            </a:r>
            <a:r>
              <a:rPr lang="zh-CN" altLang="zh-CN" sz="2500" dirty="0">
                <a:solidFill>
                  <a:srgbClr val="FF0000"/>
                </a:solidFill>
              </a:rPr>
              <a:t>无结构文件</a:t>
            </a:r>
            <a:r>
              <a:rPr lang="en-US" altLang="zh-CN" sz="2500" dirty="0"/>
              <a:t>(Unstructured File)</a:t>
            </a:r>
            <a:r>
              <a:rPr lang="zh-CN" altLang="zh-CN" sz="2500" dirty="0"/>
              <a:t>，是指由字符流构成的文件，又称为</a:t>
            </a:r>
            <a:r>
              <a:rPr lang="zh-CN" altLang="zh-CN" sz="2500" dirty="0">
                <a:solidFill>
                  <a:srgbClr val="FF0000"/>
                </a:solidFill>
              </a:rPr>
              <a:t>流式文件</a:t>
            </a:r>
            <a:r>
              <a:rPr lang="zh-CN" altLang="zh-CN" sz="2500" dirty="0"/>
              <a:t>。</a:t>
            </a:r>
          </a:p>
        </p:txBody>
      </p:sp>
    </p:spTree>
    <p:custDataLst>
      <p:tags r:id="rId1"/>
    </p:custDataLst>
  </p:cSld>
  <p:clrMapOvr>
    <a:masterClrMapping/>
  </p:clrMapOvr>
  <p:transition>
    <p:rand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9</a:t>
            </a:r>
            <a:r>
              <a:rPr lang="en-US" altLang="zh-CN" dirty="0">
                <a:sym typeface="+mn-ea"/>
              </a:rPr>
              <a:t>.1.3  </a:t>
            </a:r>
            <a:r>
              <a:rPr lang="zh-CN" altLang="en-US" dirty="0">
                <a:sym typeface="+mn-ea"/>
              </a:rPr>
              <a:t>文件的逻辑结构和访问方式</a:t>
            </a:r>
            <a:endParaRPr lang="zh-CN" altLang="en-US" dirty="0"/>
          </a:p>
        </p:txBody>
      </p:sp>
      <p:sp>
        <p:nvSpPr>
          <p:cNvPr id="3" name="内容占位符 2"/>
          <p:cNvSpPr>
            <a:spLocks noGrp="1"/>
          </p:cNvSpPr>
          <p:nvPr>
            <p:ph idx="1"/>
          </p:nvPr>
        </p:nvSpPr>
        <p:spPr>
          <a:xfrm>
            <a:off x="960029" y="1451610"/>
            <a:ext cx="8298271" cy="4144959"/>
          </a:xfrm>
        </p:spPr>
        <p:txBody>
          <a:bodyPr>
            <a:normAutofit fontScale="97500"/>
          </a:bodyPr>
          <a:lstStyle/>
          <a:p>
            <a:pPr marL="0" indent="0">
              <a:buNone/>
            </a:pPr>
            <a:r>
              <a:rPr lang="en-US" altLang="zh-CN" sz="2900" b="1" dirty="0"/>
              <a:t>2.</a:t>
            </a:r>
            <a:r>
              <a:rPr lang="zh-CN" altLang="zh-CN" sz="2900" b="1" dirty="0"/>
              <a:t>按文件的组织方式分类</a:t>
            </a:r>
            <a:r>
              <a:rPr lang="en-US" altLang="zh-CN" sz="2900" b="1" dirty="0"/>
              <a:t>  </a:t>
            </a:r>
            <a:endParaRPr lang="zh-CN" altLang="zh-CN" sz="2900" dirty="0"/>
          </a:p>
          <a:p>
            <a:r>
              <a:rPr lang="en-US" altLang="zh-CN" sz="2800" dirty="0"/>
              <a:t>① </a:t>
            </a:r>
            <a:r>
              <a:rPr lang="zh-CN" altLang="zh-CN" sz="2800" dirty="0"/>
              <a:t>堆文件</a:t>
            </a:r>
            <a:endParaRPr lang="en-US" altLang="zh-CN" sz="2800" dirty="0"/>
          </a:p>
          <a:p>
            <a:r>
              <a:rPr lang="en-US" altLang="zh-CN" sz="2800" dirty="0"/>
              <a:t>② </a:t>
            </a:r>
            <a:r>
              <a:rPr lang="zh-CN" altLang="zh-CN" sz="2800" dirty="0"/>
              <a:t>顺序文件</a:t>
            </a:r>
            <a:endParaRPr lang="en-US" altLang="zh-CN" sz="2800" dirty="0"/>
          </a:p>
          <a:p>
            <a:r>
              <a:rPr lang="en-US" altLang="zh-CN" sz="2800" dirty="0"/>
              <a:t>③ </a:t>
            </a:r>
            <a:r>
              <a:rPr lang="zh-CN" altLang="zh-CN" sz="2800" dirty="0"/>
              <a:t>索引文件</a:t>
            </a:r>
            <a:endParaRPr lang="en-US" altLang="zh-CN" sz="2800" dirty="0"/>
          </a:p>
          <a:p>
            <a:r>
              <a:rPr lang="en-US" altLang="zh-CN" sz="2800" dirty="0"/>
              <a:t>④ </a:t>
            </a:r>
            <a:r>
              <a:rPr lang="zh-CN" altLang="zh-CN" sz="2800" dirty="0"/>
              <a:t>索引顺序文件</a:t>
            </a:r>
          </a:p>
          <a:p>
            <a:r>
              <a:rPr lang="en-US" altLang="zh-CN" sz="2800" dirty="0"/>
              <a:t>⑤</a:t>
            </a:r>
            <a:r>
              <a:rPr lang="zh-CN" altLang="zh-CN" sz="2800" dirty="0"/>
              <a:t>直接文件或散列文件</a:t>
            </a:r>
          </a:p>
        </p:txBody>
      </p:sp>
    </p:spTree>
    <p:custDataLst>
      <p:tags r:id="rId1"/>
    </p:custDataLst>
  </p:cSld>
  <p:clrMapOvr>
    <a:masterClrMapping/>
  </p:clrMapOvr>
  <p:transition>
    <p:rand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9</a:t>
            </a:r>
            <a:r>
              <a:rPr lang="en-US" altLang="zh-CN" dirty="0">
                <a:sym typeface="+mn-ea"/>
              </a:rPr>
              <a:t>.1.3  </a:t>
            </a:r>
            <a:r>
              <a:rPr lang="zh-CN" altLang="en-US" dirty="0">
                <a:sym typeface="+mn-ea"/>
              </a:rPr>
              <a:t>文件的逻辑结构和访问方式</a:t>
            </a:r>
            <a:endParaRPr lang="zh-CN" altLang="en-US" dirty="0"/>
          </a:p>
        </p:txBody>
      </p:sp>
      <p:sp>
        <p:nvSpPr>
          <p:cNvPr id="3" name="内容占位符 2"/>
          <p:cNvSpPr>
            <a:spLocks noGrp="1"/>
          </p:cNvSpPr>
          <p:nvPr>
            <p:ph idx="1"/>
          </p:nvPr>
        </p:nvSpPr>
        <p:spPr>
          <a:xfrm>
            <a:off x="611505" y="1351658"/>
            <a:ext cx="10968990" cy="3963292"/>
          </a:xfrm>
        </p:spPr>
        <p:txBody>
          <a:bodyPr>
            <a:noAutofit/>
          </a:bodyPr>
          <a:lstStyle/>
          <a:p>
            <a:pPr marL="0" indent="0">
              <a:lnSpc>
                <a:spcPct val="150000"/>
              </a:lnSpc>
              <a:buNone/>
            </a:pPr>
            <a:r>
              <a:rPr lang="zh-CN" altLang="zh-CN" sz="2600" dirty="0"/>
              <a:t>一般的，用户对文件的访问有下列两种基本方法。</a:t>
            </a:r>
          </a:p>
          <a:p>
            <a:pPr>
              <a:lnSpc>
                <a:spcPct val="150000"/>
              </a:lnSpc>
            </a:pPr>
            <a:r>
              <a:rPr lang="zh-CN" altLang="zh-CN" sz="2600" dirty="0"/>
              <a:t>（</a:t>
            </a:r>
            <a:r>
              <a:rPr lang="en-US" altLang="zh-CN" sz="2600" dirty="0"/>
              <a:t>1</a:t>
            </a:r>
            <a:r>
              <a:rPr lang="zh-CN" altLang="zh-CN" sz="2600" dirty="0"/>
              <a:t>）顺序访问，指用户从文件初始数据开始依次访问文件中的信息。</a:t>
            </a:r>
            <a:r>
              <a:rPr lang="en-US" altLang="zh-CN" sz="2600" dirty="0"/>
              <a:t> </a:t>
            </a:r>
            <a:r>
              <a:rPr lang="zh-CN" altLang="zh-CN" sz="2600" dirty="0"/>
              <a:t>磁带</a:t>
            </a:r>
            <a:r>
              <a:rPr lang="en-US" altLang="zh-CN" sz="2600" dirty="0"/>
              <a:t> </a:t>
            </a:r>
            <a:endParaRPr lang="zh-CN" altLang="zh-CN" sz="2600" dirty="0"/>
          </a:p>
          <a:p>
            <a:pPr>
              <a:lnSpc>
                <a:spcPct val="150000"/>
              </a:lnSpc>
            </a:pPr>
            <a:r>
              <a:rPr lang="zh-CN" altLang="zh-CN" sz="2600" dirty="0"/>
              <a:t>（</a:t>
            </a:r>
            <a:r>
              <a:rPr lang="en-US" altLang="zh-CN" sz="2600" dirty="0"/>
              <a:t>2</a:t>
            </a:r>
            <a:r>
              <a:rPr lang="zh-CN" altLang="zh-CN" sz="2600" dirty="0"/>
              <a:t>）直接访问，指用户</a:t>
            </a:r>
            <a:r>
              <a:rPr lang="zh-CN" altLang="zh-CN" sz="2600" dirty="0">
                <a:solidFill>
                  <a:srgbClr val="0000FF"/>
                </a:solidFill>
              </a:rPr>
              <a:t>随机地访问</a:t>
            </a:r>
            <a:r>
              <a:rPr lang="zh-CN" altLang="zh-CN" sz="2600" dirty="0"/>
              <a:t>文件中的某段信息。如果要支持用户以直接访问方式访问文件，文件必须存放于可以支持快速定位的随机访问存储设备中</a:t>
            </a:r>
            <a:r>
              <a:rPr lang="zh-CN" altLang="en-US" sz="2600" dirty="0"/>
              <a:t>。</a:t>
            </a:r>
            <a:endParaRPr lang="zh-CN" altLang="zh-CN" sz="2600" dirty="0"/>
          </a:p>
        </p:txBody>
      </p:sp>
    </p:spTree>
    <p:custDataLst>
      <p:tags r:id="rId1"/>
    </p:custDataLst>
  </p:cSld>
  <p:clrMapOvr>
    <a:masterClrMapping/>
  </p:clrMapOvr>
  <p:transition>
    <p:rand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9</a:t>
            </a:r>
            <a:r>
              <a:rPr lang="en-US" altLang="zh-CN" dirty="0">
                <a:sym typeface="+mn-ea"/>
              </a:rPr>
              <a:t>.1.4  </a:t>
            </a:r>
            <a:r>
              <a:rPr lang="zh-CN" altLang="en-US" dirty="0">
                <a:sym typeface="+mn-ea"/>
              </a:rPr>
              <a:t>文件的物理结构</a:t>
            </a:r>
            <a:endParaRPr lang="zh-CN" altLang="en-US" dirty="0"/>
          </a:p>
        </p:txBody>
      </p:sp>
      <p:sp>
        <p:nvSpPr>
          <p:cNvPr id="3" name="内容占位符 2"/>
          <p:cNvSpPr>
            <a:spLocks noGrp="1"/>
          </p:cNvSpPr>
          <p:nvPr>
            <p:ph idx="1"/>
          </p:nvPr>
        </p:nvSpPr>
        <p:spPr>
          <a:xfrm>
            <a:off x="608330" y="1219318"/>
            <a:ext cx="10968990" cy="2209682"/>
          </a:xfrm>
        </p:spPr>
        <p:txBody>
          <a:bodyPr>
            <a:normAutofit fontScale="97500"/>
          </a:bodyPr>
          <a:lstStyle/>
          <a:p>
            <a:pPr marL="0" indent="0">
              <a:lnSpc>
                <a:spcPct val="150000"/>
              </a:lnSpc>
              <a:buNone/>
            </a:pPr>
            <a:r>
              <a:rPr lang="en-US" altLang="zh-CN" dirty="0"/>
              <a:t>       </a:t>
            </a:r>
            <a:r>
              <a:rPr lang="zh-CN" altLang="zh-CN" dirty="0"/>
              <a:t>文件的物理结构，又称为文件的存储结构。是指文件在外存上的存储组织形式，与存储介质的性能有关。</a:t>
            </a:r>
            <a:r>
              <a:rPr lang="en-US" altLang="zh-CN" dirty="0"/>
              <a:t> </a:t>
            </a:r>
            <a:r>
              <a:rPr lang="zh-CN" altLang="zh-CN" dirty="0"/>
              <a:t>具体内容在</a:t>
            </a:r>
            <a:r>
              <a:rPr lang="en-US" altLang="zh-CN" dirty="0"/>
              <a:t>9.3.1</a:t>
            </a:r>
            <a:r>
              <a:rPr lang="zh-CN" altLang="zh-CN" dirty="0"/>
              <a:t>节详细讨论。</a:t>
            </a:r>
          </a:p>
        </p:txBody>
      </p:sp>
    </p:spTree>
    <p:custDataLst>
      <p:tags r:id="rId1"/>
    </p:custDataLst>
  </p:cSld>
  <p:clrMapOvr>
    <a:masterClrMapping/>
  </p:clrMapOvr>
  <p:transition>
    <p:rand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76325" y="114300"/>
            <a:ext cx="9387205" cy="705485"/>
          </a:xfrm>
        </p:spPr>
        <p:txBody>
          <a:bodyPr/>
          <a:lstStyle/>
          <a:p>
            <a:pPr algn="ctr"/>
            <a:r>
              <a:rPr lang="en-US" altLang="zh-CN" dirty="0"/>
              <a:t>9.2  </a:t>
            </a:r>
            <a:r>
              <a:rPr lang="zh-CN" altLang="en-US" dirty="0">
                <a:sym typeface="+mn-ea"/>
              </a:rPr>
              <a:t>文件目录管理</a:t>
            </a:r>
            <a:endParaRPr lang="en-US" altLang="zh-CN" dirty="0"/>
          </a:p>
        </p:txBody>
      </p:sp>
      <p:sp>
        <p:nvSpPr>
          <p:cNvPr id="3" name="内容占位符 2"/>
          <p:cNvSpPr>
            <a:spLocks noGrp="1"/>
          </p:cNvSpPr>
          <p:nvPr>
            <p:ph idx="1"/>
          </p:nvPr>
        </p:nvSpPr>
        <p:spPr>
          <a:xfrm>
            <a:off x="2958219" y="1002535"/>
            <a:ext cx="5469686" cy="4300815"/>
          </a:xfrm>
        </p:spPr>
        <p:txBody>
          <a:bodyPr>
            <a:normAutofit fontScale="85000" lnSpcReduction="20000"/>
          </a:bodyPr>
          <a:lstStyle/>
          <a:p>
            <a:pPr>
              <a:lnSpc>
                <a:spcPct val="170000"/>
              </a:lnSpc>
              <a:buBlip>
                <a:blip r:embed="rId3"/>
              </a:buBlip>
            </a:pPr>
            <a:r>
              <a:rPr lang="en-US" altLang="zh-CN" sz="2800" dirty="0"/>
              <a:t> </a:t>
            </a:r>
            <a:r>
              <a:rPr lang="en-US" altLang="zh-CN" sz="2800" u="dottedHeavy" dirty="0"/>
              <a:t>9</a:t>
            </a:r>
            <a:r>
              <a:rPr lang="en-US" altLang="zh-CN" sz="2800" u="dottedHeavy" dirty="0">
                <a:solidFill>
                  <a:schemeClr val="tx1"/>
                </a:solidFill>
                <a:uFillTx/>
              </a:rPr>
              <a:t>.2.1  </a:t>
            </a:r>
            <a:r>
              <a:rPr lang="zh-CN" altLang="en-US" sz="2800" u="dottedHeavy" dirty="0"/>
              <a:t>文件控制块</a:t>
            </a:r>
            <a:endParaRPr lang="en-US" altLang="zh-CN" sz="2800" u="dottedHeavy" dirty="0"/>
          </a:p>
          <a:p>
            <a:pPr>
              <a:lnSpc>
                <a:spcPct val="170000"/>
              </a:lnSpc>
              <a:buBlip>
                <a:blip r:embed="rId3"/>
              </a:buBlip>
            </a:pPr>
            <a:r>
              <a:rPr sz="2800" dirty="0"/>
              <a:t> </a:t>
            </a:r>
            <a:r>
              <a:rPr lang="en-US" sz="2800" u="dottedHeavy" dirty="0"/>
              <a:t>9</a:t>
            </a:r>
            <a:r>
              <a:rPr lang="en-US" altLang="zh-CN" sz="2800" u="dottedHeavy" dirty="0"/>
              <a:t>.2.2  </a:t>
            </a:r>
            <a:r>
              <a:rPr lang="zh-CN" altLang="en-US" sz="2800" u="dottedHeavy" dirty="0"/>
              <a:t>索引结点的引入</a:t>
            </a:r>
            <a:endParaRPr lang="en-US" altLang="zh-CN" sz="2800" u="dottedHeavy" dirty="0"/>
          </a:p>
          <a:p>
            <a:pPr>
              <a:lnSpc>
                <a:spcPct val="170000"/>
              </a:lnSpc>
              <a:buBlip>
                <a:blip r:embed="rId3"/>
              </a:buBlip>
            </a:pPr>
            <a:r>
              <a:rPr lang="zh-CN" altLang="en-US" sz="2800" dirty="0"/>
              <a:t> </a:t>
            </a:r>
            <a:r>
              <a:rPr lang="en-US" altLang="zh-CN" sz="2800" u="dottedHeavy" dirty="0"/>
              <a:t>9.2.3  </a:t>
            </a:r>
            <a:r>
              <a:rPr lang="zh-CN" altLang="en-US" sz="2800" u="dottedHeavy" dirty="0"/>
              <a:t>单级目录结构                  </a:t>
            </a:r>
          </a:p>
          <a:p>
            <a:pPr>
              <a:lnSpc>
                <a:spcPct val="170000"/>
              </a:lnSpc>
              <a:buBlip>
                <a:blip r:embed="rId3"/>
              </a:buBlip>
            </a:pPr>
            <a:r>
              <a:rPr lang="zh-CN" altLang="en-US" sz="2800" dirty="0"/>
              <a:t> </a:t>
            </a:r>
            <a:r>
              <a:rPr lang="en-US" altLang="zh-CN" sz="2800" u="dottedHeavy" dirty="0"/>
              <a:t>9.2.4  </a:t>
            </a:r>
            <a:r>
              <a:rPr lang="zh-CN" altLang="en-US" sz="2800" u="dottedHeavy" dirty="0"/>
              <a:t>两级目录结构</a:t>
            </a:r>
            <a:endParaRPr lang="en-US" altLang="zh-CN" sz="2800" u="dottedHeavy" dirty="0"/>
          </a:p>
          <a:p>
            <a:pPr>
              <a:lnSpc>
                <a:spcPct val="170000"/>
              </a:lnSpc>
              <a:buBlip>
                <a:blip r:embed="rId3"/>
              </a:buBlip>
            </a:pPr>
            <a:r>
              <a:rPr lang="zh-CN" altLang="en-US" sz="2800" dirty="0"/>
              <a:t> </a:t>
            </a:r>
            <a:r>
              <a:rPr lang="en-US" altLang="zh-CN" sz="2800" u="dottedHeavy" dirty="0"/>
              <a:t>9.2.5  </a:t>
            </a:r>
            <a:r>
              <a:rPr lang="zh-CN" altLang="en-US" sz="2800" u="dottedHeavy" dirty="0"/>
              <a:t>树形目录结构</a:t>
            </a:r>
            <a:endParaRPr lang="en-US" altLang="zh-CN" sz="2800" u="dottedHeavy" dirty="0"/>
          </a:p>
          <a:p>
            <a:pPr>
              <a:lnSpc>
                <a:spcPct val="170000"/>
              </a:lnSpc>
              <a:buBlip>
                <a:blip r:embed="rId3"/>
              </a:buBlip>
            </a:pPr>
            <a:r>
              <a:rPr lang="zh-CN" altLang="en-US" sz="2800" dirty="0"/>
              <a:t> </a:t>
            </a:r>
            <a:r>
              <a:rPr lang="en-US" altLang="zh-CN" sz="2800" u="dottedHeavy" dirty="0"/>
              <a:t>9.2.6  </a:t>
            </a:r>
            <a:r>
              <a:rPr lang="zh-CN" altLang="en-US" sz="2800" u="dottedHeavy" dirty="0"/>
              <a:t>目录查询技术</a:t>
            </a:r>
            <a:endParaRPr lang="en-US" altLang="zh-CN" sz="2800" u="dottedHeavy" dirty="0"/>
          </a:p>
          <a:p>
            <a:pPr>
              <a:lnSpc>
                <a:spcPct val="170000"/>
              </a:lnSpc>
              <a:buBlip>
                <a:blip r:embed="rId3"/>
              </a:buBlip>
            </a:pPr>
            <a:endParaRPr lang="en-US" altLang="zh-CN" sz="2800" u="dottedHeavy" dirty="0"/>
          </a:p>
        </p:txBody>
      </p:sp>
    </p:spTree>
    <p:custDataLst>
      <p:tags r:id="rId1"/>
    </p:custDataLst>
  </p:cSld>
  <p:clrMapOvr>
    <a:masterClrMapping/>
  </p:clrMapOvr>
  <p:transition>
    <p:rand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9</a:t>
            </a:r>
            <a:r>
              <a:rPr lang="en-US" altLang="zh-CN" dirty="0">
                <a:sym typeface="+mn-ea"/>
              </a:rPr>
              <a:t>.2.1  </a:t>
            </a:r>
            <a:r>
              <a:rPr lang="zh-CN" altLang="en-US" dirty="0">
                <a:sym typeface="+mn-ea"/>
              </a:rPr>
              <a:t>文件控制块</a:t>
            </a:r>
            <a:endParaRPr lang="zh-CN" altLang="en-US" dirty="0"/>
          </a:p>
        </p:txBody>
      </p:sp>
      <p:sp>
        <p:nvSpPr>
          <p:cNvPr id="3" name="内容占位符 2"/>
          <p:cNvSpPr>
            <a:spLocks noGrp="1"/>
          </p:cNvSpPr>
          <p:nvPr>
            <p:ph idx="1"/>
          </p:nvPr>
        </p:nvSpPr>
        <p:spPr>
          <a:xfrm>
            <a:off x="572877" y="1123720"/>
            <a:ext cx="11257666" cy="5516230"/>
          </a:xfrm>
        </p:spPr>
        <p:txBody>
          <a:bodyPr>
            <a:normAutofit fontScale="97500"/>
          </a:bodyPr>
          <a:lstStyle/>
          <a:p>
            <a:pPr>
              <a:buFont typeface="Wingdings" panose="05000000000000000000" pitchFamily="2" charset="2"/>
              <a:buChar char="p"/>
            </a:pPr>
            <a:r>
              <a:rPr lang="zh-CN" altLang="zh-CN" dirty="0"/>
              <a:t>用于描述和控制文件的数据结构，称为</a:t>
            </a:r>
            <a:r>
              <a:rPr lang="zh-CN" altLang="zh-CN" b="1" dirty="0"/>
              <a:t>文件控制块</a:t>
            </a:r>
            <a:r>
              <a:rPr lang="en-US" altLang="zh-CN" b="1" dirty="0"/>
              <a:t>FCB(File Control Block)</a:t>
            </a:r>
            <a:r>
              <a:rPr lang="zh-CN" altLang="zh-CN" dirty="0"/>
              <a:t>。文件与</a:t>
            </a:r>
            <a:r>
              <a:rPr lang="en-US" altLang="zh-CN" dirty="0"/>
              <a:t>FCB</a:t>
            </a:r>
            <a:r>
              <a:rPr lang="zh-CN" altLang="zh-CN" dirty="0"/>
              <a:t>一一对应，而把</a:t>
            </a:r>
            <a:r>
              <a:rPr lang="en-US" altLang="zh-CN" dirty="0"/>
              <a:t>FCB</a:t>
            </a:r>
            <a:r>
              <a:rPr lang="zh-CN" altLang="zh-CN" dirty="0"/>
              <a:t>的有序集合称为</a:t>
            </a:r>
            <a:r>
              <a:rPr lang="zh-CN" altLang="zh-CN" b="1" dirty="0"/>
              <a:t>文件目录</a:t>
            </a:r>
            <a:r>
              <a:rPr lang="zh-CN" altLang="zh-CN" dirty="0"/>
              <a:t>。</a:t>
            </a:r>
            <a:endParaRPr lang="en-US" altLang="zh-CN" dirty="0"/>
          </a:p>
          <a:p>
            <a:pPr>
              <a:buFont typeface="Wingdings" panose="05000000000000000000" pitchFamily="2" charset="2"/>
              <a:buChar char="p"/>
            </a:pPr>
            <a:r>
              <a:rPr lang="zh-CN" altLang="zh-CN" dirty="0"/>
              <a:t>换言之，一个</a:t>
            </a:r>
            <a:r>
              <a:rPr lang="en-US" altLang="zh-CN" dirty="0"/>
              <a:t>FCB</a:t>
            </a:r>
            <a:r>
              <a:rPr lang="zh-CN" altLang="zh-CN" dirty="0"/>
              <a:t>就是一个文件目录项。</a:t>
            </a:r>
            <a:endParaRPr lang="en-US" altLang="zh-CN" dirty="0"/>
          </a:p>
          <a:p>
            <a:pPr>
              <a:buFont typeface="Wingdings" panose="05000000000000000000" pitchFamily="2" charset="2"/>
              <a:buChar char="p"/>
            </a:pPr>
            <a:r>
              <a:rPr lang="zh-CN" altLang="zh-CN" dirty="0"/>
              <a:t>通常，一个文件目录也可以看作是一个文件，称为</a:t>
            </a:r>
            <a:r>
              <a:rPr lang="zh-CN" altLang="zh-CN" b="1" dirty="0">
                <a:solidFill>
                  <a:srgbClr val="0000FF"/>
                </a:solidFill>
              </a:rPr>
              <a:t>目录文件</a:t>
            </a:r>
            <a:r>
              <a:rPr lang="zh-CN" altLang="zh-CN" dirty="0"/>
              <a:t>。</a:t>
            </a:r>
          </a:p>
          <a:p>
            <a:pPr marL="0" indent="0">
              <a:buNone/>
            </a:pPr>
            <a:r>
              <a:rPr lang="zh-CN" altLang="zh-CN" dirty="0"/>
              <a:t>文件控制块</a:t>
            </a:r>
            <a:r>
              <a:rPr lang="en-US" altLang="zh-CN" dirty="0"/>
              <a:t>FCB</a:t>
            </a:r>
            <a:r>
              <a:rPr lang="zh-CN" altLang="zh-CN" dirty="0"/>
              <a:t>的基本内容如下：</a:t>
            </a:r>
          </a:p>
          <a:p>
            <a:pPr marL="0" indent="0">
              <a:lnSpc>
                <a:spcPct val="110000"/>
              </a:lnSpc>
              <a:buNone/>
            </a:pPr>
            <a:r>
              <a:rPr lang="zh-CN" altLang="zh-CN" sz="2100" b="1" dirty="0"/>
              <a:t>（</a:t>
            </a:r>
            <a:r>
              <a:rPr lang="en-US" altLang="zh-CN" sz="2100" b="1" dirty="0"/>
              <a:t>1</a:t>
            </a:r>
            <a:r>
              <a:rPr lang="zh-CN" altLang="zh-CN" sz="2100" b="1" dirty="0"/>
              <a:t>）文件名。</a:t>
            </a:r>
            <a:endParaRPr lang="en-US" altLang="zh-CN" sz="2100" b="1" dirty="0"/>
          </a:p>
          <a:p>
            <a:pPr marL="0" indent="0">
              <a:lnSpc>
                <a:spcPct val="110000"/>
              </a:lnSpc>
              <a:buNone/>
            </a:pPr>
            <a:r>
              <a:rPr lang="zh-CN" altLang="zh-CN" sz="2100" b="1" dirty="0"/>
              <a:t>（</a:t>
            </a:r>
            <a:r>
              <a:rPr lang="en-US" altLang="zh-CN" sz="2100" b="1" dirty="0"/>
              <a:t>2</a:t>
            </a:r>
            <a:r>
              <a:rPr lang="zh-CN" altLang="zh-CN" sz="2100" b="1" dirty="0"/>
              <a:t>）文件物理位置。</a:t>
            </a:r>
            <a:endParaRPr lang="en-US" altLang="zh-CN" sz="2100" b="1" dirty="0"/>
          </a:p>
          <a:p>
            <a:pPr marL="0" indent="0">
              <a:lnSpc>
                <a:spcPct val="110000"/>
              </a:lnSpc>
              <a:buNone/>
            </a:pPr>
            <a:r>
              <a:rPr lang="zh-CN" altLang="zh-CN" sz="2100" b="1" dirty="0"/>
              <a:t>（</a:t>
            </a:r>
            <a:r>
              <a:rPr lang="en-US" altLang="zh-CN" sz="2100" b="1" dirty="0"/>
              <a:t>3</a:t>
            </a:r>
            <a:r>
              <a:rPr lang="zh-CN" altLang="zh-CN" sz="2100" b="1" dirty="0"/>
              <a:t>）文件逻辑结构。</a:t>
            </a:r>
          </a:p>
          <a:p>
            <a:pPr marL="0" indent="0">
              <a:lnSpc>
                <a:spcPct val="110000"/>
              </a:lnSpc>
              <a:buNone/>
            </a:pPr>
            <a:r>
              <a:rPr lang="zh-CN" altLang="zh-CN" sz="2100" b="1" dirty="0"/>
              <a:t>（</a:t>
            </a:r>
            <a:r>
              <a:rPr lang="en-US" altLang="zh-CN" sz="2100" b="1" dirty="0"/>
              <a:t>4</a:t>
            </a:r>
            <a:r>
              <a:rPr lang="zh-CN" altLang="zh-CN" sz="2100" b="1" dirty="0"/>
              <a:t>）文件的物理结构。</a:t>
            </a:r>
            <a:endParaRPr lang="en-US" altLang="zh-CN" sz="2100" b="1" dirty="0"/>
          </a:p>
          <a:p>
            <a:pPr marL="0" indent="0">
              <a:lnSpc>
                <a:spcPct val="110000"/>
              </a:lnSpc>
              <a:buNone/>
            </a:pPr>
            <a:r>
              <a:rPr lang="zh-CN" altLang="zh-CN" sz="2100" b="1" dirty="0"/>
              <a:t>（</a:t>
            </a:r>
            <a:r>
              <a:rPr lang="en-US" altLang="zh-CN" sz="2100" b="1" dirty="0"/>
              <a:t>5</a:t>
            </a:r>
            <a:r>
              <a:rPr lang="zh-CN" altLang="zh-CN" sz="2100" b="1" dirty="0"/>
              <a:t>）存储控制信息。</a:t>
            </a:r>
            <a:endParaRPr lang="en-US" altLang="zh-CN" sz="2100" b="1" dirty="0"/>
          </a:p>
          <a:p>
            <a:pPr marL="0" indent="0">
              <a:lnSpc>
                <a:spcPct val="110000"/>
              </a:lnSpc>
              <a:buNone/>
            </a:pPr>
            <a:r>
              <a:rPr lang="zh-CN" altLang="zh-CN" sz="2100" dirty="0"/>
              <a:t>（</a:t>
            </a:r>
            <a:r>
              <a:rPr lang="en-US" altLang="zh-CN" sz="2100" dirty="0"/>
              <a:t>6</a:t>
            </a:r>
            <a:r>
              <a:rPr lang="zh-CN" altLang="zh-CN" sz="2100" dirty="0"/>
              <a:t>）管理信息。</a:t>
            </a:r>
          </a:p>
        </p:txBody>
      </p:sp>
    </p:spTree>
    <p:custDataLst>
      <p:tags r:id="rId1"/>
    </p:custDataLst>
  </p:cSld>
  <p:clrMapOvr>
    <a:masterClrMapping/>
  </p:clrMapOvr>
  <p:transition>
    <p:random/>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42" name="Picture 2">
            <a:extLst>
              <a:ext uri="{FF2B5EF4-FFF2-40B4-BE49-F238E27FC236}">
                <a16:creationId xmlns:a16="http://schemas.microsoft.com/office/drawing/2014/main" id="{051B9C99-8138-0F34-E8B8-3B2D1C005EAD}"/>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99181" y="772886"/>
            <a:ext cx="6601661" cy="3069772"/>
          </a:xfrm>
          <a:prstGeom prst="rect">
            <a:avLst/>
          </a:prstGeom>
          <a:noFill/>
          <a:extLst>
            <a:ext uri="{909E8E84-426E-40DD-AFC4-6F175D3DCCD1}">
              <a14:hiddenFill xmlns:a14="http://schemas.microsoft.com/office/drawing/2010/main">
                <a:solidFill>
                  <a:srgbClr val="FFFFFF"/>
                </a:solidFill>
              </a14:hiddenFill>
            </a:ext>
          </a:extLst>
        </p:spPr>
      </p:pic>
      <p:pic>
        <p:nvPicPr>
          <p:cNvPr id="5" name="图片 4" descr="图形用户界面, 文本, 应用程序, 电子邮件&#10;&#10;描述已自动生成">
            <a:extLst>
              <a:ext uri="{FF2B5EF4-FFF2-40B4-BE49-F238E27FC236}">
                <a16:creationId xmlns:a16="http://schemas.microsoft.com/office/drawing/2014/main" id="{8FE293BB-8337-7A2F-4166-9E221FF80F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48868" y="278946"/>
            <a:ext cx="7448550" cy="6038850"/>
          </a:xfrm>
          <a:prstGeom prst="rect">
            <a:avLst/>
          </a:prstGeom>
        </p:spPr>
      </p:pic>
    </p:spTree>
    <p:extLst>
      <p:ext uri="{BB962C8B-B14F-4D97-AF65-F5344CB8AC3E}">
        <p14:creationId xmlns:p14="http://schemas.microsoft.com/office/powerpoint/2010/main" val="2691430451"/>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9</a:t>
            </a:r>
            <a:r>
              <a:rPr lang="en-US" altLang="zh-CN" dirty="0">
                <a:sym typeface="+mn-ea"/>
              </a:rPr>
              <a:t>.2.2  </a:t>
            </a:r>
            <a:r>
              <a:rPr lang="zh-CN" altLang="en-US" dirty="0">
                <a:sym typeface="+mn-ea"/>
              </a:rPr>
              <a:t>索引结点的引入</a:t>
            </a:r>
            <a:endParaRPr lang="zh-CN" altLang="en-US" dirty="0"/>
          </a:p>
        </p:txBody>
      </p:sp>
      <p:sp>
        <p:nvSpPr>
          <p:cNvPr id="3" name="内容占位符 2"/>
          <p:cNvSpPr>
            <a:spLocks noGrp="1"/>
          </p:cNvSpPr>
          <p:nvPr>
            <p:ph idx="1"/>
          </p:nvPr>
        </p:nvSpPr>
        <p:spPr>
          <a:xfrm>
            <a:off x="749009" y="1269665"/>
            <a:ext cx="10744296" cy="3467588"/>
          </a:xfrm>
        </p:spPr>
        <p:txBody>
          <a:bodyPr>
            <a:normAutofit fontScale="97500"/>
          </a:bodyPr>
          <a:lstStyle/>
          <a:p>
            <a:pPr marL="0" indent="0">
              <a:buNone/>
            </a:pPr>
            <a:r>
              <a:rPr lang="en-US" altLang="zh-CN" sz="2200" dirty="0"/>
              <a:t>      </a:t>
            </a:r>
            <a:r>
              <a:rPr lang="zh-CN" altLang="zh-CN" sz="2300" dirty="0"/>
              <a:t>文件目录通常是存放在磁盘上的。当文件很多时，查找目录就要逐个查找各个盘块，并多次启动磁盘。</a:t>
            </a:r>
          </a:p>
          <a:p>
            <a:pPr marL="0" indent="0">
              <a:buNone/>
            </a:pPr>
            <a:r>
              <a:rPr lang="en-US" altLang="zh-CN" sz="2300" dirty="0"/>
              <a:t>       </a:t>
            </a:r>
            <a:r>
              <a:rPr lang="zh-CN" altLang="zh-CN" sz="2300" dirty="0"/>
              <a:t>在检索目录文件的过程中，只用到了文件名。为此，可以采用把文件名与文件描述信息分开，把</a:t>
            </a:r>
            <a:r>
              <a:rPr lang="zh-CN" altLang="zh-CN" sz="2300" dirty="0">
                <a:solidFill>
                  <a:srgbClr val="0000FF"/>
                </a:solidFill>
              </a:rPr>
              <a:t>文件描述信息单独形成一个称为</a:t>
            </a:r>
            <a:r>
              <a:rPr lang="zh-CN" altLang="zh-CN" sz="2300" b="1" dirty="0">
                <a:solidFill>
                  <a:srgbClr val="0000FF"/>
                </a:solidFill>
              </a:rPr>
              <a:t>索引结点</a:t>
            </a:r>
            <a:r>
              <a:rPr lang="zh-CN" altLang="zh-CN" sz="2300" b="1" dirty="0"/>
              <a:t>（</a:t>
            </a:r>
            <a:r>
              <a:rPr lang="en-US" altLang="zh-CN" sz="2300" b="1" dirty="0"/>
              <a:t>Index Node</a:t>
            </a:r>
            <a:r>
              <a:rPr lang="zh-CN" altLang="zh-CN" sz="2300" b="1" dirty="0"/>
              <a:t>）</a:t>
            </a:r>
            <a:r>
              <a:rPr lang="zh-CN" altLang="zh-CN" sz="2300" dirty="0"/>
              <a:t>的数据结构；而</a:t>
            </a:r>
            <a:r>
              <a:rPr lang="zh-CN" altLang="zh-CN" sz="2300" dirty="0">
                <a:solidFill>
                  <a:srgbClr val="FF0000"/>
                </a:solidFill>
              </a:rPr>
              <a:t>每个目录项中，仅包含文件名及指向该文件所对应的索引结点指针</a:t>
            </a:r>
            <a:r>
              <a:rPr lang="zh-CN" altLang="zh-CN" sz="2300" dirty="0"/>
              <a:t>，这样可以大大节省系统开销。</a:t>
            </a:r>
          </a:p>
        </p:txBody>
      </p:sp>
    </p:spTree>
    <p:custDataLst>
      <p:tags r:id="rId1"/>
    </p:custDataLst>
  </p:cSld>
  <p:clrMapOvr>
    <a:masterClrMapping/>
  </p:clrMapOvr>
  <p:transition>
    <p:rand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9</a:t>
            </a:r>
            <a:r>
              <a:rPr lang="en-US" altLang="zh-CN" dirty="0">
                <a:sym typeface="+mn-ea"/>
              </a:rPr>
              <a:t>.2.2  </a:t>
            </a:r>
            <a:r>
              <a:rPr lang="zh-CN" altLang="en-US" dirty="0">
                <a:sym typeface="+mn-ea"/>
              </a:rPr>
              <a:t>索引结点的引入</a:t>
            </a:r>
            <a:endParaRPr lang="zh-CN" altLang="en-US" dirty="0"/>
          </a:p>
        </p:txBody>
      </p:sp>
      <p:sp>
        <p:nvSpPr>
          <p:cNvPr id="3" name="内容占位符 2"/>
          <p:cNvSpPr>
            <a:spLocks noGrp="1"/>
          </p:cNvSpPr>
          <p:nvPr>
            <p:ph idx="1"/>
          </p:nvPr>
        </p:nvSpPr>
        <p:spPr>
          <a:xfrm>
            <a:off x="749009" y="1058645"/>
            <a:ext cx="10968990" cy="5353172"/>
          </a:xfrm>
        </p:spPr>
        <p:txBody>
          <a:bodyPr>
            <a:normAutofit fontScale="97500"/>
          </a:bodyPr>
          <a:lstStyle/>
          <a:p>
            <a:pPr marL="0" indent="0">
              <a:lnSpc>
                <a:spcPct val="120000"/>
              </a:lnSpc>
              <a:buNone/>
            </a:pPr>
            <a:r>
              <a:rPr lang="zh-CN" altLang="zh-CN" sz="2300" dirty="0"/>
              <a:t>根据索引结点存放的位置不同，分为两类：磁盘索引结点和内存索引结点。</a:t>
            </a:r>
          </a:p>
          <a:p>
            <a:pPr marL="0" indent="0">
              <a:lnSpc>
                <a:spcPct val="120000"/>
              </a:lnSpc>
              <a:buNone/>
            </a:pPr>
            <a:r>
              <a:rPr lang="en-US" altLang="zh-CN" sz="2300" b="1" dirty="0"/>
              <a:t>1</a:t>
            </a:r>
            <a:r>
              <a:rPr lang="zh-CN" altLang="zh-CN" sz="2300" b="1" dirty="0"/>
              <a:t>．磁盘索引结点</a:t>
            </a:r>
            <a:endParaRPr lang="zh-CN" altLang="zh-CN" sz="2300" dirty="0"/>
          </a:p>
          <a:p>
            <a:pPr marL="0" indent="0">
              <a:lnSpc>
                <a:spcPct val="120000"/>
              </a:lnSpc>
              <a:spcAft>
                <a:spcPts val="600"/>
              </a:spcAft>
              <a:buNone/>
            </a:pPr>
            <a:r>
              <a:rPr lang="en-US" altLang="zh-CN" sz="2300" dirty="0"/>
              <a:t>      </a:t>
            </a:r>
            <a:r>
              <a:rPr lang="zh-CN" altLang="zh-CN" sz="2300" dirty="0"/>
              <a:t>磁盘索引结点（</a:t>
            </a:r>
            <a:r>
              <a:rPr lang="en-US" altLang="zh-CN" sz="2300" dirty="0"/>
              <a:t>Disk Index Node</a:t>
            </a:r>
            <a:r>
              <a:rPr lang="zh-CN" altLang="zh-CN" sz="2300" dirty="0"/>
              <a:t>）是指</a:t>
            </a:r>
            <a:r>
              <a:rPr lang="zh-CN" altLang="zh-CN" sz="2300" dirty="0">
                <a:solidFill>
                  <a:srgbClr val="0000FF"/>
                </a:solidFill>
              </a:rPr>
              <a:t>存放在磁盘上的索引结点</a:t>
            </a:r>
            <a:r>
              <a:rPr lang="zh-CN" altLang="zh-CN" sz="2300" dirty="0"/>
              <a:t>。每个文件有唯一的磁盘索引结点。它主要包括以下内容：</a:t>
            </a:r>
          </a:p>
          <a:p>
            <a:pPr marL="457200" lvl="1" indent="0">
              <a:buNone/>
            </a:pPr>
            <a:r>
              <a:rPr lang="zh-CN" altLang="zh-CN" sz="2300" dirty="0"/>
              <a:t>（</a:t>
            </a:r>
            <a:r>
              <a:rPr lang="en-US" altLang="zh-CN" sz="2300" dirty="0"/>
              <a:t>1</a:t>
            </a:r>
            <a:r>
              <a:rPr lang="zh-CN" altLang="zh-CN" sz="2300" dirty="0"/>
              <a:t>）文件主标识。</a:t>
            </a:r>
          </a:p>
          <a:p>
            <a:pPr marL="457200" lvl="1" indent="0">
              <a:buNone/>
            </a:pPr>
            <a:r>
              <a:rPr lang="zh-CN" altLang="zh-CN" sz="2300" dirty="0"/>
              <a:t>（</a:t>
            </a:r>
            <a:r>
              <a:rPr lang="en-US" altLang="zh-CN" sz="2300" dirty="0"/>
              <a:t>2</a:t>
            </a:r>
            <a:r>
              <a:rPr lang="zh-CN" altLang="zh-CN" sz="2300" dirty="0"/>
              <a:t>）文件类型。一般文件</a:t>
            </a:r>
            <a:r>
              <a:rPr lang="en-US" altLang="zh-CN" sz="2300" dirty="0"/>
              <a:t>/</a:t>
            </a:r>
            <a:r>
              <a:rPr lang="zh-CN" altLang="zh-CN" sz="2300" dirty="0"/>
              <a:t>目录文件</a:t>
            </a:r>
            <a:r>
              <a:rPr lang="en-US" altLang="zh-CN" sz="2300" dirty="0"/>
              <a:t>/</a:t>
            </a:r>
            <a:r>
              <a:rPr lang="zh-CN" altLang="zh-CN" sz="2300" dirty="0"/>
              <a:t>特殊文件。</a:t>
            </a:r>
          </a:p>
          <a:p>
            <a:pPr marL="457200" lvl="1" indent="0">
              <a:buNone/>
            </a:pPr>
            <a:r>
              <a:rPr lang="zh-CN" altLang="zh-CN" sz="2300" dirty="0"/>
              <a:t>（</a:t>
            </a:r>
            <a:r>
              <a:rPr lang="en-US" altLang="zh-CN" sz="2300" dirty="0"/>
              <a:t>3</a:t>
            </a:r>
            <a:r>
              <a:rPr lang="zh-CN" altLang="zh-CN" sz="2300" dirty="0"/>
              <a:t>）文件存取权限。</a:t>
            </a:r>
          </a:p>
          <a:p>
            <a:pPr marL="457200" lvl="1" indent="0">
              <a:buNone/>
            </a:pPr>
            <a:r>
              <a:rPr lang="zh-CN" altLang="zh-CN" sz="2300" dirty="0"/>
              <a:t>（</a:t>
            </a:r>
            <a:r>
              <a:rPr lang="en-US" altLang="zh-CN" sz="2300" dirty="0"/>
              <a:t>4</a:t>
            </a:r>
            <a:r>
              <a:rPr lang="zh-CN" altLang="zh-CN" sz="2300" dirty="0"/>
              <a:t>）文件物理地址。（盘块号）</a:t>
            </a:r>
          </a:p>
          <a:p>
            <a:pPr marL="457200" lvl="1" indent="0">
              <a:buNone/>
            </a:pPr>
            <a:r>
              <a:rPr lang="zh-CN" altLang="zh-CN" sz="2300" dirty="0"/>
              <a:t>（</a:t>
            </a:r>
            <a:r>
              <a:rPr lang="en-US" altLang="zh-CN" sz="2300" dirty="0"/>
              <a:t>5</a:t>
            </a:r>
            <a:r>
              <a:rPr lang="zh-CN" altLang="zh-CN" sz="2300" dirty="0"/>
              <a:t>）文件长度。（字节）</a:t>
            </a:r>
          </a:p>
          <a:p>
            <a:pPr marL="457200" lvl="1" indent="0">
              <a:buNone/>
            </a:pPr>
            <a:r>
              <a:rPr lang="zh-CN" altLang="zh-CN" sz="2300" dirty="0"/>
              <a:t>（</a:t>
            </a:r>
            <a:r>
              <a:rPr lang="en-US" altLang="zh-CN" sz="2300" dirty="0"/>
              <a:t>6</a:t>
            </a:r>
            <a:r>
              <a:rPr lang="zh-CN" altLang="zh-CN" sz="2300" dirty="0"/>
              <a:t>）文件连接计数。共享该文件的进程（用户）计数。</a:t>
            </a:r>
          </a:p>
          <a:p>
            <a:pPr marL="457200" lvl="1" indent="0">
              <a:buNone/>
            </a:pPr>
            <a:r>
              <a:rPr lang="zh-CN" altLang="zh-CN" sz="2300" dirty="0"/>
              <a:t>（</a:t>
            </a:r>
            <a:r>
              <a:rPr lang="en-US" altLang="zh-CN" sz="2300" dirty="0"/>
              <a:t>7</a:t>
            </a:r>
            <a:r>
              <a:rPr lang="zh-CN" altLang="zh-CN" sz="2300" dirty="0"/>
              <a:t>）文件存取时间。</a:t>
            </a:r>
          </a:p>
        </p:txBody>
      </p:sp>
    </p:spTree>
    <p:custDataLst>
      <p:tags r:id="rId1"/>
    </p:custDataLst>
  </p:cSld>
  <p:clrMapOvr>
    <a:masterClrMapping/>
  </p:clrMapOvr>
  <p:transition>
    <p:rand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AD2FC61A-3805-2080-5DCD-8BF6226B5A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2061" y="568567"/>
            <a:ext cx="7961539" cy="57208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2400372"/>
      </p:ext>
    </p:extLst>
  </p:cSld>
  <p:clrMapOvr>
    <a:masterClrMapping/>
  </p:clrMapOvr>
  <p:transition>
    <p:rand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9</a:t>
            </a:r>
            <a:r>
              <a:rPr lang="en-US" altLang="zh-CN" dirty="0">
                <a:sym typeface="+mn-ea"/>
              </a:rPr>
              <a:t>.2.2  </a:t>
            </a:r>
            <a:r>
              <a:rPr lang="zh-CN" altLang="en-US" dirty="0">
                <a:sym typeface="+mn-ea"/>
              </a:rPr>
              <a:t>索引结点的引入</a:t>
            </a:r>
            <a:endParaRPr lang="zh-CN" altLang="en-US" dirty="0"/>
          </a:p>
        </p:txBody>
      </p:sp>
      <p:sp>
        <p:nvSpPr>
          <p:cNvPr id="3" name="内容占位符 2"/>
          <p:cNvSpPr>
            <a:spLocks noGrp="1"/>
          </p:cNvSpPr>
          <p:nvPr>
            <p:ph idx="1"/>
          </p:nvPr>
        </p:nvSpPr>
        <p:spPr>
          <a:xfrm>
            <a:off x="833415" y="1030509"/>
            <a:ext cx="10968990" cy="4951650"/>
          </a:xfrm>
        </p:spPr>
        <p:txBody>
          <a:bodyPr>
            <a:normAutofit fontScale="97500"/>
          </a:bodyPr>
          <a:lstStyle/>
          <a:p>
            <a:pPr marL="0" indent="0">
              <a:buNone/>
            </a:pPr>
            <a:r>
              <a:rPr lang="en-US" altLang="zh-CN" sz="2300" b="1" dirty="0"/>
              <a:t>2</a:t>
            </a:r>
            <a:r>
              <a:rPr lang="zh-CN" altLang="zh-CN" sz="2300" b="1" dirty="0"/>
              <a:t>．内存索引结点</a:t>
            </a:r>
            <a:endParaRPr lang="zh-CN" altLang="zh-CN" sz="2300" dirty="0"/>
          </a:p>
          <a:p>
            <a:pPr marL="0" indent="0">
              <a:buNone/>
            </a:pPr>
            <a:r>
              <a:rPr lang="en-US" altLang="zh-CN" sz="2200" dirty="0"/>
              <a:t>      </a:t>
            </a:r>
            <a:r>
              <a:rPr lang="zh-CN" altLang="zh-CN" sz="2300" dirty="0"/>
              <a:t>内存索引结点（</a:t>
            </a:r>
            <a:r>
              <a:rPr lang="en-US" altLang="zh-CN" sz="2300" dirty="0"/>
              <a:t>Memory Index Node</a:t>
            </a:r>
            <a:r>
              <a:rPr lang="zh-CN" altLang="zh-CN" sz="2300" dirty="0"/>
              <a:t>）是指存放在内存的索引结点。当文件被打开时，要将磁盘索引结点拷贝到内存的索引结点中，以便于使用。内存的索引结点中</a:t>
            </a:r>
            <a:r>
              <a:rPr lang="zh-CN" altLang="en-US" sz="2300" dirty="0"/>
              <a:t>除了磁盘索引结点信息外还增加一些信息，</a:t>
            </a:r>
            <a:r>
              <a:rPr lang="zh-CN" altLang="zh-CN" sz="2300" dirty="0"/>
              <a:t>包括以下内容：</a:t>
            </a:r>
          </a:p>
          <a:p>
            <a:r>
              <a:rPr lang="zh-CN" altLang="zh-CN" sz="2300" dirty="0"/>
              <a:t>（</a:t>
            </a:r>
            <a:r>
              <a:rPr lang="en-US" altLang="zh-CN" sz="2300" dirty="0"/>
              <a:t>1</a:t>
            </a:r>
            <a:r>
              <a:rPr lang="zh-CN" altLang="zh-CN" sz="2300" dirty="0"/>
              <a:t>）索引结点编号；</a:t>
            </a:r>
          </a:p>
          <a:p>
            <a:r>
              <a:rPr lang="zh-CN" altLang="zh-CN" sz="2300" dirty="0"/>
              <a:t>（</a:t>
            </a:r>
            <a:r>
              <a:rPr lang="en-US" altLang="zh-CN" sz="2300" dirty="0"/>
              <a:t>2</a:t>
            </a:r>
            <a:r>
              <a:rPr lang="zh-CN" altLang="zh-CN" sz="2300" dirty="0"/>
              <a:t>）状态。指示该索引结点是否已上锁或已被修改；</a:t>
            </a:r>
          </a:p>
          <a:p>
            <a:r>
              <a:rPr lang="zh-CN" altLang="zh-CN" sz="2300" dirty="0"/>
              <a:t>（</a:t>
            </a:r>
            <a:r>
              <a:rPr lang="en-US" altLang="zh-CN" sz="2300" dirty="0"/>
              <a:t>3</a:t>
            </a:r>
            <a:r>
              <a:rPr lang="zh-CN" altLang="zh-CN" sz="2300" dirty="0"/>
              <a:t>）访问计数。指示访问该索引结点的进程个数；</a:t>
            </a:r>
          </a:p>
          <a:p>
            <a:r>
              <a:rPr lang="zh-CN" altLang="zh-CN" sz="2300" dirty="0"/>
              <a:t>（</a:t>
            </a:r>
            <a:r>
              <a:rPr lang="en-US" altLang="zh-CN" sz="2300" dirty="0"/>
              <a:t>4</a:t>
            </a:r>
            <a:r>
              <a:rPr lang="zh-CN" altLang="zh-CN" sz="2300" dirty="0"/>
              <a:t>）文件所在设备的逻辑设备号；</a:t>
            </a:r>
          </a:p>
          <a:p>
            <a:r>
              <a:rPr lang="zh-CN" altLang="zh-CN" sz="2300" dirty="0"/>
              <a:t>（</a:t>
            </a:r>
            <a:r>
              <a:rPr lang="en-US" altLang="zh-CN" sz="2300" dirty="0"/>
              <a:t>5</a:t>
            </a:r>
            <a:r>
              <a:rPr lang="zh-CN" altLang="zh-CN" sz="2300" dirty="0"/>
              <a:t>）链接指针：它包括分别指向空闲链表和散列队列的指针。</a:t>
            </a:r>
          </a:p>
        </p:txBody>
      </p:sp>
    </p:spTree>
    <p:custDataLst>
      <p:tags r:id="rId1"/>
    </p:custDataLst>
  </p:cSld>
  <p:clrMapOvr>
    <a:masterClrMapping/>
  </p:clrMapOvr>
  <p:transition>
    <p:rand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9</a:t>
            </a:r>
            <a:r>
              <a:rPr lang="en-US" altLang="zh-CN" dirty="0">
                <a:sym typeface="+mn-ea"/>
              </a:rPr>
              <a:t>.2.3  </a:t>
            </a:r>
            <a:r>
              <a:rPr lang="zh-CN" altLang="en-US" dirty="0">
                <a:sym typeface="+mn-ea"/>
              </a:rPr>
              <a:t>单级目录结构</a:t>
            </a:r>
            <a:endParaRPr lang="zh-CN" altLang="en-US" dirty="0"/>
          </a:p>
        </p:txBody>
      </p:sp>
      <p:sp>
        <p:nvSpPr>
          <p:cNvPr id="3" name="内容占位符 2"/>
          <p:cNvSpPr>
            <a:spLocks noGrp="1"/>
          </p:cNvSpPr>
          <p:nvPr>
            <p:ph idx="1"/>
          </p:nvPr>
        </p:nvSpPr>
        <p:spPr>
          <a:xfrm>
            <a:off x="833415" y="917965"/>
            <a:ext cx="10968990" cy="2299898"/>
          </a:xfrm>
        </p:spPr>
        <p:txBody>
          <a:bodyPr>
            <a:normAutofit fontScale="97500"/>
          </a:bodyPr>
          <a:lstStyle/>
          <a:p>
            <a:pPr marL="0" indent="0">
              <a:buNone/>
            </a:pPr>
            <a:r>
              <a:rPr lang="zh-CN" altLang="zh-CN" sz="2300" dirty="0"/>
              <a:t>目前常用的目录结构形式有：单级目录结构、两级目录结构和树形目录结构。</a:t>
            </a:r>
            <a:endParaRPr lang="en-US" altLang="zh-CN" sz="2300" dirty="0"/>
          </a:p>
          <a:p>
            <a:pPr marL="0" indent="0">
              <a:buNone/>
            </a:pPr>
            <a:r>
              <a:rPr lang="en-US" altLang="zh-CN" sz="2300" dirty="0"/>
              <a:t>      </a:t>
            </a:r>
            <a:r>
              <a:rPr lang="zh-CN" altLang="zh-CN" sz="2300" dirty="0"/>
              <a:t>单级目录结构（如</a:t>
            </a:r>
            <a:r>
              <a:rPr lang="zh-CN" altLang="en-US" sz="2300" dirty="0"/>
              <a:t>表</a:t>
            </a:r>
            <a:r>
              <a:rPr lang="en-US" altLang="zh-CN" sz="2300" dirty="0"/>
              <a:t>9-1</a:t>
            </a:r>
            <a:r>
              <a:rPr lang="zh-CN" altLang="zh-CN" sz="2300" dirty="0"/>
              <a:t>所示）是最简单的目录结构。整个系统中只有一张目录表，为每个文件分配一个目录项</a:t>
            </a:r>
            <a:r>
              <a:rPr lang="en-US" altLang="zh-CN" sz="2300" dirty="0"/>
              <a:t> (</a:t>
            </a:r>
            <a:r>
              <a:rPr lang="zh-CN" altLang="zh-CN" sz="2300" dirty="0"/>
              <a:t>其中，状态位表示该目录项是否空闲，如</a:t>
            </a:r>
            <a:r>
              <a:rPr lang="en-US" altLang="zh-CN" sz="2300" dirty="0"/>
              <a:t>“1”</a:t>
            </a:r>
            <a:r>
              <a:rPr lang="zh-CN" altLang="zh-CN" sz="2300" dirty="0"/>
              <a:t>表示已分配，</a:t>
            </a:r>
            <a:r>
              <a:rPr lang="en-US" altLang="zh-CN" sz="2300" dirty="0"/>
              <a:t>“0”</a:t>
            </a:r>
            <a:r>
              <a:rPr lang="zh-CN" altLang="zh-CN" sz="2300" dirty="0"/>
              <a:t>表示未分配</a:t>
            </a:r>
            <a:r>
              <a:rPr lang="en-US" altLang="zh-CN" sz="2300" dirty="0"/>
              <a:t>) </a:t>
            </a:r>
            <a:r>
              <a:rPr lang="zh-CN" altLang="zh-CN" sz="2300" dirty="0"/>
              <a:t>。</a:t>
            </a:r>
          </a:p>
          <a:p>
            <a:pPr marL="0" indent="0">
              <a:buNone/>
            </a:pPr>
            <a:endParaRPr lang="en-US" altLang="zh-CN" sz="2200" dirty="0"/>
          </a:p>
          <a:p>
            <a:endParaRPr lang="zh-CN" altLang="zh-CN" sz="2200" dirty="0"/>
          </a:p>
        </p:txBody>
      </p:sp>
      <p:graphicFrame>
        <p:nvGraphicFramePr>
          <p:cNvPr id="5" name="对象 4"/>
          <p:cNvGraphicFramePr>
            <a:graphicFrameLocks noChangeAspect="1"/>
          </p:cNvGraphicFramePr>
          <p:nvPr>
            <p:extLst>
              <p:ext uri="{D42A27DB-BD31-4B8C-83A1-F6EECF244321}">
                <p14:modId xmlns:p14="http://schemas.microsoft.com/office/powerpoint/2010/main" val="472384038"/>
              </p:ext>
            </p:extLst>
          </p:nvPr>
        </p:nvGraphicFramePr>
        <p:xfrm>
          <a:off x="3210144" y="3315858"/>
          <a:ext cx="5931202" cy="3162060"/>
        </p:xfrm>
        <a:graphic>
          <a:graphicData uri="http://schemas.openxmlformats.org/presentationml/2006/ole">
            <mc:AlternateContent xmlns:mc="http://schemas.openxmlformats.org/markup-compatibility/2006">
              <mc:Choice xmlns:v="urn:schemas-microsoft-com:vml" Requires="v">
                <p:oleObj name="Visio" r:id="rId4" imgW="4243070" imgH="2275205" progId="Visio.Drawing.15">
                  <p:embed/>
                </p:oleObj>
              </mc:Choice>
              <mc:Fallback>
                <p:oleObj name="Visio" r:id="rId4" imgW="4243070" imgH="2275205" progId="Visio.Drawing.15">
                  <p:embed/>
                  <p:pic>
                    <p:nvPicPr>
                      <p:cNvPr id="0" name="对象 158"/>
                      <p:cNvPicPr>
                        <a:picLocks noChangeAspect="1" noChangeArrowheads="1"/>
                      </p:cNvPicPr>
                      <p:nvPr/>
                    </p:nvPicPr>
                    <p:blipFill>
                      <a:blip r:embed="rId5"/>
                      <a:srcRect/>
                      <a:stretch>
                        <a:fillRect/>
                      </a:stretch>
                    </p:blipFill>
                    <p:spPr bwMode="auto">
                      <a:xfrm>
                        <a:off x="3210144" y="3315858"/>
                        <a:ext cx="5931202" cy="3162060"/>
                      </a:xfrm>
                      <a:prstGeom prst="rect">
                        <a:avLst/>
                      </a:prstGeom>
                      <a:noFill/>
                    </p:spPr>
                  </p:pic>
                </p:oleObj>
              </mc:Fallback>
            </mc:AlternateContent>
          </a:graphicData>
        </a:graphic>
      </p:graphicFrame>
    </p:spTree>
    <p:custDataLst>
      <p:tags r:id="rId1"/>
    </p:custDataLst>
  </p:cSld>
  <p:clrMapOvr>
    <a:masterClrMapping/>
  </p:clrMapOvr>
  <p:transition>
    <p:rand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1</a:t>
            </a:r>
            <a:r>
              <a:rPr lang="en-US" altLang="zh-CN" dirty="0">
                <a:sym typeface="+mn-ea"/>
              </a:rPr>
              <a:t>. </a:t>
            </a:r>
            <a:r>
              <a:rPr lang="zh-CN" altLang="zh-CN" dirty="0"/>
              <a:t>创建</a:t>
            </a:r>
            <a:r>
              <a:rPr lang="en-US" altLang="zh-CN" dirty="0"/>
              <a:t>/</a:t>
            </a:r>
            <a:r>
              <a:rPr lang="zh-CN" altLang="zh-CN" dirty="0"/>
              <a:t>删除一个文件涉及的目录操作</a:t>
            </a:r>
            <a:endParaRPr lang="zh-CN" altLang="en-US" dirty="0"/>
          </a:p>
        </p:txBody>
      </p:sp>
      <p:sp>
        <p:nvSpPr>
          <p:cNvPr id="3" name="内容占位符 2"/>
          <p:cNvSpPr>
            <a:spLocks noGrp="1"/>
          </p:cNvSpPr>
          <p:nvPr>
            <p:ph idx="1"/>
          </p:nvPr>
        </p:nvSpPr>
        <p:spPr>
          <a:xfrm>
            <a:off x="903756" y="1508812"/>
            <a:ext cx="10645821" cy="3288275"/>
          </a:xfrm>
        </p:spPr>
        <p:txBody>
          <a:bodyPr>
            <a:normAutofit fontScale="97500"/>
          </a:bodyPr>
          <a:lstStyle/>
          <a:p>
            <a:r>
              <a:rPr lang="zh-CN" altLang="zh-CN" sz="2200" dirty="0"/>
              <a:t>创建：检查新文件名是否与已有文件重名；在目录表中找到一空目录项，填写新文件名、物理地址和其他属性，置状态位为</a:t>
            </a:r>
            <a:r>
              <a:rPr lang="en-US" altLang="zh-CN" sz="2200" dirty="0"/>
              <a:t>1</a:t>
            </a:r>
            <a:r>
              <a:rPr lang="zh-CN" altLang="zh-CN" sz="2200" dirty="0"/>
              <a:t>。</a:t>
            </a:r>
          </a:p>
          <a:p>
            <a:r>
              <a:rPr lang="zh-CN" altLang="zh-CN" sz="2200" dirty="0"/>
              <a:t>删除：在目录表中找到相应的目录项，得到该文件的物理地址，回收其存储空间，置状态位为</a:t>
            </a:r>
            <a:r>
              <a:rPr lang="en-US" altLang="zh-CN" sz="2200" dirty="0"/>
              <a:t>0</a:t>
            </a:r>
            <a:r>
              <a:rPr lang="zh-CN" altLang="zh-CN" sz="2200" dirty="0"/>
              <a:t>。</a:t>
            </a:r>
          </a:p>
          <a:p>
            <a:pPr marL="0" indent="0">
              <a:buNone/>
            </a:pPr>
            <a:endParaRPr lang="en-US" altLang="zh-CN" sz="2200" dirty="0"/>
          </a:p>
          <a:p>
            <a:endParaRPr lang="zh-CN" altLang="zh-CN" sz="2200" dirty="0"/>
          </a:p>
        </p:txBody>
      </p:sp>
    </p:spTree>
    <p:custDataLst>
      <p:tags r:id="rId1"/>
    </p:custDataLst>
  </p:cSld>
  <p:clrMapOvr>
    <a:masterClrMapping/>
  </p:clrMapOvr>
  <p:transition>
    <p:rand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sym typeface="+mn-ea"/>
              </a:rPr>
              <a:t>2. </a:t>
            </a:r>
            <a:r>
              <a:rPr lang="zh-CN" altLang="zh-CN" dirty="0"/>
              <a:t>单级目录结构的优缺点</a:t>
            </a:r>
          </a:p>
        </p:txBody>
      </p:sp>
      <p:sp>
        <p:nvSpPr>
          <p:cNvPr id="3" name="内容占位符 2"/>
          <p:cNvSpPr>
            <a:spLocks noGrp="1"/>
          </p:cNvSpPr>
          <p:nvPr>
            <p:ph idx="1"/>
          </p:nvPr>
        </p:nvSpPr>
        <p:spPr>
          <a:xfrm>
            <a:off x="833415" y="917965"/>
            <a:ext cx="10561416" cy="4017592"/>
          </a:xfrm>
        </p:spPr>
        <p:txBody>
          <a:bodyPr>
            <a:normAutofit fontScale="97500"/>
          </a:bodyPr>
          <a:lstStyle/>
          <a:p>
            <a:pPr marL="0" indent="0">
              <a:buNone/>
            </a:pPr>
            <a:r>
              <a:rPr lang="en-US" altLang="zh-CN" sz="2200" dirty="0"/>
              <a:t>      </a:t>
            </a:r>
            <a:r>
              <a:rPr lang="zh-CN" altLang="zh-CN" sz="2200" dirty="0"/>
              <a:t>单级目录结构的优点是目录结构简单，能实现</a:t>
            </a:r>
            <a:r>
              <a:rPr lang="en-US" altLang="zh-CN" sz="2200" dirty="0"/>
              <a:t>“</a:t>
            </a:r>
            <a:r>
              <a:rPr lang="zh-CN" altLang="zh-CN" sz="2200" dirty="0"/>
              <a:t>按名存取</a:t>
            </a:r>
            <a:r>
              <a:rPr lang="en-US" altLang="zh-CN" sz="2200" dirty="0"/>
              <a:t>”</a:t>
            </a:r>
            <a:r>
              <a:rPr lang="zh-CN" altLang="zh-CN" sz="2200" dirty="0"/>
              <a:t>。但缺点也很明显，表现在：</a:t>
            </a:r>
          </a:p>
          <a:p>
            <a:r>
              <a:rPr lang="zh-CN" altLang="zh-CN" sz="2200" dirty="0"/>
              <a:t>（</a:t>
            </a:r>
            <a:r>
              <a:rPr lang="en-US" altLang="zh-CN" sz="2200" dirty="0"/>
              <a:t>1</a:t>
            </a:r>
            <a:r>
              <a:rPr lang="zh-CN" altLang="zh-CN" sz="2200" dirty="0"/>
              <a:t>）查找速度慢。用户所有的文件都在一个目录中，如果要查找某个文件，需要检索整个目录，比较费时。</a:t>
            </a:r>
          </a:p>
          <a:p>
            <a:r>
              <a:rPr lang="zh-CN" altLang="zh-CN" sz="2200" dirty="0"/>
              <a:t>（</a:t>
            </a:r>
            <a:r>
              <a:rPr lang="en-US" altLang="zh-CN" sz="2200" dirty="0"/>
              <a:t>2</a:t>
            </a:r>
            <a:r>
              <a:rPr lang="zh-CN" altLang="zh-CN" sz="2200" dirty="0"/>
              <a:t>）不允许重名，</a:t>
            </a:r>
            <a:r>
              <a:rPr lang="en-US" altLang="zh-CN" sz="2200" dirty="0"/>
              <a:t> </a:t>
            </a:r>
            <a:endParaRPr lang="zh-CN" altLang="zh-CN" sz="2200" dirty="0"/>
          </a:p>
          <a:p>
            <a:r>
              <a:rPr lang="zh-CN" altLang="zh-CN" sz="2200" dirty="0"/>
              <a:t>（</a:t>
            </a:r>
            <a:r>
              <a:rPr lang="en-US" altLang="zh-CN" sz="2200" dirty="0"/>
              <a:t>3</a:t>
            </a:r>
            <a:r>
              <a:rPr lang="zh-CN" altLang="zh-CN" sz="2200" dirty="0"/>
              <a:t>）不便于实现文件共享。单级目录结构要求所有用户只能用同一个名字来访问同一个文件，这对每个用户为文件命名来说，是不方便的。</a:t>
            </a:r>
          </a:p>
          <a:p>
            <a:pPr marL="0" indent="0">
              <a:buNone/>
            </a:pPr>
            <a:endParaRPr lang="en-US" altLang="zh-CN" sz="2200" dirty="0"/>
          </a:p>
          <a:p>
            <a:endParaRPr lang="zh-CN" altLang="zh-CN" sz="2200" dirty="0"/>
          </a:p>
        </p:txBody>
      </p:sp>
    </p:spTree>
    <p:custDataLst>
      <p:tags r:id="rId1"/>
    </p:custDataLst>
  </p:cSld>
  <p:clrMapOvr>
    <a:masterClrMapping/>
  </p:clrMapOvr>
  <p:transition>
    <p:random/>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9</a:t>
            </a:r>
            <a:r>
              <a:rPr lang="en-US" altLang="zh-CN" dirty="0">
                <a:sym typeface="+mn-ea"/>
              </a:rPr>
              <a:t>.2.4  </a:t>
            </a:r>
            <a:r>
              <a:rPr lang="zh-CN" altLang="en-US" dirty="0"/>
              <a:t>两</a:t>
            </a:r>
            <a:r>
              <a:rPr lang="zh-CN" altLang="en-US" dirty="0">
                <a:sym typeface="+mn-ea"/>
              </a:rPr>
              <a:t>级目录结构</a:t>
            </a:r>
            <a:endParaRPr lang="zh-CN" altLang="en-US" dirty="0"/>
          </a:p>
        </p:txBody>
      </p:sp>
      <p:sp>
        <p:nvSpPr>
          <p:cNvPr id="3" name="内容占位符 2"/>
          <p:cNvSpPr>
            <a:spLocks noGrp="1"/>
          </p:cNvSpPr>
          <p:nvPr>
            <p:ph idx="1"/>
          </p:nvPr>
        </p:nvSpPr>
        <p:spPr>
          <a:xfrm>
            <a:off x="833415" y="917965"/>
            <a:ext cx="10968990" cy="2078623"/>
          </a:xfrm>
        </p:spPr>
        <p:txBody>
          <a:bodyPr>
            <a:normAutofit fontScale="97500"/>
          </a:bodyPr>
          <a:lstStyle/>
          <a:p>
            <a:pPr marL="0" indent="0">
              <a:buNone/>
            </a:pPr>
            <a:r>
              <a:rPr lang="zh-CN" altLang="zh-CN" sz="2200" dirty="0"/>
              <a:t>系统可以为每一个用户建立一个单独的用户文件目录</a:t>
            </a:r>
            <a:r>
              <a:rPr lang="en-US" altLang="zh-CN" sz="2200" dirty="0"/>
              <a:t>UFD(User File Directory)</a:t>
            </a:r>
            <a:r>
              <a:rPr lang="zh-CN" altLang="zh-CN" sz="2200" dirty="0"/>
              <a:t>，</a:t>
            </a:r>
            <a:r>
              <a:rPr lang="en-US" altLang="zh-CN" sz="2200" dirty="0"/>
              <a:t>  </a:t>
            </a:r>
            <a:r>
              <a:rPr lang="zh-CN" altLang="zh-CN" sz="2200" dirty="0"/>
              <a:t>在系统中还需要建立一个主文件目录</a:t>
            </a:r>
            <a:r>
              <a:rPr lang="en-US" altLang="zh-CN" sz="2200" dirty="0"/>
              <a:t>MFD(Master File Directory)</a:t>
            </a:r>
            <a:r>
              <a:rPr lang="zh-CN" altLang="zh-CN" sz="2200" dirty="0"/>
              <a:t>；</a:t>
            </a:r>
            <a:r>
              <a:rPr lang="en-US" altLang="zh-CN" sz="2200" dirty="0"/>
              <a:t> </a:t>
            </a:r>
            <a:r>
              <a:rPr lang="zh-CN" altLang="zh-CN" sz="2200" dirty="0"/>
              <a:t>每个</a:t>
            </a:r>
            <a:r>
              <a:rPr lang="en-US" altLang="zh-CN" sz="2200" dirty="0"/>
              <a:t>UFD</a:t>
            </a:r>
            <a:r>
              <a:rPr lang="zh-CN" altLang="zh-CN" sz="2200" dirty="0"/>
              <a:t>都占有一个目录项，其中记录了用户名和指向该用户目录的指针，这样的目录结构称为</a:t>
            </a:r>
            <a:r>
              <a:rPr lang="zh-CN" altLang="zh-CN" sz="2200" b="1" dirty="0"/>
              <a:t>两级目录结构</a:t>
            </a:r>
            <a:r>
              <a:rPr lang="en-US" altLang="zh-CN" sz="2200" dirty="0"/>
              <a:t> </a:t>
            </a:r>
            <a:r>
              <a:rPr lang="zh-CN" altLang="zh-CN" sz="2200" dirty="0"/>
              <a:t>。</a:t>
            </a:r>
          </a:p>
          <a:p>
            <a:pPr marL="0" indent="0">
              <a:buNone/>
            </a:pPr>
            <a:endParaRPr lang="en-US" altLang="zh-CN" sz="2200" dirty="0"/>
          </a:p>
          <a:p>
            <a:endParaRPr lang="zh-CN" altLang="zh-CN" sz="2200" dirty="0"/>
          </a:p>
        </p:txBody>
      </p:sp>
      <p:graphicFrame>
        <p:nvGraphicFramePr>
          <p:cNvPr id="6" name="对象 5"/>
          <p:cNvGraphicFramePr>
            <a:graphicFrameLocks noChangeAspect="1"/>
          </p:cNvGraphicFramePr>
          <p:nvPr>
            <p:extLst>
              <p:ext uri="{D42A27DB-BD31-4B8C-83A1-F6EECF244321}">
                <p14:modId xmlns:p14="http://schemas.microsoft.com/office/powerpoint/2010/main" val="417725802"/>
              </p:ext>
            </p:extLst>
          </p:nvPr>
        </p:nvGraphicFramePr>
        <p:xfrm>
          <a:off x="2049137" y="3217863"/>
          <a:ext cx="7825699" cy="3464291"/>
        </p:xfrm>
        <a:graphic>
          <a:graphicData uri="http://schemas.openxmlformats.org/presentationml/2006/ole">
            <mc:AlternateContent xmlns:mc="http://schemas.openxmlformats.org/markup-compatibility/2006">
              <mc:Choice xmlns:v="urn:schemas-microsoft-com:vml" Requires="v">
                <p:oleObj name="Visio" r:id="rId3" imgW="7475855" imgH="3094355" progId="Visio.Drawing.15">
                  <p:embed/>
                </p:oleObj>
              </mc:Choice>
              <mc:Fallback>
                <p:oleObj name="Visio" r:id="rId3" imgW="7475855" imgH="3094355" progId="Visio.Drawing.15">
                  <p:embed/>
                  <p:pic>
                    <p:nvPicPr>
                      <p:cNvPr id="0" name="对象 159"/>
                      <p:cNvPicPr>
                        <a:picLocks noChangeAspect="1" noChangeArrowheads="1"/>
                      </p:cNvPicPr>
                      <p:nvPr/>
                    </p:nvPicPr>
                    <p:blipFill>
                      <a:blip r:embed="rId4"/>
                      <a:srcRect/>
                      <a:stretch>
                        <a:fillRect/>
                      </a:stretch>
                    </p:blipFill>
                    <p:spPr bwMode="auto">
                      <a:xfrm>
                        <a:off x="2049137" y="3217863"/>
                        <a:ext cx="7825699" cy="3464291"/>
                      </a:xfrm>
                      <a:prstGeom prst="rect">
                        <a:avLst/>
                      </a:prstGeom>
                      <a:noFill/>
                    </p:spPr>
                  </p:pic>
                </p:oleObj>
              </mc:Fallback>
            </mc:AlternateContent>
          </a:graphicData>
        </a:graphic>
      </p:graphicFrame>
    </p:spTree>
    <p:custDataLst>
      <p:tags r:id="rId1"/>
    </p:custDataLst>
  </p:cSld>
  <p:clrMapOvr>
    <a:masterClrMapping/>
  </p:clrMapOvr>
  <p:transition>
    <p:rand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7">
            <a:extLst>
              <a:ext uri="{FF2B5EF4-FFF2-40B4-BE49-F238E27FC236}">
                <a16:creationId xmlns:a16="http://schemas.microsoft.com/office/drawing/2014/main" id="{8CA20284-9953-4BFF-81B6-FF63833AE8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1081" y="1016249"/>
            <a:ext cx="6504619" cy="48477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80777735"/>
      </p:ext>
    </p:extLst>
  </p:cSld>
  <p:clrMapOvr>
    <a:masterClrMapping/>
  </p:clrMapOvr>
  <p:transition>
    <p:rand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9</a:t>
            </a:r>
            <a:r>
              <a:rPr lang="en-US" altLang="zh-CN" dirty="0">
                <a:sym typeface="+mn-ea"/>
              </a:rPr>
              <a:t>.2.4  </a:t>
            </a:r>
            <a:r>
              <a:rPr lang="zh-CN" altLang="en-US" dirty="0"/>
              <a:t>两</a:t>
            </a:r>
            <a:r>
              <a:rPr lang="zh-CN" altLang="en-US" dirty="0">
                <a:sym typeface="+mn-ea"/>
              </a:rPr>
              <a:t>级目录结构</a:t>
            </a:r>
            <a:endParaRPr lang="zh-CN" altLang="en-US" dirty="0"/>
          </a:p>
        </p:txBody>
      </p:sp>
      <p:sp>
        <p:nvSpPr>
          <p:cNvPr id="3" name="内容占位符 2"/>
          <p:cNvSpPr>
            <a:spLocks noGrp="1"/>
          </p:cNvSpPr>
          <p:nvPr>
            <p:ph idx="1"/>
          </p:nvPr>
        </p:nvSpPr>
        <p:spPr>
          <a:xfrm>
            <a:off x="833415" y="917965"/>
            <a:ext cx="10968990" cy="5273515"/>
          </a:xfrm>
        </p:spPr>
        <p:txBody>
          <a:bodyPr>
            <a:normAutofit fontScale="97500"/>
          </a:bodyPr>
          <a:lstStyle/>
          <a:p>
            <a:pPr marL="0" indent="0">
              <a:buNone/>
            </a:pPr>
            <a:r>
              <a:rPr lang="en-US" altLang="zh-CN" sz="2200" dirty="0"/>
              <a:t>    </a:t>
            </a:r>
            <a:r>
              <a:rPr lang="zh-CN" altLang="zh-CN" sz="2200" dirty="0"/>
              <a:t>两级目录结构的主要</a:t>
            </a:r>
            <a:r>
              <a:rPr lang="zh-CN" altLang="zh-CN" sz="2200" b="1" dirty="0"/>
              <a:t>优点</a:t>
            </a:r>
            <a:r>
              <a:rPr lang="zh-CN" altLang="zh-CN" sz="2200" dirty="0"/>
              <a:t>有：</a:t>
            </a:r>
          </a:p>
          <a:p>
            <a:r>
              <a:rPr lang="zh-CN" altLang="zh-CN" sz="2200" dirty="0"/>
              <a:t>（</a:t>
            </a:r>
            <a:r>
              <a:rPr lang="en-US" altLang="zh-CN" sz="2200" dirty="0"/>
              <a:t>1</a:t>
            </a:r>
            <a:r>
              <a:rPr lang="zh-CN" altLang="zh-CN" sz="2200" dirty="0"/>
              <a:t>）</a:t>
            </a:r>
            <a:r>
              <a:rPr lang="zh-CN" altLang="zh-CN" sz="2200" dirty="0">
                <a:solidFill>
                  <a:srgbClr val="0000FF"/>
                </a:solidFill>
              </a:rPr>
              <a:t>提高了目录的检索速度</a:t>
            </a:r>
            <a:r>
              <a:rPr lang="zh-CN" altLang="zh-CN" sz="2200" dirty="0"/>
              <a:t>。如果</a:t>
            </a:r>
            <a:r>
              <a:rPr lang="en-US" altLang="zh-CN" sz="2200" dirty="0"/>
              <a:t>MFD=x</a:t>
            </a:r>
            <a:r>
              <a:rPr lang="zh-CN" altLang="zh-CN" sz="2200" dirty="0"/>
              <a:t>，</a:t>
            </a:r>
            <a:r>
              <a:rPr lang="en-US" altLang="zh-CN" sz="2200" dirty="0"/>
              <a:t>UFD=y</a:t>
            </a:r>
            <a:r>
              <a:rPr lang="zh-CN" altLang="zh-CN" sz="2200" dirty="0"/>
              <a:t>，那么为检索到一个指定的目录项，最多只需检索</a:t>
            </a:r>
            <a:r>
              <a:rPr lang="en-US" altLang="zh-CN" sz="2200" dirty="0" err="1"/>
              <a:t>x+y</a:t>
            </a:r>
            <a:r>
              <a:rPr lang="zh-CN" altLang="zh-CN" sz="2200" dirty="0"/>
              <a:t>个目录项。而采取单级目录，则最多需要检索</a:t>
            </a:r>
            <a:r>
              <a:rPr lang="en-US" altLang="zh-CN" sz="2200" dirty="0"/>
              <a:t>x*y</a:t>
            </a:r>
            <a:r>
              <a:rPr lang="zh-CN" altLang="zh-CN" sz="2200" dirty="0"/>
              <a:t>个目录项。</a:t>
            </a:r>
          </a:p>
          <a:p>
            <a:r>
              <a:rPr lang="zh-CN" altLang="zh-CN" sz="2200" dirty="0"/>
              <a:t>（</a:t>
            </a:r>
            <a:r>
              <a:rPr lang="en-US" altLang="zh-CN" sz="2200" dirty="0"/>
              <a:t>2</a:t>
            </a:r>
            <a:r>
              <a:rPr lang="zh-CN" altLang="zh-CN" sz="2200" dirty="0"/>
              <a:t>）</a:t>
            </a:r>
            <a:r>
              <a:rPr lang="zh-CN" altLang="en-US" sz="2200" dirty="0">
                <a:solidFill>
                  <a:srgbClr val="0000FF"/>
                </a:solidFill>
              </a:rPr>
              <a:t>可以重名</a:t>
            </a:r>
            <a:r>
              <a:rPr lang="zh-CN" altLang="en-US" sz="2200" dirty="0"/>
              <a:t>，</a:t>
            </a:r>
            <a:r>
              <a:rPr lang="zh-CN" altLang="zh-CN" sz="2200" dirty="0"/>
              <a:t>解决了命名冲突问题。</a:t>
            </a:r>
          </a:p>
          <a:p>
            <a:r>
              <a:rPr lang="zh-CN" altLang="zh-CN" sz="2200" dirty="0"/>
              <a:t>（</a:t>
            </a:r>
            <a:r>
              <a:rPr lang="en-US" altLang="zh-CN" sz="2200" dirty="0"/>
              <a:t>3</a:t>
            </a:r>
            <a:r>
              <a:rPr lang="zh-CN" altLang="zh-CN" sz="2200" dirty="0"/>
              <a:t>）不同用户可以使用不同的文件名，来访问系统中的同一个</a:t>
            </a:r>
            <a:r>
              <a:rPr lang="zh-CN" altLang="zh-CN" sz="2200" dirty="0">
                <a:solidFill>
                  <a:srgbClr val="0000FF"/>
                </a:solidFill>
              </a:rPr>
              <a:t>共享文件</a:t>
            </a:r>
            <a:r>
              <a:rPr lang="zh-CN" altLang="zh-CN" sz="2200" dirty="0"/>
              <a:t>。</a:t>
            </a:r>
          </a:p>
          <a:p>
            <a:pPr marL="0" indent="0">
              <a:buNone/>
            </a:pPr>
            <a:r>
              <a:rPr lang="en-US" altLang="zh-CN" sz="2200" dirty="0"/>
              <a:t>    </a:t>
            </a:r>
            <a:r>
              <a:rPr lang="zh-CN" altLang="zh-CN" sz="2200" dirty="0"/>
              <a:t>该目录结构的主要</a:t>
            </a:r>
            <a:r>
              <a:rPr lang="zh-CN" altLang="zh-CN" sz="2200" b="1" dirty="0"/>
              <a:t>缺点</a:t>
            </a:r>
            <a:r>
              <a:rPr lang="zh-CN" altLang="zh-CN" sz="2200" dirty="0"/>
              <a:t>为：</a:t>
            </a:r>
          </a:p>
          <a:p>
            <a:r>
              <a:rPr lang="zh-CN" altLang="zh-CN" sz="2200" dirty="0"/>
              <a:t>（</a:t>
            </a:r>
            <a:r>
              <a:rPr lang="en-US" altLang="zh-CN" sz="2200" dirty="0"/>
              <a:t>1</a:t>
            </a:r>
            <a:r>
              <a:rPr lang="zh-CN" altLang="zh-CN" sz="2200" dirty="0"/>
              <a:t>）该结构虽然能有效地将多个用户隔离开来，但当要实现多个用户之间的文件共享时，这种隔离反而会为共享带来不便。</a:t>
            </a:r>
          </a:p>
          <a:p>
            <a:r>
              <a:rPr lang="zh-CN" altLang="zh-CN" sz="2200" dirty="0"/>
              <a:t>（</a:t>
            </a:r>
            <a:r>
              <a:rPr lang="en-US" altLang="zh-CN" sz="2200" dirty="0"/>
              <a:t>2</a:t>
            </a:r>
            <a:r>
              <a:rPr lang="zh-CN" altLang="zh-CN" sz="2200" dirty="0"/>
              <a:t>）当某个用户目录下文件较多时，查找文件时速度还是会比较慢。</a:t>
            </a:r>
          </a:p>
          <a:p>
            <a:pPr marL="0" indent="0">
              <a:buNone/>
            </a:pPr>
            <a:endParaRPr lang="en-US" altLang="zh-CN" sz="2200" dirty="0"/>
          </a:p>
          <a:p>
            <a:endParaRPr lang="zh-CN" altLang="zh-CN" sz="2200" dirty="0"/>
          </a:p>
        </p:txBody>
      </p:sp>
    </p:spTree>
    <p:custDataLst>
      <p:tags r:id="rId1"/>
    </p:custDataLst>
  </p:cSld>
  <p:clrMapOvr>
    <a:masterClrMapping/>
  </p:clrMapOvr>
  <p:transition>
    <p:rand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9</a:t>
            </a:r>
            <a:r>
              <a:rPr lang="en-US" altLang="zh-CN" dirty="0">
                <a:sym typeface="+mn-ea"/>
              </a:rPr>
              <a:t>.2.5  </a:t>
            </a:r>
            <a:r>
              <a:rPr lang="zh-CN" altLang="en-US" dirty="0"/>
              <a:t>树形</a:t>
            </a:r>
            <a:r>
              <a:rPr lang="zh-CN" altLang="en-US" dirty="0">
                <a:sym typeface="+mn-ea"/>
              </a:rPr>
              <a:t>目录结构</a:t>
            </a:r>
            <a:endParaRPr lang="zh-CN" altLang="en-US" dirty="0"/>
          </a:p>
        </p:txBody>
      </p:sp>
      <p:sp>
        <p:nvSpPr>
          <p:cNvPr id="3" name="内容占位符 2"/>
          <p:cNvSpPr>
            <a:spLocks noGrp="1"/>
          </p:cNvSpPr>
          <p:nvPr>
            <p:ph idx="1"/>
          </p:nvPr>
        </p:nvSpPr>
        <p:spPr>
          <a:xfrm>
            <a:off x="720871" y="889829"/>
            <a:ext cx="10968990" cy="1599983"/>
          </a:xfrm>
        </p:spPr>
        <p:txBody>
          <a:bodyPr>
            <a:normAutofit fontScale="97500"/>
          </a:bodyPr>
          <a:lstStyle/>
          <a:p>
            <a:r>
              <a:rPr lang="zh-CN" altLang="zh-CN" sz="2200" dirty="0"/>
              <a:t>三级以及三级以上的文件目录结构称为</a:t>
            </a:r>
            <a:r>
              <a:rPr lang="zh-CN" altLang="zh-CN" sz="2200" b="1" dirty="0"/>
              <a:t>树形目录结</a:t>
            </a:r>
            <a:r>
              <a:rPr lang="zh-CN" altLang="zh-CN" sz="2200" dirty="0"/>
              <a:t>构（如图</a:t>
            </a:r>
            <a:r>
              <a:rPr lang="en-US" altLang="zh-CN" sz="2200" dirty="0"/>
              <a:t>9-3</a:t>
            </a:r>
            <a:r>
              <a:rPr lang="zh-CN" altLang="zh-CN" sz="2200" dirty="0"/>
              <a:t>所示）。</a:t>
            </a:r>
            <a:r>
              <a:rPr lang="en-US" altLang="zh-CN" sz="2200" dirty="0"/>
              <a:t> </a:t>
            </a:r>
            <a:endParaRPr lang="zh-CN" altLang="zh-CN" sz="2200" dirty="0"/>
          </a:p>
          <a:p>
            <a:r>
              <a:rPr lang="zh-CN" altLang="zh-CN" sz="2200" dirty="0"/>
              <a:t>树形目录结构具有</a:t>
            </a:r>
            <a:r>
              <a:rPr lang="zh-CN" altLang="zh-CN" sz="2200" dirty="0">
                <a:solidFill>
                  <a:srgbClr val="0000FF"/>
                </a:solidFill>
              </a:rPr>
              <a:t>检索效率高、允许重名、便于实现文件共享</a:t>
            </a:r>
            <a:r>
              <a:rPr lang="zh-CN" altLang="zh-CN" sz="2200" dirty="0"/>
              <a:t>等一系列优点，因此被广泛使用，并且已经成为目前广为流行的一种目录结构。</a:t>
            </a:r>
          </a:p>
          <a:p>
            <a:endParaRPr lang="zh-CN" altLang="zh-CN" sz="2200" dirty="0"/>
          </a:p>
        </p:txBody>
      </p:sp>
      <p:graphicFrame>
        <p:nvGraphicFramePr>
          <p:cNvPr id="5" name="对象 4"/>
          <p:cNvGraphicFramePr>
            <a:graphicFrameLocks noChangeAspect="1"/>
          </p:cNvGraphicFramePr>
          <p:nvPr>
            <p:extLst>
              <p:ext uri="{D42A27DB-BD31-4B8C-83A1-F6EECF244321}">
                <p14:modId xmlns:p14="http://schemas.microsoft.com/office/powerpoint/2010/main" val="977672497"/>
              </p:ext>
            </p:extLst>
          </p:nvPr>
        </p:nvGraphicFramePr>
        <p:xfrm>
          <a:off x="1506061" y="2566931"/>
          <a:ext cx="7173705" cy="4166854"/>
        </p:xfrm>
        <a:graphic>
          <a:graphicData uri="http://schemas.openxmlformats.org/presentationml/2006/ole">
            <mc:AlternateContent xmlns:mc="http://schemas.openxmlformats.org/markup-compatibility/2006">
              <mc:Choice xmlns:v="urn:schemas-microsoft-com:vml" Requires="v">
                <p:oleObj name="Visio" r:id="rId3" imgW="6986270" imgH="4067175" progId="Visio.Drawing.15">
                  <p:embed/>
                </p:oleObj>
              </mc:Choice>
              <mc:Fallback>
                <p:oleObj name="Visio" r:id="rId3" imgW="6986270" imgH="4067175" progId="Visio.Drawing.15">
                  <p:embed/>
                  <p:pic>
                    <p:nvPicPr>
                      <p:cNvPr id="0" name="对象 160"/>
                      <p:cNvPicPr>
                        <a:picLocks noChangeAspect="1" noChangeArrowheads="1"/>
                      </p:cNvPicPr>
                      <p:nvPr/>
                    </p:nvPicPr>
                    <p:blipFill>
                      <a:blip r:embed="rId4"/>
                      <a:srcRect/>
                      <a:stretch>
                        <a:fillRect/>
                      </a:stretch>
                    </p:blipFill>
                    <p:spPr bwMode="auto">
                      <a:xfrm>
                        <a:off x="1506061" y="2566931"/>
                        <a:ext cx="7173705" cy="4166854"/>
                      </a:xfrm>
                      <a:prstGeom prst="rect">
                        <a:avLst/>
                      </a:prstGeom>
                      <a:noFill/>
                    </p:spPr>
                  </p:pic>
                </p:oleObj>
              </mc:Fallback>
            </mc:AlternateContent>
          </a:graphicData>
        </a:graphic>
      </p:graphicFrame>
    </p:spTree>
    <p:custDataLst>
      <p:tags r:id="rId1"/>
    </p:custDataLst>
  </p:cSld>
  <p:clrMapOvr>
    <a:masterClrMapping/>
  </p:clrMapOvr>
  <p:transition>
    <p:rand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9</a:t>
            </a:r>
            <a:r>
              <a:rPr lang="en-US" altLang="zh-CN" dirty="0">
                <a:sym typeface="+mn-ea"/>
              </a:rPr>
              <a:t>.2.6  </a:t>
            </a:r>
            <a:r>
              <a:rPr lang="zh-CN" altLang="en-US" dirty="0">
                <a:sym typeface="+mn-ea"/>
              </a:rPr>
              <a:t>目录查询技术</a:t>
            </a:r>
            <a:endParaRPr lang="zh-CN" altLang="en-US" dirty="0"/>
          </a:p>
        </p:txBody>
      </p:sp>
      <p:sp>
        <p:nvSpPr>
          <p:cNvPr id="3" name="内容占位符 2"/>
          <p:cNvSpPr>
            <a:spLocks noGrp="1"/>
          </p:cNvSpPr>
          <p:nvPr>
            <p:ph idx="1"/>
          </p:nvPr>
        </p:nvSpPr>
        <p:spPr>
          <a:xfrm>
            <a:off x="720871" y="889829"/>
            <a:ext cx="10968990" cy="5026229"/>
          </a:xfrm>
        </p:spPr>
        <p:txBody>
          <a:bodyPr>
            <a:normAutofit fontScale="97500"/>
          </a:bodyPr>
          <a:lstStyle/>
          <a:p>
            <a:pPr marL="0" indent="0">
              <a:buNone/>
            </a:pPr>
            <a:r>
              <a:rPr lang="en-US" altLang="zh-CN" dirty="0"/>
              <a:t>    </a:t>
            </a:r>
            <a:r>
              <a:rPr lang="zh-CN" altLang="zh-CN" dirty="0"/>
              <a:t>有了文件目录，</a:t>
            </a:r>
            <a:r>
              <a:rPr lang="en-US" altLang="zh-CN" dirty="0"/>
              <a:t>OS</a:t>
            </a:r>
            <a:r>
              <a:rPr lang="zh-CN" altLang="zh-CN" dirty="0"/>
              <a:t>根据文件名查找文件会变得非常方便。具体查找过程为：</a:t>
            </a:r>
          </a:p>
          <a:p>
            <a:r>
              <a:rPr lang="zh-CN" altLang="zh-CN" dirty="0"/>
              <a:t>（</a:t>
            </a:r>
            <a:r>
              <a:rPr lang="en-US" altLang="zh-CN" dirty="0"/>
              <a:t>1</a:t>
            </a:r>
            <a:r>
              <a:rPr lang="zh-CN" altLang="zh-CN" dirty="0"/>
              <a:t>）系统利用用户提供的</a:t>
            </a:r>
            <a:r>
              <a:rPr lang="zh-CN" altLang="zh-CN" dirty="0">
                <a:solidFill>
                  <a:srgbClr val="0000FF"/>
                </a:solidFill>
              </a:rPr>
              <a:t>文件名，对文件目录进行查询，找出该文件的文件控制块或索引结点</a:t>
            </a:r>
            <a:r>
              <a:rPr lang="zh-CN" altLang="zh-CN" dirty="0"/>
              <a:t>。</a:t>
            </a:r>
          </a:p>
          <a:p>
            <a:r>
              <a:rPr lang="zh-CN" altLang="zh-CN" dirty="0"/>
              <a:t>（</a:t>
            </a:r>
            <a:r>
              <a:rPr lang="en-US" altLang="zh-CN" dirty="0"/>
              <a:t>2</a:t>
            </a:r>
            <a:r>
              <a:rPr lang="zh-CN" altLang="zh-CN" dirty="0"/>
              <a:t>）根据找到的文件控制块或索引结点中所记录的</a:t>
            </a:r>
            <a:r>
              <a:rPr lang="zh-CN" altLang="zh-CN" dirty="0">
                <a:solidFill>
                  <a:srgbClr val="0000FF"/>
                </a:solidFill>
              </a:rPr>
              <a:t>文件盘块号，换算出文件在磁盘上的物理位置。</a:t>
            </a:r>
          </a:p>
          <a:p>
            <a:r>
              <a:rPr lang="zh-CN" altLang="zh-CN" dirty="0"/>
              <a:t>（</a:t>
            </a:r>
            <a:r>
              <a:rPr lang="en-US" altLang="zh-CN" dirty="0"/>
              <a:t>3</a:t>
            </a:r>
            <a:r>
              <a:rPr lang="zh-CN" altLang="zh-CN" dirty="0"/>
              <a:t>）</a:t>
            </a:r>
            <a:r>
              <a:rPr lang="zh-CN" altLang="zh-CN" dirty="0">
                <a:solidFill>
                  <a:srgbClr val="0000FF"/>
                </a:solidFill>
              </a:rPr>
              <a:t>启动磁盘，将所需文件读到内存。</a:t>
            </a:r>
          </a:p>
          <a:p>
            <a:pPr marL="0" indent="0">
              <a:buNone/>
            </a:pPr>
            <a:r>
              <a:rPr lang="en-US" altLang="zh-CN" dirty="0"/>
              <a:t>    </a:t>
            </a:r>
            <a:r>
              <a:rPr lang="zh-CN" altLang="zh-CN" dirty="0"/>
              <a:t>对目录进行查询的方法有两种：</a:t>
            </a:r>
            <a:r>
              <a:rPr lang="zh-CN" altLang="zh-CN" b="1" dirty="0"/>
              <a:t>线性检索法</a:t>
            </a:r>
            <a:r>
              <a:rPr lang="zh-CN" altLang="zh-CN" dirty="0"/>
              <a:t>和</a:t>
            </a:r>
            <a:r>
              <a:rPr lang="en-US" altLang="zh-CN" b="1" dirty="0"/>
              <a:t>Hash</a:t>
            </a:r>
            <a:r>
              <a:rPr lang="zh-CN" altLang="zh-CN" b="1" dirty="0"/>
              <a:t>方法</a:t>
            </a:r>
            <a:r>
              <a:rPr lang="zh-CN" altLang="zh-CN" dirty="0"/>
              <a:t>。</a:t>
            </a:r>
          </a:p>
          <a:p>
            <a:endParaRPr lang="zh-CN" altLang="zh-CN" sz="2200" dirty="0"/>
          </a:p>
        </p:txBody>
      </p:sp>
    </p:spTree>
    <p:custDataLst>
      <p:tags r:id="rId1"/>
    </p:custData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9</a:t>
            </a:r>
            <a:r>
              <a:rPr lang="en-US" altLang="zh-CN" dirty="0">
                <a:sym typeface="+mn-ea"/>
              </a:rPr>
              <a:t>.2.6  </a:t>
            </a:r>
            <a:r>
              <a:rPr lang="zh-CN" altLang="en-US" dirty="0">
                <a:sym typeface="+mn-ea"/>
              </a:rPr>
              <a:t>目录查询技术</a:t>
            </a:r>
            <a:endParaRPr lang="zh-CN" altLang="en-US" dirty="0"/>
          </a:p>
        </p:txBody>
      </p:sp>
      <p:sp>
        <p:nvSpPr>
          <p:cNvPr id="3" name="内容占位符 2"/>
          <p:cNvSpPr>
            <a:spLocks noGrp="1"/>
          </p:cNvSpPr>
          <p:nvPr>
            <p:ph idx="1"/>
          </p:nvPr>
        </p:nvSpPr>
        <p:spPr>
          <a:xfrm>
            <a:off x="720871" y="889829"/>
            <a:ext cx="10968990" cy="5510971"/>
          </a:xfrm>
        </p:spPr>
        <p:txBody>
          <a:bodyPr>
            <a:normAutofit fontScale="97500"/>
          </a:bodyPr>
          <a:lstStyle/>
          <a:p>
            <a:pPr marL="0" indent="0">
              <a:lnSpc>
                <a:spcPct val="120000"/>
              </a:lnSpc>
              <a:buNone/>
            </a:pPr>
            <a:r>
              <a:rPr lang="en-US" altLang="zh-CN" sz="2300" b="1" dirty="0"/>
              <a:t>1.</a:t>
            </a:r>
            <a:r>
              <a:rPr lang="zh-CN" altLang="zh-CN" sz="2300" b="1" dirty="0"/>
              <a:t>线性检索法（又称顺序检索法）</a:t>
            </a:r>
            <a:endParaRPr lang="zh-CN" altLang="zh-CN" sz="2300" dirty="0"/>
          </a:p>
          <a:p>
            <a:pPr marL="0" indent="0">
              <a:lnSpc>
                <a:spcPct val="120000"/>
              </a:lnSpc>
              <a:buNone/>
            </a:pPr>
            <a:r>
              <a:rPr lang="en-US" altLang="zh-CN" sz="2300" dirty="0"/>
              <a:t>      </a:t>
            </a:r>
            <a:r>
              <a:rPr lang="zh-CN" altLang="zh-CN" sz="2300" dirty="0"/>
              <a:t>假设用户给定的文件路径名为</a:t>
            </a:r>
            <a:r>
              <a:rPr lang="en-US" altLang="zh-CN" sz="2300" dirty="0"/>
              <a:t>d1/d2/d3…/</a:t>
            </a:r>
            <a:r>
              <a:rPr lang="en-US" altLang="zh-CN" sz="2300" dirty="0" err="1"/>
              <a:t>dn</a:t>
            </a:r>
            <a:r>
              <a:rPr lang="en-US" altLang="zh-CN" sz="2300" dirty="0"/>
              <a:t>/</a:t>
            </a:r>
            <a:r>
              <a:rPr lang="en-US" altLang="zh-CN" sz="2300" dirty="0" err="1"/>
              <a:t>datafile</a:t>
            </a:r>
            <a:r>
              <a:rPr lang="en-US" altLang="zh-CN" sz="2300" dirty="0"/>
              <a:t>,</a:t>
            </a:r>
            <a:r>
              <a:rPr lang="zh-CN" altLang="zh-CN" sz="2300" dirty="0"/>
              <a:t>那么树形目录结构中采用线性检索法检索该文件的基本过程为：</a:t>
            </a:r>
            <a:r>
              <a:rPr lang="en-US" altLang="zh-CN" sz="2300" dirty="0"/>
              <a:t> </a:t>
            </a:r>
            <a:endParaRPr lang="zh-CN" altLang="zh-CN" sz="2300" dirty="0"/>
          </a:p>
          <a:p>
            <a:pPr>
              <a:lnSpc>
                <a:spcPct val="120000"/>
              </a:lnSpc>
            </a:pPr>
            <a:r>
              <a:rPr lang="zh-CN" altLang="zh-CN" sz="2000" dirty="0"/>
              <a:t>（</a:t>
            </a:r>
            <a:r>
              <a:rPr lang="en-US" altLang="zh-CN" sz="2000" dirty="0"/>
              <a:t>1</a:t>
            </a:r>
            <a:r>
              <a:rPr lang="zh-CN" altLang="zh-CN" sz="2000" dirty="0"/>
              <a:t>）</a:t>
            </a:r>
            <a:r>
              <a:rPr lang="zh-CN" altLang="zh-CN" sz="2300" dirty="0"/>
              <a:t>读入第一个文件分量名</a:t>
            </a:r>
            <a:r>
              <a:rPr lang="en-US" altLang="zh-CN" sz="2300" dirty="0"/>
              <a:t>d1</a:t>
            </a:r>
            <a:r>
              <a:rPr lang="zh-CN" altLang="zh-CN" sz="2300" dirty="0"/>
              <a:t>，用它与根目录文件中</a:t>
            </a:r>
            <a:r>
              <a:rPr lang="zh-CN" altLang="zh-CN" sz="2300" dirty="0">
                <a:solidFill>
                  <a:srgbClr val="0000FF"/>
                </a:solidFill>
              </a:rPr>
              <a:t>各个目录项的文件名顺序地进行比较，从中找出匹配者</a:t>
            </a:r>
            <a:r>
              <a:rPr lang="zh-CN" altLang="zh-CN" sz="2300" dirty="0"/>
              <a:t>，并得到匹配项的索引结点编号，从对应的索引结点中获知</a:t>
            </a:r>
            <a:r>
              <a:rPr lang="en-US" altLang="zh-CN" sz="2300" dirty="0"/>
              <a:t>d1</a:t>
            </a:r>
            <a:r>
              <a:rPr lang="zh-CN" altLang="zh-CN" sz="2300" dirty="0"/>
              <a:t>目录文件所在的盘块号，启动磁盘，将相应盘块读入内存。</a:t>
            </a:r>
          </a:p>
          <a:p>
            <a:pPr>
              <a:lnSpc>
                <a:spcPct val="120000"/>
              </a:lnSpc>
            </a:pPr>
            <a:r>
              <a:rPr lang="zh-CN" altLang="zh-CN" sz="2000" dirty="0"/>
              <a:t>（</a:t>
            </a:r>
            <a:r>
              <a:rPr lang="en-US" altLang="zh-CN" sz="2000" dirty="0"/>
              <a:t>2</a:t>
            </a:r>
            <a:r>
              <a:rPr lang="zh-CN" altLang="zh-CN" sz="2000" dirty="0"/>
              <a:t>）</a:t>
            </a:r>
            <a:r>
              <a:rPr lang="zh-CN" altLang="zh-CN" sz="2300" dirty="0"/>
              <a:t>对于</a:t>
            </a:r>
            <a:r>
              <a:rPr lang="en-US" altLang="zh-CN" sz="2300" dirty="0"/>
              <a:t>d2~dn</a:t>
            </a:r>
            <a:r>
              <a:rPr lang="zh-CN" altLang="zh-CN" sz="2300" dirty="0"/>
              <a:t>，以此类推。</a:t>
            </a:r>
          </a:p>
          <a:p>
            <a:pPr>
              <a:lnSpc>
                <a:spcPct val="120000"/>
              </a:lnSpc>
            </a:pPr>
            <a:r>
              <a:rPr lang="zh-CN" altLang="zh-CN" sz="2000" dirty="0"/>
              <a:t>（</a:t>
            </a:r>
            <a:r>
              <a:rPr lang="en-US" altLang="zh-CN" sz="2000" dirty="0"/>
              <a:t>3</a:t>
            </a:r>
            <a:r>
              <a:rPr lang="zh-CN" altLang="zh-CN" sz="2000" dirty="0"/>
              <a:t>）</a:t>
            </a:r>
            <a:r>
              <a:rPr lang="zh-CN" altLang="zh-CN" sz="2300" dirty="0"/>
              <a:t>读入最后一个文件分量名</a:t>
            </a:r>
            <a:r>
              <a:rPr lang="en-US" altLang="zh-CN" sz="2300" dirty="0" err="1"/>
              <a:t>datafile</a:t>
            </a:r>
            <a:r>
              <a:rPr lang="zh-CN" altLang="zh-CN" sz="2300" dirty="0"/>
              <a:t>，用它与第</a:t>
            </a:r>
            <a:r>
              <a:rPr lang="en-US" altLang="zh-CN" sz="2300" dirty="0"/>
              <a:t>n</a:t>
            </a:r>
            <a:r>
              <a:rPr lang="zh-CN" altLang="zh-CN" sz="2300" dirty="0"/>
              <a:t>级目录文件中各个目录项的文件名顺序地进行比较，从中找到匹配项，从而得到该文件对应的索引结点编号，再从对应的索引结点中读出该文件的物理地址，目录查询成功结束。如果在上述查找过程中，发现任何一个文件分量名未能找到，则停止查找并返回</a:t>
            </a:r>
            <a:r>
              <a:rPr lang="en-US" altLang="zh-CN" sz="2300" dirty="0"/>
              <a:t>“</a:t>
            </a:r>
            <a:r>
              <a:rPr lang="zh-CN" altLang="zh-CN" sz="2300" dirty="0"/>
              <a:t>文件未找到</a:t>
            </a:r>
            <a:r>
              <a:rPr lang="en-US" altLang="zh-CN" sz="2300" dirty="0"/>
              <a:t>”</a:t>
            </a:r>
            <a:r>
              <a:rPr lang="zh-CN" altLang="zh-CN" sz="2300" dirty="0"/>
              <a:t>的出错信息。</a:t>
            </a:r>
          </a:p>
        </p:txBody>
      </p:sp>
    </p:spTree>
    <p:custDataLst>
      <p:tags r:id="rId1"/>
    </p:custDataLst>
  </p:cSld>
  <p:clrMapOvr>
    <a:masterClrMapping/>
  </p:clrMapOvr>
  <p:transition>
    <p:random/>
  </p:transition>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9</a:t>
            </a:r>
            <a:r>
              <a:rPr lang="en-US" altLang="zh-CN" dirty="0">
                <a:sym typeface="+mn-ea"/>
              </a:rPr>
              <a:t>.2.6  </a:t>
            </a:r>
            <a:r>
              <a:rPr lang="zh-CN" altLang="en-US" dirty="0">
                <a:sym typeface="+mn-ea"/>
              </a:rPr>
              <a:t>目录查询技术</a:t>
            </a:r>
            <a:endParaRPr lang="zh-CN" altLang="en-US" dirty="0"/>
          </a:p>
        </p:txBody>
      </p:sp>
      <p:sp>
        <p:nvSpPr>
          <p:cNvPr id="3" name="内容占位符 2"/>
          <p:cNvSpPr>
            <a:spLocks noGrp="1"/>
          </p:cNvSpPr>
          <p:nvPr>
            <p:ph idx="1"/>
          </p:nvPr>
        </p:nvSpPr>
        <p:spPr>
          <a:xfrm>
            <a:off x="720871" y="889829"/>
            <a:ext cx="10968990" cy="6059610"/>
          </a:xfrm>
        </p:spPr>
        <p:txBody>
          <a:bodyPr>
            <a:normAutofit fontScale="97500"/>
          </a:bodyPr>
          <a:lstStyle/>
          <a:p>
            <a:pPr marL="0" indent="0">
              <a:lnSpc>
                <a:spcPct val="120000"/>
              </a:lnSpc>
              <a:buNone/>
            </a:pPr>
            <a:r>
              <a:rPr lang="en-US" altLang="zh-CN" sz="2300" b="1" dirty="0"/>
              <a:t>2</a:t>
            </a:r>
            <a:r>
              <a:rPr lang="zh-CN" altLang="zh-CN" sz="2300" b="1" dirty="0"/>
              <a:t>．</a:t>
            </a:r>
            <a:r>
              <a:rPr lang="en-US" altLang="zh-CN" sz="2300" b="1" dirty="0"/>
              <a:t>Hash</a:t>
            </a:r>
            <a:r>
              <a:rPr lang="zh-CN" altLang="zh-CN" sz="2300" b="1" dirty="0"/>
              <a:t>方法</a:t>
            </a:r>
            <a:endParaRPr lang="zh-CN" altLang="zh-CN" sz="2300" dirty="0"/>
          </a:p>
          <a:p>
            <a:pPr marL="0" indent="0">
              <a:lnSpc>
                <a:spcPct val="120000"/>
              </a:lnSpc>
              <a:buNone/>
            </a:pPr>
            <a:r>
              <a:rPr lang="en-US" altLang="zh-CN" dirty="0"/>
              <a:t>      </a:t>
            </a:r>
            <a:r>
              <a:rPr lang="zh-CN" altLang="zh-CN" sz="2300" dirty="0"/>
              <a:t>系统</a:t>
            </a:r>
            <a:r>
              <a:rPr lang="zh-CN" altLang="zh-CN" sz="2300" dirty="0">
                <a:solidFill>
                  <a:srgbClr val="0000FF"/>
                </a:solidFill>
              </a:rPr>
              <a:t>利用哈希函数，将用户提供的文件名转换为文件目录的索引值</a:t>
            </a:r>
            <a:r>
              <a:rPr lang="zh-CN" altLang="zh-CN" sz="2300" dirty="0"/>
              <a:t>，</a:t>
            </a:r>
            <a:r>
              <a:rPr lang="zh-CN" altLang="zh-CN" sz="2300" dirty="0">
                <a:solidFill>
                  <a:srgbClr val="0000FF"/>
                </a:solidFill>
              </a:rPr>
              <a:t>再利用该索引值到目录中去查找，从而显著提高检索速度</a:t>
            </a:r>
            <a:r>
              <a:rPr lang="zh-CN" altLang="zh-CN" sz="2300" dirty="0"/>
              <a:t>。</a:t>
            </a:r>
          </a:p>
          <a:p>
            <a:pPr marL="0" indent="0">
              <a:lnSpc>
                <a:spcPct val="120000"/>
              </a:lnSpc>
              <a:buNone/>
            </a:pPr>
            <a:r>
              <a:rPr lang="en-US" altLang="zh-CN" sz="2300" dirty="0"/>
              <a:t>      </a:t>
            </a:r>
            <a:r>
              <a:rPr lang="zh-CN" altLang="zh-CN" sz="2300" dirty="0"/>
              <a:t>对进行文件名转换中可能出现的哈希</a:t>
            </a:r>
            <a:r>
              <a:rPr lang="en-US" altLang="zh-CN" sz="2300" dirty="0"/>
              <a:t>“</a:t>
            </a:r>
            <a:r>
              <a:rPr lang="zh-CN" altLang="zh-CN" sz="2300" dirty="0"/>
              <a:t>冲突</a:t>
            </a:r>
            <a:r>
              <a:rPr lang="en-US" altLang="zh-CN" sz="2300" dirty="0"/>
              <a:t>”</a:t>
            </a:r>
            <a:r>
              <a:rPr lang="zh-CN" altLang="zh-CN" sz="2300" dirty="0"/>
              <a:t>问题，可以采用以下解决方案：</a:t>
            </a:r>
          </a:p>
          <a:p>
            <a:pPr>
              <a:lnSpc>
                <a:spcPct val="120000"/>
              </a:lnSpc>
            </a:pPr>
            <a:r>
              <a:rPr lang="zh-CN" altLang="zh-CN" sz="2300" dirty="0"/>
              <a:t>（</a:t>
            </a:r>
            <a:r>
              <a:rPr lang="en-US" altLang="zh-CN" sz="2300" dirty="0"/>
              <a:t>1</a:t>
            </a:r>
            <a:r>
              <a:rPr lang="zh-CN" altLang="zh-CN" sz="2300" dirty="0"/>
              <a:t>）在利用</a:t>
            </a:r>
            <a:r>
              <a:rPr lang="en-US" altLang="zh-CN" sz="2300" dirty="0"/>
              <a:t>Hash</a:t>
            </a:r>
            <a:r>
              <a:rPr lang="zh-CN" altLang="zh-CN" sz="2300" dirty="0"/>
              <a:t>法索引查找目录时，如果目录表中相应的目录项是空的，则查找失败，表示系统中不存在指定的文件。</a:t>
            </a:r>
          </a:p>
          <a:p>
            <a:pPr>
              <a:lnSpc>
                <a:spcPct val="120000"/>
              </a:lnSpc>
            </a:pPr>
            <a:r>
              <a:rPr lang="zh-CN" altLang="zh-CN" sz="2300" dirty="0"/>
              <a:t>（</a:t>
            </a:r>
            <a:r>
              <a:rPr lang="en-US" altLang="zh-CN" sz="2300" dirty="0"/>
              <a:t>2</a:t>
            </a:r>
            <a:r>
              <a:rPr lang="zh-CN" altLang="zh-CN" sz="2300" dirty="0"/>
              <a:t>）如果目录项中的文件名与指定文件名相匹配，则查找成功，表示该目录项正是所要寻找的文件目录项，从该目录项中读取出该文件存放的物理地址即可。</a:t>
            </a:r>
          </a:p>
          <a:p>
            <a:pPr>
              <a:lnSpc>
                <a:spcPct val="120000"/>
              </a:lnSpc>
            </a:pPr>
            <a:r>
              <a:rPr lang="zh-CN" altLang="zh-CN" sz="2300" dirty="0"/>
              <a:t>（</a:t>
            </a:r>
            <a:r>
              <a:rPr lang="en-US" altLang="zh-CN" sz="2300" dirty="0"/>
              <a:t>3</a:t>
            </a:r>
            <a:r>
              <a:rPr lang="zh-CN" altLang="zh-CN" sz="2300" dirty="0"/>
              <a:t>）如果在目录表相应目录项中的文件名与指定文件名并不匹配，则查找失败，表示发生了</a:t>
            </a:r>
            <a:r>
              <a:rPr lang="en-US" altLang="zh-CN" sz="2300" dirty="0"/>
              <a:t>“</a:t>
            </a:r>
            <a:r>
              <a:rPr lang="zh-CN" altLang="zh-CN" sz="2300" dirty="0"/>
              <a:t>冲突</a:t>
            </a:r>
            <a:r>
              <a:rPr lang="en-US" altLang="zh-CN" sz="2300" dirty="0"/>
              <a:t>”</a:t>
            </a:r>
            <a:r>
              <a:rPr lang="zh-CN" altLang="zh-CN" sz="2300" dirty="0"/>
              <a:t>，这时必须将该</a:t>
            </a:r>
            <a:r>
              <a:rPr lang="en-US" altLang="zh-CN" sz="2300" dirty="0"/>
              <a:t>Hash</a:t>
            </a:r>
            <a:r>
              <a:rPr lang="zh-CN" altLang="zh-CN" sz="2300" dirty="0"/>
              <a:t>值再加上一个常数，形成新的索引值，再返回到第一步重新开始查找。</a:t>
            </a:r>
            <a:r>
              <a:rPr lang="en-US" altLang="zh-CN" sz="2300" dirty="0"/>
              <a:t>          </a:t>
            </a:r>
            <a:endParaRPr lang="zh-CN" altLang="zh-CN" sz="2300" dirty="0"/>
          </a:p>
          <a:p>
            <a:endParaRPr lang="zh-CN" altLang="zh-CN" sz="2200" dirty="0"/>
          </a:p>
        </p:txBody>
      </p:sp>
    </p:spTree>
    <p:custDataLst>
      <p:tags r:id="rId1"/>
    </p:custDataLst>
  </p:cSld>
  <p:clrMapOvr>
    <a:masterClrMapping/>
  </p:clrMapOvr>
  <p:transition>
    <p:random/>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689C15-4CFC-D337-2814-C3C75A1971B1}"/>
              </a:ext>
            </a:extLst>
          </p:cNvPr>
          <p:cNvSpPr>
            <a:spLocks noGrp="1"/>
          </p:cNvSpPr>
          <p:nvPr>
            <p:ph type="title"/>
          </p:nvPr>
        </p:nvSpPr>
        <p:spPr>
          <a:xfrm>
            <a:off x="1119938" y="255530"/>
            <a:ext cx="3364976" cy="705600"/>
          </a:xfrm>
        </p:spPr>
        <p:txBody>
          <a:bodyPr/>
          <a:lstStyle/>
          <a:p>
            <a:r>
              <a:rPr lang="zh-CN" altLang="en-US" dirty="0"/>
              <a:t>练习</a:t>
            </a:r>
          </a:p>
        </p:txBody>
      </p:sp>
      <p:sp>
        <p:nvSpPr>
          <p:cNvPr id="3" name="内容占位符 2">
            <a:extLst>
              <a:ext uri="{FF2B5EF4-FFF2-40B4-BE49-F238E27FC236}">
                <a16:creationId xmlns:a16="http://schemas.microsoft.com/office/drawing/2014/main" id="{999827C5-16A7-5783-3FB3-345704528DBF}"/>
              </a:ext>
            </a:extLst>
          </p:cNvPr>
          <p:cNvSpPr>
            <a:spLocks noGrp="1"/>
          </p:cNvSpPr>
          <p:nvPr>
            <p:ph idx="1"/>
          </p:nvPr>
        </p:nvSpPr>
        <p:spPr/>
        <p:txBody>
          <a:bodyPr/>
          <a:lstStyle/>
          <a:p>
            <a:pPr marL="0" indent="0">
              <a:buNone/>
            </a:pPr>
            <a:r>
              <a:rPr lang="en-US" altLang="zh-CN" dirty="0"/>
              <a:t>1</a:t>
            </a:r>
            <a:r>
              <a:rPr lang="zh-CN" altLang="en-US" dirty="0"/>
              <a:t>．如果文件系统中有两个文件重名，不应采用</a:t>
            </a:r>
            <a:r>
              <a:rPr lang="en-US" altLang="zh-CN" dirty="0"/>
              <a:t>(   )</a:t>
            </a:r>
            <a:r>
              <a:rPr lang="zh-CN" altLang="en-US" dirty="0"/>
              <a:t>结构。 </a:t>
            </a:r>
            <a:endParaRPr lang="en-US" altLang="zh-CN" dirty="0"/>
          </a:p>
          <a:p>
            <a:pPr marL="0" indent="0">
              <a:buNone/>
            </a:pPr>
            <a:r>
              <a:rPr lang="en-US" altLang="zh-CN" dirty="0"/>
              <a:t>A</a:t>
            </a:r>
            <a:r>
              <a:rPr lang="zh-CN" altLang="en-US" dirty="0"/>
              <a:t>．一级目录   </a:t>
            </a:r>
            <a:r>
              <a:rPr lang="en-US" altLang="zh-CN" dirty="0"/>
              <a:t>B</a:t>
            </a:r>
            <a:r>
              <a:rPr lang="zh-CN" altLang="en-US" dirty="0"/>
              <a:t>．二级目录   </a:t>
            </a:r>
            <a:r>
              <a:rPr lang="en-US" altLang="zh-CN" dirty="0"/>
              <a:t>C</a:t>
            </a:r>
            <a:r>
              <a:rPr lang="zh-CN" altLang="en-US" dirty="0"/>
              <a:t>．树形目录   </a:t>
            </a:r>
            <a:r>
              <a:rPr lang="en-US" altLang="zh-CN" dirty="0"/>
              <a:t>D</a:t>
            </a:r>
            <a:r>
              <a:rPr lang="zh-CN" altLang="en-US" dirty="0"/>
              <a:t>．一级目录和二级目录</a:t>
            </a:r>
          </a:p>
          <a:p>
            <a:pPr marL="0" indent="0">
              <a:buNone/>
            </a:pPr>
            <a:r>
              <a:rPr lang="en-US" altLang="zh-CN" dirty="0"/>
              <a:t>2</a:t>
            </a:r>
            <a:r>
              <a:rPr lang="zh-CN" altLang="en-US" dirty="0"/>
              <a:t>．绝对路径是从</a:t>
            </a:r>
            <a:r>
              <a:rPr lang="en-US" altLang="zh-CN" dirty="0"/>
              <a:t>( )</a:t>
            </a:r>
            <a:r>
              <a:rPr lang="zh-CN" altLang="en-US" dirty="0"/>
              <a:t>开始跟随的一条指向制定文件的路径。</a:t>
            </a:r>
            <a:endParaRPr lang="en-US" altLang="zh-CN" dirty="0"/>
          </a:p>
          <a:p>
            <a:pPr marL="0" indent="0">
              <a:buNone/>
            </a:pPr>
            <a:r>
              <a:rPr lang="zh-CN" altLang="en-US" dirty="0"/>
              <a:t> </a:t>
            </a:r>
            <a:r>
              <a:rPr lang="en-US" altLang="zh-CN" dirty="0"/>
              <a:t>A</a:t>
            </a:r>
            <a:r>
              <a:rPr lang="zh-CN" altLang="en-US" dirty="0"/>
              <a:t>．用户文件目录 </a:t>
            </a:r>
            <a:r>
              <a:rPr lang="en-US" altLang="zh-CN" dirty="0"/>
              <a:t>B</a:t>
            </a:r>
            <a:r>
              <a:rPr lang="zh-CN" altLang="en-US" dirty="0"/>
              <a:t>．根目录 </a:t>
            </a:r>
            <a:r>
              <a:rPr lang="en-US" altLang="zh-CN" dirty="0"/>
              <a:t>C</a:t>
            </a:r>
            <a:r>
              <a:rPr lang="zh-CN" altLang="en-US" dirty="0"/>
              <a:t>．当前目录 </a:t>
            </a:r>
            <a:r>
              <a:rPr lang="en-US" altLang="zh-CN" dirty="0"/>
              <a:t>D</a:t>
            </a:r>
            <a:r>
              <a:rPr lang="zh-CN" altLang="en-US" dirty="0"/>
              <a:t>．父目录</a:t>
            </a:r>
          </a:p>
          <a:p>
            <a:pPr marL="0" indent="0">
              <a:buNone/>
            </a:pPr>
            <a:r>
              <a:rPr lang="en-US" altLang="zh-CN" dirty="0"/>
              <a:t>3</a:t>
            </a:r>
            <a:r>
              <a:rPr lang="zh-CN" altLang="en-US" dirty="0"/>
              <a:t>．数据库文件的逻辑结构形式是</a:t>
            </a:r>
            <a:r>
              <a:rPr lang="en-US" altLang="zh-CN" dirty="0"/>
              <a:t>( )</a:t>
            </a:r>
            <a:r>
              <a:rPr lang="zh-CN" altLang="en-US" dirty="0"/>
              <a:t>。</a:t>
            </a:r>
            <a:endParaRPr lang="en-US" altLang="zh-CN" dirty="0"/>
          </a:p>
          <a:p>
            <a:pPr marL="0" indent="0">
              <a:buNone/>
            </a:pPr>
            <a:r>
              <a:rPr lang="en-US" altLang="zh-CN" dirty="0"/>
              <a:t>A</a:t>
            </a:r>
            <a:r>
              <a:rPr lang="zh-CN" altLang="en-US" dirty="0"/>
              <a:t>．链接文件 </a:t>
            </a:r>
            <a:r>
              <a:rPr lang="en-US" altLang="zh-CN" dirty="0"/>
              <a:t>B</a:t>
            </a:r>
            <a:r>
              <a:rPr lang="zh-CN" altLang="en-US" dirty="0"/>
              <a:t>．流式文件   </a:t>
            </a:r>
            <a:r>
              <a:rPr lang="en-US" altLang="zh-CN" dirty="0"/>
              <a:t>C</a:t>
            </a:r>
            <a:r>
              <a:rPr lang="zh-CN" altLang="en-US" dirty="0"/>
              <a:t>．记录式文件   </a:t>
            </a:r>
            <a:r>
              <a:rPr lang="en-US" altLang="zh-CN" dirty="0"/>
              <a:t>D</a:t>
            </a:r>
            <a:r>
              <a:rPr lang="zh-CN" altLang="en-US" dirty="0"/>
              <a:t>．只读文件</a:t>
            </a:r>
          </a:p>
        </p:txBody>
      </p:sp>
    </p:spTree>
    <p:extLst>
      <p:ext uri="{BB962C8B-B14F-4D97-AF65-F5344CB8AC3E}">
        <p14:creationId xmlns:p14="http://schemas.microsoft.com/office/powerpoint/2010/main" val="3331409011"/>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6DFB83D8-083C-9E8F-E312-38AD3A10931D}"/>
              </a:ext>
            </a:extLst>
          </p:cNvPr>
          <p:cNvSpPr>
            <a:spLocks noGrp="1"/>
          </p:cNvSpPr>
          <p:nvPr>
            <p:ph idx="1"/>
          </p:nvPr>
        </p:nvSpPr>
        <p:spPr/>
        <p:txBody>
          <a:bodyPr>
            <a:normAutofit/>
          </a:bodyPr>
          <a:lstStyle/>
          <a:p>
            <a:pPr algn="just">
              <a:buNone/>
            </a:pPr>
            <a:r>
              <a:rPr lang="en-US" altLang="zh-CN" sz="2800" kern="100" dirty="0">
                <a:effectLst/>
                <a:latin typeface="等线" panose="02010600030101010101" pitchFamily="2" charset="-122"/>
                <a:ea typeface="等线" panose="02010600030101010101" pitchFamily="2" charset="-122"/>
                <a:cs typeface="Times New Roman" panose="02020603050405020304" pitchFamily="18" charset="0"/>
              </a:rPr>
              <a:t>4. </a:t>
            </a:r>
            <a:r>
              <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rPr>
              <a:t>若文件</a:t>
            </a:r>
            <a:r>
              <a:rPr lang="en-US" altLang="zh-CN" sz="2800" kern="100" dirty="0">
                <a:effectLst/>
                <a:latin typeface="等线" panose="02010600030101010101" pitchFamily="2" charset="-122"/>
                <a:ea typeface="等线" panose="02010600030101010101" pitchFamily="2" charset="-122"/>
                <a:cs typeface="Times New Roman" panose="02020603050405020304" pitchFamily="18" charset="0"/>
              </a:rPr>
              <a:t>F</a:t>
            </a:r>
            <a:r>
              <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rPr>
              <a:t>仅被进程</a:t>
            </a:r>
            <a:r>
              <a:rPr lang="en-US" altLang="zh-CN" sz="2800" kern="100" dirty="0">
                <a:effectLst/>
                <a:latin typeface="等线" panose="02010600030101010101" pitchFamily="2" charset="-122"/>
                <a:ea typeface="等线" panose="02010600030101010101" pitchFamily="2" charset="-122"/>
                <a:cs typeface="Times New Roman" panose="02020603050405020304" pitchFamily="18" charset="0"/>
              </a:rPr>
              <a:t>P</a:t>
            </a:r>
            <a:r>
              <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rPr>
              <a:t>打开并访问，则当进程</a:t>
            </a:r>
            <a:r>
              <a:rPr lang="en-US" altLang="zh-CN" sz="2800" kern="100" dirty="0">
                <a:effectLst/>
                <a:latin typeface="等线" panose="02010600030101010101" pitchFamily="2" charset="-122"/>
                <a:ea typeface="等线" panose="02010600030101010101" pitchFamily="2" charset="-122"/>
                <a:cs typeface="Times New Roman" panose="02020603050405020304" pitchFamily="18" charset="0"/>
              </a:rPr>
              <a:t>P</a:t>
            </a:r>
            <a:r>
              <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rPr>
              <a:t>关闭</a:t>
            </a:r>
            <a:r>
              <a:rPr lang="en-US" altLang="zh-CN" sz="2800" kern="100" dirty="0">
                <a:effectLst/>
                <a:latin typeface="等线" panose="02010600030101010101" pitchFamily="2" charset="-122"/>
                <a:ea typeface="等线" panose="02010600030101010101" pitchFamily="2" charset="-122"/>
                <a:cs typeface="Times New Roman" panose="02020603050405020304" pitchFamily="18" charset="0"/>
              </a:rPr>
              <a:t>F</a:t>
            </a:r>
            <a:r>
              <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rPr>
              <a:t>时，下列操作中，文件系统需要完成的是</a:t>
            </a:r>
            <a:r>
              <a:rPr lang="en-US" altLang="zh-CN" sz="28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rPr>
              <a:t>。</a:t>
            </a:r>
          </a:p>
          <a:p>
            <a:pPr marL="514350" indent="-514350" algn="just">
              <a:buClr>
                <a:srgbClr val="002060"/>
              </a:buClr>
              <a:buSzPct val="100000"/>
              <a:buFont typeface="+mj-lt"/>
              <a:buAutoNum type="alphaUcPeriod"/>
            </a:pPr>
            <a:r>
              <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rPr>
              <a:t>删除目录中文件</a:t>
            </a:r>
            <a:r>
              <a:rPr lang="en-US" altLang="zh-CN" sz="2800" kern="100" dirty="0">
                <a:effectLst/>
                <a:latin typeface="等线" panose="02010600030101010101" pitchFamily="2" charset="-122"/>
                <a:ea typeface="等线" panose="02010600030101010101" pitchFamily="2" charset="-122"/>
                <a:cs typeface="Times New Roman" panose="02020603050405020304" pitchFamily="18" charset="0"/>
              </a:rPr>
              <a:t>F</a:t>
            </a:r>
            <a:r>
              <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rPr>
              <a:t>的目录项 </a:t>
            </a:r>
          </a:p>
          <a:p>
            <a:pPr marL="514350" indent="-514350" algn="just">
              <a:buClr>
                <a:srgbClr val="002060"/>
              </a:buClr>
              <a:buSzPct val="100000"/>
              <a:buFont typeface="+mj-lt"/>
              <a:buAutoNum type="alphaUcPeriod"/>
            </a:pPr>
            <a:r>
              <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rPr>
              <a:t>释放</a:t>
            </a:r>
            <a:r>
              <a:rPr lang="en-US" altLang="zh-CN" sz="2800" kern="100" dirty="0">
                <a:effectLst/>
                <a:latin typeface="等线" panose="02010600030101010101" pitchFamily="2" charset="-122"/>
                <a:ea typeface="等线" panose="02010600030101010101" pitchFamily="2" charset="-122"/>
                <a:cs typeface="Times New Roman" panose="02020603050405020304" pitchFamily="18" charset="0"/>
              </a:rPr>
              <a:t>F</a:t>
            </a:r>
            <a:r>
              <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rPr>
              <a:t>的索引节点所占的内存空间</a:t>
            </a:r>
          </a:p>
          <a:p>
            <a:pPr marL="514350" indent="-514350" algn="just">
              <a:buClr>
                <a:srgbClr val="002060"/>
              </a:buClr>
              <a:buSzPct val="100000"/>
              <a:buFont typeface="+mj-lt"/>
              <a:buAutoNum type="alphaUcPeriod"/>
            </a:pPr>
            <a:r>
              <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rPr>
              <a:t>释放</a:t>
            </a:r>
            <a:r>
              <a:rPr lang="en-US" altLang="zh-CN" sz="2800" kern="100" dirty="0">
                <a:effectLst/>
                <a:latin typeface="等线" panose="02010600030101010101" pitchFamily="2" charset="-122"/>
                <a:ea typeface="等线" panose="02010600030101010101" pitchFamily="2" charset="-122"/>
                <a:cs typeface="Times New Roman" panose="02020603050405020304" pitchFamily="18" charset="0"/>
              </a:rPr>
              <a:t>F</a:t>
            </a:r>
            <a:r>
              <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rPr>
              <a:t>的索引节点所占的外存空间</a:t>
            </a:r>
          </a:p>
          <a:p>
            <a:pPr marL="514350" indent="-514350" algn="just">
              <a:buClr>
                <a:srgbClr val="002060"/>
              </a:buClr>
              <a:buSzPct val="100000"/>
              <a:buFont typeface="+mj-lt"/>
              <a:buAutoNum type="alphaUcPeriod"/>
            </a:pPr>
            <a:r>
              <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rPr>
              <a:t>将文件磁盘索引节点中的链接计数减</a:t>
            </a:r>
            <a:r>
              <a:rPr lang="en-US" altLang="zh-CN" sz="2800" kern="100" dirty="0">
                <a:effectLst/>
                <a:latin typeface="等线" panose="02010600030101010101" pitchFamily="2" charset="-122"/>
                <a:ea typeface="等线" panose="02010600030101010101" pitchFamily="2" charset="-122"/>
                <a:cs typeface="Times New Roman" panose="02020603050405020304" pitchFamily="18" charset="0"/>
              </a:rPr>
              <a:t>1</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sz="3600" dirty="0"/>
          </a:p>
        </p:txBody>
      </p:sp>
    </p:spTree>
    <p:extLst>
      <p:ext uri="{BB962C8B-B14F-4D97-AF65-F5344CB8AC3E}">
        <p14:creationId xmlns:p14="http://schemas.microsoft.com/office/powerpoint/2010/main" val="2748269593"/>
      </p:ext>
    </p:extLst>
  </p:cSld>
  <p:clrMapOvr>
    <a:masterClrMapping/>
  </p:clrMapOvr>
  <p:transition>
    <p:rand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76325" y="114300"/>
            <a:ext cx="9387205" cy="705485"/>
          </a:xfrm>
        </p:spPr>
        <p:txBody>
          <a:bodyPr/>
          <a:lstStyle/>
          <a:p>
            <a:pPr algn="ctr"/>
            <a:r>
              <a:rPr lang="en-US" altLang="zh-CN" dirty="0"/>
              <a:t>9.3  </a:t>
            </a:r>
            <a:r>
              <a:rPr lang="zh-CN" altLang="en-US" dirty="0">
                <a:sym typeface="+mn-ea"/>
              </a:rPr>
              <a:t>文件存储空间的分配与管理</a:t>
            </a:r>
            <a:endParaRPr lang="en-US" altLang="zh-CN" dirty="0"/>
          </a:p>
        </p:txBody>
      </p:sp>
      <p:sp>
        <p:nvSpPr>
          <p:cNvPr id="3" name="内容占位符 2"/>
          <p:cNvSpPr>
            <a:spLocks noGrp="1"/>
          </p:cNvSpPr>
          <p:nvPr>
            <p:ph idx="1"/>
          </p:nvPr>
        </p:nvSpPr>
        <p:spPr>
          <a:xfrm>
            <a:off x="1928898" y="1672320"/>
            <a:ext cx="6816285" cy="2029347"/>
          </a:xfrm>
        </p:spPr>
        <p:txBody>
          <a:bodyPr>
            <a:normAutofit/>
          </a:bodyPr>
          <a:lstStyle/>
          <a:p>
            <a:pPr>
              <a:buBlip>
                <a:blip r:embed="rId3"/>
              </a:buBlip>
            </a:pPr>
            <a:r>
              <a:rPr lang="en-US" altLang="zh-CN" sz="2800" dirty="0"/>
              <a:t> </a:t>
            </a:r>
            <a:r>
              <a:rPr lang="en-US" altLang="zh-CN" sz="2800" u="dottedHeavy" dirty="0"/>
              <a:t>9</a:t>
            </a:r>
            <a:r>
              <a:rPr lang="en-US" altLang="zh-CN" sz="2800" u="dottedHeavy" dirty="0">
                <a:solidFill>
                  <a:schemeClr val="tx1"/>
                </a:solidFill>
                <a:uFillTx/>
              </a:rPr>
              <a:t>.3.1  </a:t>
            </a:r>
            <a:r>
              <a:rPr lang="zh-CN" altLang="en-US" sz="2800" u="dottedHeavy" dirty="0"/>
              <a:t>文件存储空间的分配</a:t>
            </a:r>
            <a:endParaRPr lang="en-US" altLang="zh-CN" sz="2800" u="dottedHeavy" dirty="0"/>
          </a:p>
          <a:p>
            <a:pPr>
              <a:buBlip>
                <a:blip r:embed="rId3"/>
              </a:buBlip>
            </a:pPr>
            <a:r>
              <a:rPr sz="2800" dirty="0"/>
              <a:t> </a:t>
            </a:r>
            <a:r>
              <a:rPr lang="en-US" sz="2800" u="dottedHeavy" dirty="0"/>
              <a:t>9</a:t>
            </a:r>
            <a:r>
              <a:rPr lang="en-US" altLang="zh-CN" sz="2800" u="dottedHeavy" dirty="0"/>
              <a:t>.3.2  </a:t>
            </a:r>
            <a:r>
              <a:rPr lang="zh-CN" altLang="en-US" sz="2800" u="dottedHeavy" dirty="0"/>
              <a:t>磁盘空间管理</a:t>
            </a:r>
            <a:endParaRPr lang="en-US" altLang="zh-CN" sz="2800" u="dottedHeavy" dirty="0"/>
          </a:p>
          <a:p>
            <a:pPr marL="0" indent="0">
              <a:buNone/>
            </a:pPr>
            <a:endParaRPr lang="en-US" altLang="zh-CN" sz="2800" u="dottedHeavy" dirty="0"/>
          </a:p>
        </p:txBody>
      </p:sp>
    </p:spTree>
    <p:custDataLst>
      <p:tags r:id="rId1"/>
    </p:custDataLst>
  </p:cSld>
  <p:clrMapOvr>
    <a:masterClrMapping/>
  </p:clrMapOvr>
  <p:transition>
    <p:random/>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9</a:t>
            </a:r>
            <a:r>
              <a:rPr lang="en-US" altLang="zh-CN" dirty="0">
                <a:sym typeface="+mn-ea"/>
              </a:rPr>
              <a:t>.3.1  </a:t>
            </a:r>
            <a:r>
              <a:rPr lang="zh-CN" altLang="en-US" dirty="0">
                <a:sym typeface="+mn-ea"/>
              </a:rPr>
              <a:t>文件存储空间的分配</a:t>
            </a:r>
            <a:endParaRPr lang="zh-CN" altLang="en-US" dirty="0"/>
          </a:p>
        </p:txBody>
      </p:sp>
      <p:sp>
        <p:nvSpPr>
          <p:cNvPr id="3" name="内容占位符 2"/>
          <p:cNvSpPr>
            <a:spLocks noGrp="1"/>
          </p:cNvSpPr>
          <p:nvPr>
            <p:ph idx="1"/>
          </p:nvPr>
        </p:nvSpPr>
        <p:spPr>
          <a:xfrm>
            <a:off x="716752" y="1652530"/>
            <a:ext cx="10758495" cy="705600"/>
          </a:xfrm>
        </p:spPr>
        <p:txBody>
          <a:bodyPr>
            <a:normAutofit fontScale="97500"/>
          </a:bodyPr>
          <a:lstStyle/>
          <a:p>
            <a:r>
              <a:rPr lang="zh-CN" altLang="zh-CN" dirty="0"/>
              <a:t>文件存储空间的分配方法主要有：连续分配、链接分配和索引分配三种。</a:t>
            </a:r>
          </a:p>
        </p:txBody>
      </p:sp>
      <p:sp>
        <p:nvSpPr>
          <p:cNvPr id="4" name="文本框 3">
            <a:extLst>
              <a:ext uri="{FF2B5EF4-FFF2-40B4-BE49-F238E27FC236}">
                <a16:creationId xmlns:a16="http://schemas.microsoft.com/office/drawing/2014/main" id="{0C2451AC-6D43-4220-B6AA-289D49046DDC}"/>
              </a:ext>
            </a:extLst>
          </p:cNvPr>
          <p:cNvSpPr txBox="1"/>
          <p:nvPr/>
        </p:nvSpPr>
        <p:spPr>
          <a:xfrm>
            <a:off x="969484" y="2710149"/>
            <a:ext cx="9948232" cy="1688411"/>
          </a:xfrm>
          <a:prstGeom prst="rect">
            <a:avLst/>
          </a:prstGeom>
          <a:noFill/>
        </p:spPr>
        <p:txBody>
          <a:bodyPr wrap="square" rtlCol="0">
            <a:spAutoFit/>
          </a:bodyPr>
          <a:lstStyle/>
          <a:p>
            <a:pPr>
              <a:lnSpc>
                <a:spcPct val="150000"/>
              </a:lnSpc>
            </a:pPr>
            <a:r>
              <a:rPr lang="zh-CN" altLang="en-US" sz="2400" dirty="0"/>
              <a:t>连续分配：</a:t>
            </a:r>
            <a:r>
              <a:rPr lang="zh-CN" altLang="zh-CN" sz="2400" dirty="0"/>
              <a:t>形成的文件结构称为</a:t>
            </a:r>
            <a:r>
              <a:rPr lang="zh-CN" altLang="zh-CN" sz="2400" b="1" dirty="0"/>
              <a:t>顺序文件结构</a:t>
            </a:r>
            <a:endParaRPr lang="en-US" altLang="zh-CN" sz="2400" b="1" dirty="0"/>
          </a:p>
          <a:p>
            <a:pPr>
              <a:lnSpc>
                <a:spcPct val="150000"/>
              </a:lnSpc>
            </a:pPr>
            <a:r>
              <a:rPr lang="zh-CN" altLang="zh-CN" sz="2400" dirty="0"/>
              <a:t>链接分配</a:t>
            </a:r>
            <a:r>
              <a:rPr lang="zh-CN" altLang="en-US" sz="2400" dirty="0"/>
              <a:t>：</a:t>
            </a:r>
            <a:r>
              <a:rPr lang="zh-CN" altLang="zh-CN" sz="2400" dirty="0"/>
              <a:t>形成的物理文件称为</a:t>
            </a:r>
            <a:r>
              <a:rPr lang="zh-CN" altLang="zh-CN" sz="2400" b="1" dirty="0"/>
              <a:t>链接文件</a:t>
            </a:r>
            <a:endParaRPr lang="en-US" altLang="zh-CN" sz="2400" b="1" dirty="0"/>
          </a:p>
          <a:p>
            <a:pPr>
              <a:lnSpc>
                <a:spcPct val="150000"/>
              </a:lnSpc>
            </a:pPr>
            <a:r>
              <a:rPr lang="zh-CN" altLang="zh-CN" sz="2400" dirty="0"/>
              <a:t>索引分配</a:t>
            </a:r>
            <a:r>
              <a:rPr lang="zh-CN" altLang="en-US" sz="2400" dirty="0"/>
              <a:t>：</a:t>
            </a:r>
            <a:r>
              <a:rPr lang="zh-CN" altLang="zh-CN" sz="2400" dirty="0"/>
              <a:t>形成的物理文件称为</a:t>
            </a:r>
            <a:r>
              <a:rPr lang="zh-CN" altLang="en-US" sz="2400" b="1" dirty="0"/>
              <a:t>索引</a:t>
            </a:r>
            <a:r>
              <a:rPr lang="zh-CN" altLang="zh-CN" sz="2400" b="1" dirty="0"/>
              <a:t>文件</a:t>
            </a:r>
            <a:endParaRPr lang="zh-CN" altLang="en-US" sz="2400" dirty="0"/>
          </a:p>
        </p:txBody>
      </p:sp>
    </p:spTree>
    <p:custDataLst>
      <p:tags r:id="rId1"/>
    </p:custDataLst>
  </p:cSld>
  <p:clrMapOvr>
    <a:masterClrMapping/>
  </p:clrMapOvr>
  <p:transition>
    <p:rand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sym typeface="+mn-ea"/>
              </a:rPr>
              <a:t>1</a:t>
            </a:r>
            <a:r>
              <a:rPr lang="en-US" altLang="zh-CN" dirty="0"/>
              <a:t>.</a:t>
            </a:r>
            <a:r>
              <a:rPr lang="en-US" altLang="zh-CN" dirty="0">
                <a:sym typeface="+mn-ea"/>
              </a:rPr>
              <a:t>  </a:t>
            </a:r>
            <a:r>
              <a:rPr lang="zh-CN" altLang="en-US" dirty="0"/>
              <a:t>连续分配</a:t>
            </a:r>
          </a:p>
        </p:txBody>
      </p:sp>
      <p:sp>
        <p:nvSpPr>
          <p:cNvPr id="3" name="内容占位符 2"/>
          <p:cNvSpPr>
            <a:spLocks noGrp="1"/>
          </p:cNvSpPr>
          <p:nvPr>
            <p:ph idx="1"/>
          </p:nvPr>
        </p:nvSpPr>
        <p:spPr>
          <a:xfrm>
            <a:off x="319489" y="819970"/>
            <a:ext cx="11567711" cy="705601"/>
          </a:xfrm>
        </p:spPr>
        <p:txBody>
          <a:bodyPr>
            <a:noAutofit/>
          </a:bodyPr>
          <a:lstStyle/>
          <a:p>
            <a:pPr marL="0" indent="0">
              <a:buNone/>
            </a:pPr>
            <a:r>
              <a:rPr lang="zh-CN" altLang="zh-CN" dirty="0"/>
              <a:t>连续分配（</a:t>
            </a:r>
            <a:r>
              <a:rPr lang="en-US" altLang="zh-CN" dirty="0"/>
              <a:t>Continuous Allocation</a:t>
            </a:r>
            <a:r>
              <a:rPr lang="zh-CN" altLang="zh-CN" dirty="0"/>
              <a:t>）要求为每一个文件分配一组相邻接的盘块。</a:t>
            </a:r>
            <a:r>
              <a:rPr lang="en-US" altLang="zh-CN" dirty="0"/>
              <a:t> </a:t>
            </a:r>
            <a:endParaRPr lang="zh-CN" altLang="zh-CN" dirty="0"/>
          </a:p>
          <a:p>
            <a:pPr marL="0" indent="0">
              <a:buNone/>
            </a:pPr>
            <a:r>
              <a:rPr lang="en-US" altLang="zh-CN" dirty="0"/>
              <a:t> </a:t>
            </a:r>
            <a:endParaRPr lang="zh-CN" altLang="zh-CN" dirty="0"/>
          </a:p>
        </p:txBody>
      </p:sp>
      <p:pic>
        <p:nvPicPr>
          <p:cNvPr id="4" name="图片 161">
            <a:extLst>
              <a:ext uri="{FF2B5EF4-FFF2-40B4-BE49-F238E27FC236}">
                <a16:creationId xmlns:a16="http://schemas.microsoft.com/office/drawing/2014/main" id="{3C207C32-72B4-4118-8F4D-F454EE673272}"/>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33093" b="-515"/>
          <a:stretch/>
        </p:blipFill>
        <p:spPr bwMode="auto">
          <a:xfrm>
            <a:off x="2331276" y="1290281"/>
            <a:ext cx="6707522" cy="52978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ransition>
    <p:random/>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sym typeface="+mn-ea"/>
              </a:rPr>
              <a:t>1</a:t>
            </a:r>
            <a:r>
              <a:rPr lang="en-US" altLang="zh-CN" dirty="0"/>
              <a:t>.</a:t>
            </a:r>
            <a:r>
              <a:rPr lang="en-US" altLang="zh-CN" dirty="0">
                <a:sym typeface="+mn-ea"/>
              </a:rPr>
              <a:t>  </a:t>
            </a:r>
            <a:r>
              <a:rPr lang="zh-CN" altLang="en-US" dirty="0"/>
              <a:t>连续分配</a:t>
            </a:r>
          </a:p>
        </p:txBody>
      </p:sp>
      <p:sp>
        <p:nvSpPr>
          <p:cNvPr id="3" name="内容占位符 2"/>
          <p:cNvSpPr>
            <a:spLocks noGrp="1"/>
          </p:cNvSpPr>
          <p:nvPr>
            <p:ph idx="1"/>
          </p:nvPr>
        </p:nvSpPr>
        <p:spPr>
          <a:xfrm>
            <a:off x="875617" y="1199317"/>
            <a:ext cx="8014996" cy="4606572"/>
          </a:xfrm>
        </p:spPr>
        <p:txBody>
          <a:bodyPr>
            <a:normAutofit fontScale="97500" lnSpcReduction="10000"/>
          </a:bodyPr>
          <a:lstStyle/>
          <a:p>
            <a:pPr marL="0" indent="0">
              <a:lnSpc>
                <a:spcPct val="150000"/>
              </a:lnSpc>
              <a:buNone/>
            </a:pPr>
            <a:r>
              <a:rPr lang="en-US" altLang="zh-CN" sz="2500" dirty="0"/>
              <a:t>   </a:t>
            </a:r>
            <a:r>
              <a:rPr lang="zh-CN" altLang="zh-CN" sz="2500" dirty="0"/>
              <a:t>连续分配方式的主要</a:t>
            </a:r>
            <a:r>
              <a:rPr lang="zh-CN" altLang="zh-CN" sz="2500" b="1" dirty="0"/>
              <a:t>优点</a:t>
            </a:r>
            <a:r>
              <a:rPr lang="zh-CN" altLang="zh-CN" sz="2500" dirty="0"/>
              <a:t>有：</a:t>
            </a:r>
          </a:p>
          <a:p>
            <a:pPr marL="457200" lvl="1" indent="0">
              <a:lnSpc>
                <a:spcPct val="150000"/>
              </a:lnSpc>
              <a:buNone/>
            </a:pPr>
            <a:r>
              <a:rPr lang="zh-CN" altLang="zh-CN" sz="2300" dirty="0"/>
              <a:t>（</a:t>
            </a:r>
            <a:r>
              <a:rPr lang="en-US" altLang="zh-CN" sz="2300" dirty="0"/>
              <a:t>1</a:t>
            </a:r>
            <a:r>
              <a:rPr lang="zh-CN" altLang="zh-CN" sz="2300" dirty="0"/>
              <a:t>）顺序访问容易</a:t>
            </a:r>
            <a:r>
              <a:rPr lang="en-US" altLang="zh-CN" sz="2300" dirty="0"/>
              <a:t> </a:t>
            </a:r>
          </a:p>
          <a:p>
            <a:pPr marL="457200" lvl="1" indent="0">
              <a:lnSpc>
                <a:spcPct val="150000"/>
              </a:lnSpc>
              <a:buNone/>
            </a:pPr>
            <a:r>
              <a:rPr lang="zh-CN" altLang="zh-CN" sz="2300" dirty="0"/>
              <a:t>（</a:t>
            </a:r>
            <a:r>
              <a:rPr lang="en-US" altLang="zh-CN" sz="2300" dirty="0"/>
              <a:t>2</a:t>
            </a:r>
            <a:r>
              <a:rPr lang="zh-CN" altLang="zh-CN" sz="2300" dirty="0"/>
              <a:t>）支持直接存取</a:t>
            </a:r>
            <a:r>
              <a:rPr lang="en-US" altLang="zh-CN" sz="2300" dirty="0"/>
              <a:t> </a:t>
            </a:r>
            <a:endParaRPr lang="zh-CN" altLang="zh-CN" sz="2300" dirty="0"/>
          </a:p>
          <a:p>
            <a:pPr marL="457200" lvl="1" indent="0">
              <a:lnSpc>
                <a:spcPct val="150000"/>
              </a:lnSpc>
              <a:buNone/>
            </a:pPr>
            <a:r>
              <a:rPr lang="zh-CN" altLang="zh-CN" sz="2300" dirty="0"/>
              <a:t>（</a:t>
            </a:r>
            <a:r>
              <a:rPr lang="en-US" altLang="zh-CN" sz="2300" dirty="0"/>
              <a:t>3</a:t>
            </a:r>
            <a:r>
              <a:rPr lang="zh-CN" altLang="zh-CN" sz="2300" dirty="0"/>
              <a:t>）访问速度快</a:t>
            </a:r>
            <a:endParaRPr lang="en-US" altLang="zh-CN" sz="2300" dirty="0"/>
          </a:p>
          <a:p>
            <a:pPr marL="0" lvl="1" indent="0">
              <a:lnSpc>
                <a:spcPct val="150000"/>
              </a:lnSpc>
              <a:spcAft>
                <a:spcPts val="1000"/>
              </a:spcAft>
              <a:buClr>
                <a:srgbClr val="2094CE"/>
              </a:buClr>
              <a:buSzPct val="80000"/>
              <a:buNone/>
            </a:pPr>
            <a:r>
              <a:rPr lang="zh-CN" altLang="zh-CN" sz="2500" dirty="0"/>
              <a:t>连续分配的主要缺点如下：</a:t>
            </a:r>
          </a:p>
          <a:p>
            <a:pPr marL="457200" lvl="1" indent="0">
              <a:lnSpc>
                <a:spcPct val="150000"/>
              </a:lnSpc>
              <a:buNone/>
            </a:pPr>
            <a:r>
              <a:rPr lang="zh-CN" altLang="zh-CN" sz="2300" dirty="0"/>
              <a:t>（</a:t>
            </a:r>
            <a:r>
              <a:rPr lang="en-US" altLang="zh-CN" sz="2300" dirty="0"/>
              <a:t>1</a:t>
            </a:r>
            <a:r>
              <a:rPr lang="zh-CN" altLang="zh-CN" sz="2300" dirty="0"/>
              <a:t>）容易产生外部碎片</a:t>
            </a:r>
            <a:r>
              <a:rPr lang="en-US" altLang="zh-CN" sz="2300" dirty="0"/>
              <a:t> </a:t>
            </a:r>
            <a:endParaRPr lang="zh-CN" altLang="zh-CN" sz="2300" dirty="0"/>
          </a:p>
          <a:p>
            <a:pPr marL="457200" lvl="1" indent="0">
              <a:lnSpc>
                <a:spcPct val="150000"/>
              </a:lnSpc>
              <a:buNone/>
            </a:pPr>
            <a:r>
              <a:rPr lang="zh-CN" altLang="zh-CN" sz="2300" dirty="0"/>
              <a:t>（</a:t>
            </a:r>
            <a:r>
              <a:rPr lang="en-US" altLang="zh-CN" sz="2300" dirty="0"/>
              <a:t>2</a:t>
            </a:r>
            <a:r>
              <a:rPr lang="zh-CN" altLang="zh-CN" sz="2300" dirty="0"/>
              <a:t>）必须事先知道文件的长度</a:t>
            </a:r>
            <a:r>
              <a:rPr lang="en-US" altLang="zh-CN" sz="2300" dirty="0"/>
              <a:t> </a:t>
            </a:r>
          </a:p>
          <a:p>
            <a:pPr marL="457200" lvl="1" indent="0">
              <a:lnSpc>
                <a:spcPct val="150000"/>
              </a:lnSpc>
              <a:buNone/>
            </a:pPr>
            <a:r>
              <a:rPr lang="zh-CN" altLang="zh-CN" sz="2300" dirty="0"/>
              <a:t>（</a:t>
            </a:r>
            <a:r>
              <a:rPr lang="en-US" altLang="zh-CN" sz="2300" dirty="0"/>
              <a:t>3</a:t>
            </a:r>
            <a:r>
              <a:rPr lang="zh-CN" altLang="zh-CN" sz="2300" dirty="0"/>
              <a:t>）不便于文件的扩展</a:t>
            </a:r>
            <a:r>
              <a:rPr lang="en-US" altLang="zh-CN" sz="2300" dirty="0"/>
              <a:t> </a:t>
            </a:r>
            <a:endParaRPr lang="zh-CN" altLang="zh-CN" sz="2300" dirty="0"/>
          </a:p>
        </p:txBody>
      </p:sp>
    </p:spTree>
    <p:custDataLst>
      <p:tags r:id="rId1"/>
    </p:custDataLst>
  </p:cSld>
  <p:clrMapOvr>
    <a:masterClrMapping/>
  </p:clrMapOvr>
  <p:transition>
    <p:random/>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2.</a:t>
            </a:r>
            <a:r>
              <a:rPr lang="en-US" altLang="zh-CN" dirty="0">
                <a:sym typeface="+mn-ea"/>
              </a:rPr>
              <a:t>  </a:t>
            </a:r>
            <a:r>
              <a:rPr lang="zh-CN" altLang="en-US" dirty="0"/>
              <a:t>链接分配</a:t>
            </a:r>
          </a:p>
        </p:txBody>
      </p:sp>
      <p:sp>
        <p:nvSpPr>
          <p:cNvPr id="3" name="内容占位符 2"/>
          <p:cNvSpPr>
            <a:spLocks noGrp="1"/>
          </p:cNvSpPr>
          <p:nvPr>
            <p:ph idx="1"/>
          </p:nvPr>
        </p:nvSpPr>
        <p:spPr>
          <a:xfrm>
            <a:off x="720871" y="946095"/>
            <a:ext cx="10968990" cy="4176747"/>
          </a:xfrm>
        </p:spPr>
        <p:txBody>
          <a:bodyPr>
            <a:noAutofit/>
          </a:bodyPr>
          <a:lstStyle/>
          <a:p>
            <a:pPr marL="0" indent="0">
              <a:buNone/>
            </a:pPr>
            <a:r>
              <a:rPr lang="en-US" altLang="zh-CN" dirty="0"/>
              <a:t> </a:t>
            </a:r>
            <a:r>
              <a:rPr lang="zh-CN" altLang="zh-CN" dirty="0"/>
              <a:t>非连续</a:t>
            </a:r>
            <a:r>
              <a:rPr lang="zh-CN" altLang="en-US" dirty="0"/>
              <a:t>分配</a:t>
            </a:r>
            <a:r>
              <a:rPr lang="zh-CN" altLang="zh-CN" dirty="0"/>
              <a:t>，每个盘块的最后设有链接指针，然后用指针将这些盘块按逻辑记录的顺序链接起来，就形成了文件的</a:t>
            </a:r>
            <a:r>
              <a:rPr lang="zh-CN" altLang="zh-CN" b="1" dirty="0"/>
              <a:t>链式结构</a:t>
            </a:r>
            <a:r>
              <a:rPr lang="zh-CN" altLang="zh-CN" dirty="0"/>
              <a:t>，由此所形成的物理文件称为</a:t>
            </a:r>
            <a:r>
              <a:rPr lang="zh-CN" altLang="zh-CN" b="1" dirty="0"/>
              <a:t>链接文件</a:t>
            </a:r>
            <a:r>
              <a:rPr lang="zh-CN" altLang="zh-CN" dirty="0"/>
              <a:t>。</a:t>
            </a:r>
            <a:endParaRPr lang="en-US" altLang="zh-CN" dirty="0"/>
          </a:p>
          <a:p>
            <a:pPr marL="0" indent="0">
              <a:buNone/>
            </a:pPr>
            <a:r>
              <a:rPr lang="en-US" altLang="zh-CN" dirty="0"/>
              <a:t>      </a:t>
            </a:r>
            <a:r>
              <a:rPr lang="zh-CN" altLang="zh-CN" dirty="0"/>
              <a:t>链接分配采取离散分配方式，其主要</a:t>
            </a:r>
            <a:r>
              <a:rPr lang="zh-CN" altLang="zh-CN" b="1" dirty="0"/>
              <a:t>优点</a:t>
            </a:r>
            <a:r>
              <a:rPr lang="zh-CN" altLang="zh-CN" dirty="0"/>
              <a:t>如下：</a:t>
            </a:r>
          </a:p>
          <a:p>
            <a:r>
              <a:rPr lang="zh-CN" altLang="zh-CN" dirty="0"/>
              <a:t>（</a:t>
            </a:r>
            <a:r>
              <a:rPr lang="en-US" altLang="zh-CN" dirty="0"/>
              <a:t>1</a:t>
            </a:r>
            <a:r>
              <a:rPr lang="zh-CN" altLang="zh-CN" dirty="0"/>
              <a:t>）消除了磁盘的外部碎片，可以显著地提高外存空间的利用率。</a:t>
            </a:r>
          </a:p>
          <a:p>
            <a:r>
              <a:rPr lang="zh-CN" altLang="zh-CN" dirty="0"/>
              <a:t>（</a:t>
            </a:r>
            <a:r>
              <a:rPr lang="en-US" altLang="zh-CN" dirty="0"/>
              <a:t>2</a:t>
            </a:r>
            <a:r>
              <a:rPr lang="zh-CN" altLang="zh-CN" dirty="0"/>
              <a:t>）无需事先知道文件长度，方便文件的扩展。</a:t>
            </a:r>
          </a:p>
          <a:p>
            <a:r>
              <a:rPr lang="zh-CN" altLang="zh-CN" dirty="0"/>
              <a:t>（</a:t>
            </a:r>
            <a:r>
              <a:rPr lang="en-US" altLang="zh-CN" dirty="0"/>
              <a:t>3</a:t>
            </a:r>
            <a:r>
              <a:rPr lang="zh-CN" altLang="zh-CN" dirty="0"/>
              <a:t>）方便对文件进行增加、删除、修改操作。</a:t>
            </a:r>
          </a:p>
        </p:txBody>
      </p:sp>
    </p:spTree>
    <p:custDataLst>
      <p:tags r:id="rId1"/>
    </p:custDataLst>
  </p:cSld>
  <p:clrMapOvr>
    <a:masterClrMapping/>
  </p:clrMapOvr>
  <p:transition>
    <p:random/>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2.</a:t>
            </a:r>
            <a:r>
              <a:rPr lang="en-US" altLang="zh-CN" dirty="0">
                <a:sym typeface="+mn-ea"/>
              </a:rPr>
              <a:t>  </a:t>
            </a:r>
            <a:r>
              <a:rPr lang="zh-CN" altLang="en-US" dirty="0"/>
              <a:t>链接分配</a:t>
            </a:r>
          </a:p>
        </p:txBody>
      </p:sp>
      <p:sp>
        <p:nvSpPr>
          <p:cNvPr id="3" name="内容占位符 2"/>
          <p:cNvSpPr>
            <a:spLocks noGrp="1"/>
          </p:cNvSpPr>
          <p:nvPr>
            <p:ph idx="1"/>
          </p:nvPr>
        </p:nvSpPr>
        <p:spPr>
          <a:xfrm>
            <a:off x="720871" y="946096"/>
            <a:ext cx="10229895" cy="1069991"/>
          </a:xfrm>
        </p:spPr>
        <p:txBody>
          <a:bodyPr>
            <a:normAutofit fontScale="90000"/>
          </a:bodyPr>
          <a:lstStyle/>
          <a:p>
            <a:pPr marL="0" indent="0">
              <a:lnSpc>
                <a:spcPct val="120000"/>
              </a:lnSpc>
              <a:spcAft>
                <a:spcPts val="600"/>
              </a:spcAft>
              <a:buNone/>
            </a:pPr>
            <a:r>
              <a:rPr lang="zh-CN" altLang="zh-CN" dirty="0"/>
              <a:t>链接分配方式根据链接指针的存放方式，又可分为</a:t>
            </a:r>
            <a:r>
              <a:rPr lang="zh-CN" altLang="zh-CN" b="1" dirty="0"/>
              <a:t>隐式链接</a:t>
            </a:r>
            <a:r>
              <a:rPr lang="zh-CN" altLang="zh-CN" dirty="0"/>
              <a:t>和</a:t>
            </a:r>
            <a:r>
              <a:rPr lang="zh-CN" altLang="zh-CN" b="1" dirty="0"/>
              <a:t>显式链接</a:t>
            </a:r>
            <a:r>
              <a:rPr lang="zh-CN" altLang="zh-CN" dirty="0"/>
              <a:t>两种。</a:t>
            </a:r>
          </a:p>
          <a:p>
            <a:pPr marL="0" indent="0">
              <a:lnSpc>
                <a:spcPct val="120000"/>
              </a:lnSpc>
              <a:spcAft>
                <a:spcPts val="600"/>
              </a:spcAft>
              <a:buNone/>
            </a:pPr>
            <a:r>
              <a:rPr lang="en-US" altLang="zh-CN" dirty="0"/>
              <a:t>  </a:t>
            </a:r>
            <a:r>
              <a:rPr lang="zh-CN" altLang="zh-CN" dirty="0"/>
              <a:t>（</a:t>
            </a:r>
            <a:r>
              <a:rPr lang="en-US" altLang="zh-CN" dirty="0"/>
              <a:t>1</a:t>
            </a:r>
            <a:r>
              <a:rPr lang="zh-CN" altLang="zh-CN" dirty="0"/>
              <a:t>）隐式链接结构</a:t>
            </a:r>
          </a:p>
        </p:txBody>
      </p:sp>
      <p:pic>
        <p:nvPicPr>
          <p:cNvPr id="8194" name="图片 760"/>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1358" r="27275" b="647"/>
          <a:stretch/>
        </p:blipFill>
        <p:spPr bwMode="auto">
          <a:xfrm>
            <a:off x="4968607" y="1481090"/>
            <a:ext cx="5926253" cy="4835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文本框 7"/>
          <p:cNvSpPr txBox="1"/>
          <p:nvPr/>
        </p:nvSpPr>
        <p:spPr>
          <a:xfrm>
            <a:off x="4698607" y="6316392"/>
            <a:ext cx="3583032" cy="646331"/>
          </a:xfrm>
          <a:prstGeom prst="rect">
            <a:avLst/>
          </a:prstGeom>
          <a:noFill/>
        </p:spPr>
        <p:txBody>
          <a:bodyPr wrap="none" rtlCol="0">
            <a:spAutoFit/>
          </a:bodyPr>
          <a:lstStyle/>
          <a:p>
            <a:r>
              <a:rPr lang="zh-CN" altLang="zh-CN" dirty="0"/>
              <a:t>图</a:t>
            </a:r>
            <a:r>
              <a:rPr lang="en-US" altLang="zh-CN" dirty="0"/>
              <a:t>9-5 </a:t>
            </a:r>
            <a:r>
              <a:rPr lang="zh-CN" altLang="zh-CN" dirty="0"/>
              <a:t>文件的隐式链接结构示意图</a:t>
            </a:r>
          </a:p>
          <a:p>
            <a:endParaRPr lang="zh-CN" altLang="en-US" dirty="0"/>
          </a:p>
        </p:txBody>
      </p:sp>
    </p:spTree>
    <p:custDataLst>
      <p:tags r:id="rId1"/>
    </p:custDataLst>
  </p:cSld>
  <p:clrMapOvr>
    <a:masterClrMapping/>
  </p:clrMapOvr>
  <p:transition>
    <p:random/>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2.</a:t>
            </a:r>
            <a:r>
              <a:rPr lang="en-US" altLang="zh-CN" dirty="0">
                <a:sym typeface="+mn-ea"/>
              </a:rPr>
              <a:t>  </a:t>
            </a:r>
            <a:r>
              <a:rPr lang="zh-CN" altLang="en-US" dirty="0"/>
              <a:t>链接分配</a:t>
            </a:r>
          </a:p>
        </p:txBody>
      </p:sp>
      <p:sp>
        <p:nvSpPr>
          <p:cNvPr id="3" name="内容占位符 2"/>
          <p:cNvSpPr>
            <a:spLocks noGrp="1"/>
          </p:cNvSpPr>
          <p:nvPr>
            <p:ph idx="1"/>
          </p:nvPr>
        </p:nvSpPr>
        <p:spPr>
          <a:xfrm>
            <a:off x="720871" y="1213382"/>
            <a:ext cx="10968990" cy="4151832"/>
          </a:xfrm>
        </p:spPr>
        <p:txBody>
          <a:bodyPr>
            <a:normAutofit fontScale="97500"/>
          </a:bodyPr>
          <a:lstStyle/>
          <a:p>
            <a:pPr marL="0" indent="0">
              <a:lnSpc>
                <a:spcPct val="150000"/>
              </a:lnSpc>
              <a:buNone/>
            </a:pPr>
            <a:r>
              <a:rPr lang="en-US" altLang="zh-CN" dirty="0"/>
              <a:t>      </a:t>
            </a:r>
            <a:r>
              <a:rPr lang="zh-CN" altLang="zh-CN" dirty="0"/>
              <a:t>隐式链接分配方式的</a:t>
            </a:r>
            <a:r>
              <a:rPr lang="zh-CN" altLang="en-US" b="1" dirty="0"/>
              <a:t>缺点</a:t>
            </a:r>
            <a:r>
              <a:rPr lang="zh-CN" altLang="zh-CN" dirty="0"/>
              <a:t>：</a:t>
            </a:r>
            <a:endParaRPr lang="en-US" altLang="zh-CN" dirty="0"/>
          </a:p>
          <a:p>
            <a:pPr marL="0" indent="0">
              <a:lnSpc>
                <a:spcPct val="150000"/>
              </a:lnSpc>
              <a:buNone/>
            </a:pPr>
            <a:r>
              <a:rPr lang="en-US" altLang="zh-CN" dirty="0"/>
              <a:t>      </a:t>
            </a:r>
            <a:r>
              <a:rPr lang="zh-CN" altLang="zh-CN" dirty="0"/>
              <a:t>它只适合于顺序访问，随机访问是极其低效的。</a:t>
            </a:r>
            <a:endParaRPr lang="en-US" altLang="zh-CN" dirty="0"/>
          </a:p>
          <a:p>
            <a:pPr marL="0" indent="0">
              <a:lnSpc>
                <a:spcPct val="150000"/>
              </a:lnSpc>
              <a:buNone/>
            </a:pPr>
            <a:r>
              <a:rPr lang="en-US" altLang="zh-CN" dirty="0"/>
              <a:t> </a:t>
            </a:r>
            <a:endParaRPr lang="zh-CN" altLang="zh-CN" dirty="0"/>
          </a:p>
        </p:txBody>
      </p:sp>
    </p:spTree>
    <p:custDataLst>
      <p:tags r:id="rId1"/>
    </p:custDataLst>
  </p:cSld>
  <p:clrMapOvr>
    <a:masterClrMapping/>
  </p:clrMapOvr>
  <p:transition>
    <p:random/>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2.</a:t>
            </a:r>
            <a:r>
              <a:rPr lang="en-US" altLang="zh-CN" dirty="0">
                <a:sym typeface="+mn-ea"/>
              </a:rPr>
              <a:t>  </a:t>
            </a:r>
            <a:r>
              <a:rPr lang="zh-CN" altLang="en-US" dirty="0"/>
              <a:t>链接分配</a:t>
            </a:r>
          </a:p>
        </p:txBody>
      </p:sp>
      <p:sp>
        <p:nvSpPr>
          <p:cNvPr id="3" name="内容占位符 2"/>
          <p:cNvSpPr>
            <a:spLocks noGrp="1"/>
          </p:cNvSpPr>
          <p:nvPr>
            <p:ph idx="1"/>
          </p:nvPr>
        </p:nvSpPr>
        <p:spPr>
          <a:xfrm>
            <a:off x="720871" y="777285"/>
            <a:ext cx="10968990" cy="1921848"/>
          </a:xfrm>
        </p:spPr>
        <p:txBody>
          <a:bodyPr>
            <a:normAutofit fontScale="97500" lnSpcReduction="10000"/>
          </a:bodyPr>
          <a:lstStyle/>
          <a:p>
            <a:pPr marL="0" indent="0">
              <a:buNone/>
            </a:pPr>
            <a:r>
              <a:rPr lang="en-US" altLang="zh-CN" dirty="0"/>
              <a:t>  </a:t>
            </a:r>
            <a:r>
              <a:rPr lang="zh-CN" altLang="zh-CN" dirty="0"/>
              <a:t>（</a:t>
            </a:r>
            <a:r>
              <a:rPr lang="en-US" altLang="zh-CN" dirty="0"/>
              <a:t>2</a:t>
            </a:r>
            <a:r>
              <a:rPr lang="zh-CN" altLang="zh-CN" dirty="0"/>
              <a:t>）显式链接结构</a:t>
            </a:r>
          </a:p>
          <a:p>
            <a:pPr marL="0" indent="0">
              <a:buNone/>
            </a:pPr>
            <a:r>
              <a:rPr lang="en-US" altLang="zh-CN" dirty="0"/>
              <a:t>      </a:t>
            </a:r>
            <a:r>
              <a:rPr lang="zh-CN" altLang="zh-CN" dirty="0"/>
              <a:t>显式链接是把用于链接文件各个盘块的指针，显式地存放在一张称为文件分配表</a:t>
            </a:r>
            <a:r>
              <a:rPr lang="en-US" altLang="zh-CN" dirty="0"/>
              <a:t>FAT</a:t>
            </a:r>
            <a:r>
              <a:rPr lang="zh-CN" altLang="zh-CN" dirty="0"/>
              <a:t>（</a:t>
            </a:r>
            <a:r>
              <a:rPr lang="en-US" altLang="zh-CN" dirty="0"/>
              <a:t>File Allocation Table</a:t>
            </a:r>
            <a:r>
              <a:rPr lang="zh-CN" altLang="zh-CN" dirty="0"/>
              <a:t>）的链接表中。</a:t>
            </a:r>
            <a:r>
              <a:rPr lang="en-US" altLang="zh-CN" dirty="0"/>
              <a:t> FAT</a:t>
            </a:r>
            <a:r>
              <a:rPr lang="zh-CN" altLang="zh-CN" dirty="0"/>
              <a:t>一般较大，因此不宜保存在内存中，而是作为一个文件保存在磁盘上。</a:t>
            </a:r>
          </a:p>
        </p:txBody>
      </p:sp>
      <p:graphicFrame>
        <p:nvGraphicFramePr>
          <p:cNvPr id="5" name="对象 4"/>
          <p:cNvGraphicFramePr>
            <a:graphicFrameLocks noChangeAspect="1"/>
          </p:cNvGraphicFramePr>
          <p:nvPr>
            <p:extLst>
              <p:ext uri="{D42A27DB-BD31-4B8C-83A1-F6EECF244321}">
                <p14:modId xmlns:p14="http://schemas.microsoft.com/office/powerpoint/2010/main" val="384618350"/>
              </p:ext>
            </p:extLst>
          </p:nvPr>
        </p:nvGraphicFramePr>
        <p:xfrm>
          <a:off x="4996599" y="2369694"/>
          <a:ext cx="4906200" cy="4042123"/>
        </p:xfrm>
        <a:graphic>
          <a:graphicData uri="http://schemas.openxmlformats.org/presentationml/2006/ole">
            <mc:AlternateContent xmlns:mc="http://schemas.openxmlformats.org/markup-compatibility/2006">
              <mc:Choice xmlns:v="urn:schemas-microsoft-com:vml" Requires="v">
                <p:oleObj name="Visio" r:id="rId3" imgW="3694430" imgH="5669280" progId="Visio.Drawing.15">
                  <p:embed/>
                </p:oleObj>
              </mc:Choice>
              <mc:Fallback>
                <p:oleObj name="Visio" r:id="rId3" imgW="3694430" imgH="5669280" progId="Visio.Drawing.15">
                  <p:embed/>
                  <p:pic>
                    <p:nvPicPr>
                      <p:cNvPr id="0" name="对象 162"/>
                      <p:cNvPicPr>
                        <a:picLocks noChangeAspect="1" noChangeArrowheads="1"/>
                      </p:cNvPicPr>
                      <p:nvPr/>
                    </p:nvPicPr>
                    <p:blipFill>
                      <a:blip r:embed="rId4"/>
                      <a:srcRect l="17694" b="55887"/>
                      <a:stretch>
                        <a:fillRect/>
                      </a:stretch>
                    </p:blipFill>
                    <p:spPr bwMode="auto">
                      <a:xfrm>
                        <a:off x="4996599" y="2369694"/>
                        <a:ext cx="4906200" cy="4042123"/>
                      </a:xfrm>
                      <a:prstGeom prst="rect">
                        <a:avLst/>
                      </a:prstGeom>
                      <a:noFill/>
                    </p:spPr>
                  </p:pic>
                </p:oleObj>
              </mc:Fallback>
            </mc:AlternateContent>
          </a:graphicData>
        </a:graphic>
      </p:graphicFrame>
    </p:spTree>
    <p:custDataLst>
      <p:tags r:id="rId1"/>
    </p:custDataLst>
  </p:cSld>
  <p:clrMapOvr>
    <a:masterClrMapping/>
  </p:clrMapOvr>
  <p:transition>
    <p:random/>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2.</a:t>
            </a:r>
            <a:r>
              <a:rPr lang="en-US" altLang="zh-CN" dirty="0">
                <a:sym typeface="+mn-ea"/>
              </a:rPr>
              <a:t>  </a:t>
            </a:r>
            <a:r>
              <a:rPr lang="zh-CN" altLang="en-US" dirty="0"/>
              <a:t>链接分配</a:t>
            </a:r>
          </a:p>
        </p:txBody>
      </p:sp>
      <p:sp>
        <p:nvSpPr>
          <p:cNvPr id="3" name="内容占位符 2"/>
          <p:cNvSpPr>
            <a:spLocks noGrp="1"/>
          </p:cNvSpPr>
          <p:nvPr>
            <p:ph idx="1"/>
          </p:nvPr>
        </p:nvSpPr>
        <p:spPr>
          <a:xfrm>
            <a:off x="720871" y="932032"/>
            <a:ext cx="10968990" cy="4356064"/>
          </a:xfrm>
        </p:spPr>
        <p:txBody>
          <a:bodyPr>
            <a:normAutofit fontScale="97500"/>
          </a:bodyPr>
          <a:lstStyle/>
          <a:p>
            <a:pPr marL="0" indent="0">
              <a:lnSpc>
                <a:spcPct val="150000"/>
              </a:lnSpc>
              <a:buNone/>
            </a:pPr>
            <a:r>
              <a:rPr lang="en-US" altLang="zh-CN" dirty="0"/>
              <a:t>   </a:t>
            </a:r>
            <a:r>
              <a:rPr lang="zh-CN" altLang="zh-CN" sz="2800" dirty="0"/>
              <a:t>但是显式链接也有其</a:t>
            </a:r>
            <a:r>
              <a:rPr lang="zh-CN" altLang="zh-CN" sz="2800" b="1" dirty="0"/>
              <a:t>缺点</a:t>
            </a:r>
            <a:r>
              <a:rPr lang="zh-CN" altLang="zh-CN" sz="2800" dirty="0"/>
              <a:t>：</a:t>
            </a:r>
            <a:r>
              <a:rPr lang="en-US" altLang="zh-CN" sz="2800" dirty="0"/>
              <a:t>        </a:t>
            </a:r>
            <a:endParaRPr lang="zh-CN" altLang="zh-CN" sz="2800" dirty="0"/>
          </a:p>
          <a:p>
            <a:pPr marL="0" indent="0">
              <a:lnSpc>
                <a:spcPct val="150000"/>
              </a:lnSpc>
              <a:buNone/>
            </a:pPr>
            <a:r>
              <a:rPr lang="en-US" altLang="zh-CN" dirty="0"/>
              <a:t>① FAT</a:t>
            </a:r>
            <a:r>
              <a:rPr lang="zh-CN" altLang="zh-CN" dirty="0"/>
              <a:t>需占用大量的内存空间。</a:t>
            </a:r>
            <a:r>
              <a:rPr lang="en-US" altLang="zh-CN" dirty="0"/>
              <a:t> </a:t>
            </a:r>
            <a:endParaRPr lang="zh-CN" altLang="zh-CN" dirty="0"/>
          </a:p>
          <a:p>
            <a:pPr marL="0" indent="0">
              <a:lnSpc>
                <a:spcPct val="150000"/>
              </a:lnSpc>
              <a:buNone/>
            </a:pPr>
            <a:r>
              <a:rPr lang="en-US" altLang="zh-CN" dirty="0"/>
              <a:t>② </a:t>
            </a:r>
            <a:r>
              <a:rPr lang="zh-CN" altLang="zh-CN" dirty="0"/>
              <a:t>不支持高效的直接存取。要对一个较大的文件进行读取，需要在</a:t>
            </a:r>
            <a:r>
              <a:rPr lang="en-US" altLang="zh-CN" dirty="0"/>
              <a:t>FAT</a:t>
            </a:r>
            <a:r>
              <a:rPr lang="zh-CN" altLang="zh-CN" dirty="0"/>
              <a:t>中查找许多盘块号，当存取文件的盘块号恰好存放在</a:t>
            </a:r>
            <a:r>
              <a:rPr lang="en-US" altLang="zh-CN" dirty="0"/>
              <a:t>FAT</a:t>
            </a:r>
            <a:r>
              <a:rPr lang="zh-CN" altLang="zh-CN" dirty="0"/>
              <a:t>的同一个块中时，才能降低开销。由此可见，应该把每个文件所占的空间尽量靠近。</a:t>
            </a:r>
            <a:r>
              <a:rPr lang="en-US" altLang="zh-CN" dirty="0"/>
              <a:t> </a:t>
            </a:r>
            <a:endParaRPr lang="zh-CN" altLang="zh-CN" dirty="0"/>
          </a:p>
        </p:txBody>
      </p:sp>
    </p:spTree>
    <p:custDataLst>
      <p:tags r:id="rId1"/>
    </p:custDataLst>
  </p:cSld>
  <p:clrMapOvr>
    <a:masterClrMapping/>
  </p:clrMapOvr>
  <p:transition>
    <p:random/>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EE6961-0814-2B78-389C-DD855ED5CEC9}"/>
              </a:ext>
            </a:extLst>
          </p:cNvPr>
          <p:cNvSpPr>
            <a:spLocks noGrp="1"/>
          </p:cNvSpPr>
          <p:nvPr>
            <p:ph type="title"/>
          </p:nvPr>
        </p:nvSpPr>
        <p:spPr>
          <a:xfrm>
            <a:off x="1076395" y="114370"/>
            <a:ext cx="7427525" cy="705600"/>
          </a:xfrm>
        </p:spPr>
        <p:txBody>
          <a:bodyPr/>
          <a:lstStyle/>
          <a:p>
            <a:r>
              <a:rPr lang="zh-CN" altLang="en-US" dirty="0"/>
              <a:t>练习：</a:t>
            </a:r>
          </a:p>
        </p:txBody>
      </p:sp>
      <p:sp>
        <p:nvSpPr>
          <p:cNvPr id="3" name="内容占位符 2">
            <a:extLst>
              <a:ext uri="{FF2B5EF4-FFF2-40B4-BE49-F238E27FC236}">
                <a16:creationId xmlns:a16="http://schemas.microsoft.com/office/drawing/2014/main" id="{933D8DD3-84A8-2FF2-E584-29080FEA3493}"/>
              </a:ext>
            </a:extLst>
          </p:cNvPr>
          <p:cNvSpPr>
            <a:spLocks noGrp="1"/>
          </p:cNvSpPr>
          <p:nvPr>
            <p:ph idx="1"/>
          </p:nvPr>
        </p:nvSpPr>
        <p:spPr>
          <a:xfrm>
            <a:off x="608330" y="1227455"/>
            <a:ext cx="9598660" cy="3870325"/>
          </a:xfrm>
        </p:spPr>
        <p:txBody>
          <a:bodyPr/>
          <a:lstStyle/>
          <a:p>
            <a:r>
              <a:rPr lang="zh-CN" altLang="en-US" dirty="0"/>
              <a:t>某系统采用</a:t>
            </a:r>
            <a:r>
              <a:rPr lang="en-US" altLang="zh-CN" dirty="0"/>
              <a:t>FAT32</a:t>
            </a:r>
            <a:r>
              <a:rPr lang="zh-CN" altLang="en-US" dirty="0"/>
              <a:t>文件系统，假定磁盘块的大小为</a:t>
            </a:r>
            <a:r>
              <a:rPr lang="en-US" altLang="zh-CN" dirty="0"/>
              <a:t>1KB</a:t>
            </a:r>
            <a:r>
              <a:rPr lang="zh-CN" altLang="en-US" dirty="0"/>
              <a:t>，对于</a:t>
            </a:r>
            <a:r>
              <a:rPr lang="en-US" altLang="zh-CN" dirty="0"/>
              <a:t>540MB</a:t>
            </a:r>
            <a:r>
              <a:rPr lang="zh-CN" altLang="en-US" dirty="0"/>
              <a:t>的硬盘，其文件分配表</a:t>
            </a:r>
            <a:r>
              <a:rPr lang="en-US" altLang="zh-CN" dirty="0"/>
              <a:t>FAT</a:t>
            </a:r>
            <a:r>
              <a:rPr lang="zh-CN" altLang="en-US" dirty="0"/>
              <a:t>需要占用多少存储空间？ 当硬盘容量为</a:t>
            </a:r>
            <a:r>
              <a:rPr lang="en-US" altLang="zh-CN" dirty="0"/>
              <a:t>1.2GB</a:t>
            </a:r>
            <a:r>
              <a:rPr lang="zh-CN" altLang="en-US" dirty="0"/>
              <a:t>时，</a:t>
            </a:r>
            <a:r>
              <a:rPr lang="en-US" altLang="zh-CN" dirty="0"/>
              <a:t>FAT</a:t>
            </a:r>
            <a:r>
              <a:rPr lang="zh-CN" altLang="en-US" dirty="0"/>
              <a:t>需要占用多少空间？</a:t>
            </a:r>
          </a:p>
        </p:txBody>
      </p:sp>
    </p:spTree>
    <p:extLst>
      <p:ext uri="{BB962C8B-B14F-4D97-AF65-F5344CB8AC3E}">
        <p14:creationId xmlns:p14="http://schemas.microsoft.com/office/powerpoint/2010/main" val="2779305643"/>
      </p:ext>
    </p:extLst>
  </p:cSld>
  <p:clrMapOvr>
    <a:masterClrMapping/>
  </p:clrMapOvr>
  <p:transition>
    <p:random/>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3772F670-D361-4A5A-8B93-ABB916DEB558}"/>
              </a:ext>
            </a:extLst>
          </p:cNvPr>
          <p:cNvSpPr>
            <a:spLocks noGrp="1"/>
          </p:cNvSpPr>
          <p:nvPr>
            <p:ph idx="1"/>
          </p:nvPr>
        </p:nvSpPr>
        <p:spPr>
          <a:xfrm>
            <a:off x="608330" y="1227455"/>
            <a:ext cx="10968990" cy="3884372"/>
          </a:xfrm>
        </p:spPr>
        <p:txBody>
          <a:bodyPr>
            <a:normAutofit/>
          </a:bodyPr>
          <a:lstStyle/>
          <a:p>
            <a:pPr>
              <a:lnSpc>
                <a:spcPct val="150000"/>
              </a:lnSpc>
            </a:pPr>
            <a:r>
              <a:rPr lang="zh-CN" altLang="zh-CN" sz="2800" dirty="0"/>
              <a:t>簇（</a:t>
            </a:r>
            <a:r>
              <a:rPr lang="en-US" altLang="zh-CN" sz="2800" dirty="0"/>
              <a:t>cluster</a:t>
            </a:r>
            <a:r>
              <a:rPr lang="zh-CN" altLang="zh-CN" sz="2800" dirty="0"/>
              <a:t>）</a:t>
            </a:r>
            <a:endParaRPr lang="en-US" altLang="zh-CN" sz="2800" dirty="0"/>
          </a:p>
          <a:p>
            <a:pPr>
              <a:lnSpc>
                <a:spcPct val="150000"/>
              </a:lnSpc>
            </a:pPr>
            <a:r>
              <a:rPr lang="zh-CN" altLang="zh-CN" dirty="0"/>
              <a:t>为了提高检索速度和减少指针所占用的存储空间，可以将几个盘块组成一个簇（</a:t>
            </a:r>
            <a:r>
              <a:rPr lang="en-US" altLang="zh-CN" dirty="0"/>
              <a:t>cluster</a:t>
            </a:r>
            <a:r>
              <a:rPr lang="zh-CN" altLang="zh-CN" dirty="0"/>
              <a:t>）。比如，一个簇可包含</a:t>
            </a:r>
            <a:r>
              <a:rPr lang="en-US" altLang="zh-CN" dirty="0"/>
              <a:t>4</a:t>
            </a:r>
            <a:r>
              <a:rPr lang="zh-CN" altLang="zh-CN" dirty="0"/>
              <a:t>个盘块，在进行空间分配时，以簇为单位进行。在链接文件中的每个元素也是以簇为单位，这样将会成倍地减少查找指定块所需的时间，同时也可以减少指针所占用的存储空间，但这种改进却增大了内部碎片，而且它的改进也是非常有限的。</a:t>
            </a:r>
            <a:endParaRPr lang="zh-CN" altLang="en-US" dirty="0"/>
          </a:p>
        </p:txBody>
      </p:sp>
    </p:spTree>
    <p:extLst>
      <p:ext uri="{BB962C8B-B14F-4D97-AF65-F5344CB8AC3E}">
        <p14:creationId xmlns:p14="http://schemas.microsoft.com/office/powerpoint/2010/main" val="3176702548"/>
      </p:ext>
    </p:extLst>
  </p:cSld>
  <p:clrMapOvr>
    <a:masterClrMapping/>
  </p:clrMapOvr>
  <p:transition>
    <p:random/>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3.</a:t>
            </a:r>
            <a:r>
              <a:rPr lang="en-US" altLang="zh-CN" dirty="0">
                <a:sym typeface="+mn-ea"/>
              </a:rPr>
              <a:t>  </a:t>
            </a:r>
            <a:r>
              <a:rPr lang="zh-CN" altLang="en-US" dirty="0"/>
              <a:t>索引分配</a:t>
            </a:r>
          </a:p>
        </p:txBody>
      </p:sp>
      <p:sp>
        <p:nvSpPr>
          <p:cNvPr id="3" name="内容占位符 2"/>
          <p:cNvSpPr>
            <a:spLocks noGrp="1"/>
          </p:cNvSpPr>
          <p:nvPr>
            <p:ph idx="1"/>
          </p:nvPr>
        </p:nvSpPr>
        <p:spPr>
          <a:xfrm>
            <a:off x="720871" y="932032"/>
            <a:ext cx="10968990" cy="5556040"/>
          </a:xfrm>
        </p:spPr>
        <p:txBody>
          <a:bodyPr>
            <a:normAutofit fontScale="97500"/>
          </a:bodyPr>
          <a:lstStyle/>
          <a:p>
            <a:pPr marL="0" indent="0">
              <a:buNone/>
            </a:pPr>
            <a:r>
              <a:rPr lang="en-US" altLang="zh-CN" sz="2300" dirty="0"/>
              <a:t>      </a:t>
            </a:r>
            <a:r>
              <a:rPr lang="zh-CN" altLang="zh-CN" sz="2300" dirty="0"/>
              <a:t>为每个文件分配一个索引块，把分配给该文件的所有盘块号，都登记在该索引块中。并在创建一个文件时，在文件</a:t>
            </a:r>
            <a:r>
              <a:rPr lang="en-US" altLang="zh-CN" sz="2300" dirty="0"/>
              <a:t>FCB</a:t>
            </a:r>
            <a:r>
              <a:rPr lang="zh-CN" altLang="zh-CN" sz="2300" dirty="0"/>
              <a:t>中登记该索引块的地址。如图</a:t>
            </a:r>
            <a:r>
              <a:rPr lang="en-US" altLang="zh-CN" sz="2300" dirty="0"/>
              <a:t>9-7</a:t>
            </a:r>
            <a:r>
              <a:rPr lang="zh-CN" altLang="zh-CN" sz="2300" dirty="0"/>
              <a:t>所示。</a:t>
            </a:r>
          </a:p>
          <a:p>
            <a:pPr marL="0" indent="0">
              <a:buNone/>
            </a:pPr>
            <a:endParaRPr lang="zh-CN" altLang="zh-CN" dirty="0"/>
          </a:p>
        </p:txBody>
      </p:sp>
      <p:grpSp>
        <p:nvGrpSpPr>
          <p:cNvPr id="5" name="画布 1607"/>
          <p:cNvGrpSpPr>
            <a:grpSpLocks noChangeAspect="1"/>
          </p:cNvGrpSpPr>
          <p:nvPr/>
        </p:nvGrpSpPr>
        <p:grpSpPr bwMode="auto">
          <a:xfrm>
            <a:off x="2670286" y="2001680"/>
            <a:ext cx="6413507" cy="4542339"/>
            <a:chOff x="3495" y="1472"/>
            <a:chExt cx="5715" cy="4303"/>
          </a:xfrm>
        </p:grpSpPr>
        <p:sp>
          <p:nvSpPr>
            <p:cNvPr id="6" name="AutoShape 195"/>
            <p:cNvSpPr>
              <a:spLocks noRot="1" noChangeAspect="1" noChangeArrowheads="1"/>
            </p:cNvSpPr>
            <p:nvPr/>
          </p:nvSpPr>
          <p:spPr bwMode="auto">
            <a:xfrm>
              <a:off x="3495" y="1472"/>
              <a:ext cx="5715" cy="430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600"/>
            </a:p>
          </p:txBody>
        </p:sp>
        <p:sp>
          <p:nvSpPr>
            <p:cNvPr id="7" name="Freeform 593"/>
            <p:cNvSpPr/>
            <p:nvPr/>
          </p:nvSpPr>
          <p:spPr bwMode="auto">
            <a:xfrm>
              <a:off x="3707" y="1909"/>
              <a:ext cx="2633" cy="3813"/>
            </a:xfrm>
            <a:custGeom>
              <a:avLst/>
              <a:gdLst>
                <a:gd name="T0" fmla="*/ 0 w 2477"/>
                <a:gd name="T1" fmla="*/ 2211345 h 3587"/>
                <a:gd name="T2" fmla="*/ 0 w 2477"/>
                <a:gd name="T3" fmla="*/ 0 h 3587"/>
                <a:gd name="T4" fmla="*/ 201850 w 2477"/>
                <a:gd name="T5" fmla="*/ 84377 h 3587"/>
                <a:gd name="T6" fmla="*/ 403026 w 2477"/>
                <a:gd name="T7" fmla="*/ 151203 h 3587"/>
                <a:gd name="T8" fmla="*/ 621753 w 2477"/>
                <a:gd name="T9" fmla="*/ 193729 h 3587"/>
                <a:gd name="T10" fmla="*/ 840481 w 2477"/>
                <a:gd name="T11" fmla="*/ 201829 h 3587"/>
                <a:gd name="T12" fmla="*/ 1050433 w 2477"/>
                <a:gd name="T13" fmla="*/ 193729 h 3587"/>
                <a:gd name="T14" fmla="*/ 1268485 w 2477"/>
                <a:gd name="T15" fmla="*/ 151203 h 3587"/>
                <a:gd name="T16" fmla="*/ 1470336 w 2477"/>
                <a:gd name="T17" fmla="*/ 84377 h 3587"/>
                <a:gd name="T18" fmla="*/ 1672186 w 2477"/>
                <a:gd name="T19" fmla="*/ 0 h 3587"/>
                <a:gd name="T20" fmla="*/ 1672186 w 2477"/>
                <a:gd name="T21" fmla="*/ 2211345 h 3587"/>
                <a:gd name="T22" fmla="*/ 1470336 w 2477"/>
                <a:gd name="T23" fmla="*/ 2303822 h 3587"/>
                <a:gd name="T24" fmla="*/ 1268485 w 2477"/>
                <a:gd name="T25" fmla="*/ 2370648 h 3587"/>
                <a:gd name="T26" fmla="*/ 1050433 w 2477"/>
                <a:gd name="T27" fmla="*/ 2404399 h 3587"/>
                <a:gd name="T28" fmla="*/ 840481 w 2477"/>
                <a:gd name="T29" fmla="*/ 2421274 h 3587"/>
                <a:gd name="T30" fmla="*/ 621753 w 2477"/>
                <a:gd name="T31" fmla="*/ 2404399 h 3587"/>
                <a:gd name="T32" fmla="*/ 403026 w 2477"/>
                <a:gd name="T33" fmla="*/ 2370648 h 3587"/>
                <a:gd name="T34" fmla="*/ 201850 w 2477"/>
                <a:gd name="T35" fmla="*/ 2303822 h 3587"/>
                <a:gd name="T36" fmla="*/ 0 w 2477"/>
                <a:gd name="T37" fmla="*/ 2211345 h 358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477" h="3587">
                  <a:moveTo>
                    <a:pt x="0" y="3276"/>
                  </a:moveTo>
                  <a:lnTo>
                    <a:pt x="0" y="0"/>
                  </a:lnTo>
                  <a:lnTo>
                    <a:pt x="299" y="125"/>
                  </a:lnTo>
                  <a:lnTo>
                    <a:pt x="597" y="224"/>
                  </a:lnTo>
                  <a:lnTo>
                    <a:pt x="921" y="287"/>
                  </a:lnTo>
                  <a:lnTo>
                    <a:pt x="1245" y="299"/>
                  </a:lnTo>
                  <a:lnTo>
                    <a:pt x="1556" y="287"/>
                  </a:lnTo>
                  <a:lnTo>
                    <a:pt x="1879" y="224"/>
                  </a:lnTo>
                  <a:lnTo>
                    <a:pt x="2178" y="125"/>
                  </a:lnTo>
                  <a:lnTo>
                    <a:pt x="2477" y="0"/>
                  </a:lnTo>
                  <a:lnTo>
                    <a:pt x="2477" y="3276"/>
                  </a:lnTo>
                  <a:lnTo>
                    <a:pt x="2178" y="3413"/>
                  </a:lnTo>
                  <a:lnTo>
                    <a:pt x="1879" y="3512"/>
                  </a:lnTo>
                  <a:lnTo>
                    <a:pt x="1556" y="3562"/>
                  </a:lnTo>
                  <a:lnTo>
                    <a:pt x="1245" y="3587"/>
                  </a:lnTo>
                  <a:lnTo>
                    <a:pt x="921" y="3562"/>
                  </a:lnTo>
                  <a:lnTo>
                    <a:pt x="597" y="3512"/>
                  </a:lnTo>
                  <a:lnTo>
                    <a:pt x="299" y="3413"/>
                  </a:lnTo>
                  <a:lnTo>
                    <a:pt x="0" y="3276"/>
                  </a:lnTo>
                </a:path>
              </a:pathLst>
            </a:custGeom>
            <a:noFill/>
            <a:ln w="12700">
              <a:solidFill>
                <a:srgbClr val="000000"/>
              </a:solidFill>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600"/>
            </a:p>
          </p:txBody>
        </p:sp>
        <p:sp>
          <p:nvSpPr>
            <p:cNvPr id="8" name="Rectangle 594"/>
            <p:cNvSpPr>
              <a:spLocks noChangeArrowheads="1"/>
            </p:cNvSpPr>
            <p:nvPr/>
          </p:nvSpPr>
          <p:spPr bwMode="auto">
            <a:xfrm>
              <a:off x="4460" y="2585"/>
              <a:ext cx="146"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Times" panose="02020603050405020304" pitchFamily="18" charset="0"/>
                  <a:ea typeface="Times" panose="02020603050405020304" pitchFamily="18" charset="0"/>
                  <a:cs typeface="Calibri" panose="020F0502020204030204" charset="0"/>
                </a:rPr>
                <a:t>1</a:t>
              </a:r>
              <a:endParaRPr kumimoji="0" lang="en-US" altLang="zh-CN" sz="1600" b="0" i="0" u="none" strike="noStrike" cap="none" normalizeH="0" baseline="0">
                <a:ln>
                  <a:noFill/>
                </a:ln>
                <a:solidFill>
                  <a:schemeClr val="tx1"/>
                </a:solidFill>
                <a:effectLst/>
                <a:latin typeface="Arial" panose="020B0604020202020204" pitchFamily="34" charset="0"/>
              </a:endParaRPr>
            </a:p>
          </p:txBody>
        </p:sp>
        <p:sp>
          <p:nvSpPr>
            <p:cNvPr id="9" name="Rectangle 595"/>
            <p:cNvSpPr>
              <a:spLocks noChangeArrowheads="1"/>
            </p:cNvSpPr>
            <p:nvPr/>
          </p:nvSpPr>
          <p:spPr bwMode="auto">
            <a:xfrm>
              <a:off x="5055" y="2597"/>
              <a:ext cx="146"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Times" panose="02020603050405020304" pitchFamily="18" charset="0"/>
                  <a:ea typeface="Times" panose="02020603050405020304" pitchFamily="18" charset="0"/>
                  <a:cs typeface="Calibri" panose="020F0502020204030204" charset="0"/>
                </a:rPr>
                <a:t>2</a:t>
              </a:r>
              <a:endParaRPr kumimoji="0" lang="en-US" altLang="zh-CN" sz="1600" b="0" i="0" u="none" strike="noStrike" cap="none" normalizeH="0" baseline="0">
                <a:ln>
                  <a:noFill/>
                </a:ln>
                <a:solidFill>
                  <a:schemeClr val="tx1"/>
                </a:solidFill>
                <a:effectLst/>
                <a:latin typeface="Arial" panose="020B0604020202020204" pitchFamily="34" charset="0"/>
              </a:endParaRPr>
            </a:p>
          </p:txBody>
        </p:sp>
        <p:sp>
          <p:nvSpPr>
            <p:cNvPr id="10" name="Rectangle 596"/>
            <p:cNvSpPr>
              <a:spLocks noChangeArrowheads="1"/>
            </p:cNvSpPr>
            <p:nvPr/>
          </p:nvSpPr>
          <p:spPr bwMode="auto">
            <a:xfrm>
              <a:off x="5677" y="2559"/>
              <a:ext cx="146"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Times" panose="02020603050405020304" pitchFamily="18" charset="0"/>
                  <a:ea typeface="Times" panose="02020603050405020304" pitchFamily="18" charset="0"/>
                  <a:cs typeface="Calibri" panose="020F0502020204030204" charset="0"/>
                </a:rPr>
                <a:t>3</a:t>
              </a:r>
              <a:endParaRPr kumimoji="0" lang="en-US" altLang="zh-CN" sz="1600" b="0" i="0" u="none" strike="noStrike" cap="none" normalizeH="0" baseline="0">
                <a:ln>
                  <a:noFill/>
                </a:ln>
                <a:solidFill>
                  <a:schemeClr val="tx1"/>
                </a:solidFill>
                <a:effectLst/>
                <a:latin typeface="Arial" panose="020B0604020202020204" pitchFamily="34" charset="0"/>
              </a:endParaRPr>
            </a:p>
          </p:txBody>
        </p:sp>
        <p:sp>
          <p:nvSpPr>
            <p:cNvPr id="11" name="Rectangle 597"/>
            <p:cNvSpPr>
              <a:spLocks noChangeArrowheads="1"/>
            </p:cNvSpPr>
            <p:nvPr/>
          </p:nvSpPr>
          <p:spPr bwMode="auto">
            <a:xfrm>
              <a:off x="3839" y="2493"/>
              <a:ext cx="146"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Times" panose="02020603050405020304" pitchFamily="18" charset="0"/>
                  <a:ea typeface="Times" panose="02020603050405020304" pitchFamily="18" charset="0"/>
                  <a:cs typeface="Calibri" panose="020F0502020204030204" charset="0"/>
                </a:rPr>
                <a:t>0</a:t>
              </a:r>
              <a:endParaRPr kumimoji="0" lang="en-US" altLang="zh-CN" sz="1600" b="0" i="0" u="none" strike="noStrike" cap="none" normalizeH="0" baseline="0">
                <a:ln>
                  <a:noFill/>
                </a:ln>
                <a:solidFill>
                  <a:schemeClr val="tx1"/>
                </a:solidFill>
                <a:effectLst/>
                <a:latin typeface="Arial" panose="020B0604020202020204" pitchFamily="34" charset="0"/>
              </a:endParaRPr>
            </a:p>
          </p:txBody>
        </p:sp>
        <p:sp>
          <p:nvSpPr>
            <p:cNvPr id="12" name="Line 598"/>
            <p:cNvSpPr>
              <a:spLocks noChangeShapeType="1"/>
            </p:cNvSpPr>
            <p:nvPr/>
          </p:nvSpPr>
          <p:spPr bwMode="auto">
            <a:xfrm flipH="1">
              <a:off x="5215" y="2597"/>
              <a:ext cx="344" cy="13"/>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13" name="Line 599"/>
            <p:cNvSpPr>
              <a:spLocks noChangeShapeType="1"/>
            </p:cNvSpPr>
            <p:nvPr/>
          </p:nvSpPr>
          <p:spPr bwMode="auto">
            <a:xfrm>
              <a:off x="5215" y="2610"/>
              <a:ext cx="1" cy="173"/>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14" name="Line 600"/>
            <p:cNvSpPr>
              <a:spLocks noChangeShapeType="1"/>
            </p:cNvSpPr>
            <p:nvPr/>
          </p:nvSpPr>
          <p:spPr bwMode="auto">
            <a:xfrm>
              <a:off x="5559" y="2597"/>
              <a:ext cx="1" cy="159"/>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15" name="Line 601"/>
            <p:cNvSpPr>
              <a:spLocks noChangeShapeType="1"/>
            </p:cNvSpPr>
            <p:nvPr/>
          </p:nvSpPr>
          <p:spPr bwMode="auto">
            <a:xfrm flipH="1">
              <a:off x="5215" y="2756"/>
              <a:ext cx="330" cy="27"/>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16" name="Freeform 602"/>
            <p:cNvSpPr/>
            <p:nvPr/>
          </p:nvSpPr>
          <p:spPr bwMode="auto">
            <a:xfrm>
              <a:off x="3959" y="2505"/>
              <a:ext cx="316" cy="79"/>
            </a:xfrm>
            <a:custGeom>
              <a:avLst/>
              <a:gdLst>
                <a:gd name="T0" fmla="*/ 0 w 298"/>
                <a:gd name="T1" fmla="*/ 0 h 74"/>
                <a:gd name="T2" fmla="*/ 100430 w 298"/>
                <a:gd name="T3" fmla="*/ 33045 h 74"/>
                <a:gd name="T4" fmla="*/ 200859 w 298"/>
                <a:gd name="T5" fmla="*/ 49904 h 74"/>
                <a:gd name="T6" fmla="*/ 0 60000 65536"/>
                <a:gd name="T7" fmla="*/ 0 60000 65536"/>
                <a:gd name="T8" fmla="*/ 0 60000 65536"/>
              </a:gdLst>
              <a:ahLst/>
              <a:cxnLst>
                <a:cxn ang="T6">
                  <a:pos x="T0" y="T1"/>
                </a:cxn>
                <a:cxn ang="T7">
                  <a:pos x="T2" y="T3"/>
                </a:cxn>
                <a:cxn ang="T8">
                  <a:pos x="T4" y="T5"/>
                </a:cxn>
              </a:cxnLst>
              <a:rect l="0" t="0" r="r" b="b"/>
              <a:pathLst>
                <a:path w="298" h="74">
                  <a:moveTo>
                    <a:pt x="0" y="0"/>
                  </a:moveTo>
                  <a:lnTo>
                    <a:pt x="149" y="49"/>
                  </a:lnTo>
                  <a:lnTo>
                    <a:pt x="298" y="74"/>
                  </a:lnTo>
                </a:path>
              </a:pathLst>
            </a:custGeom>
            <a:noFill/>
            <a:ln w="19050">
              <a:solidFill>
                <a:srgbClr val="000000"/>
              </a:solidFill>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600"/>
            </a:p>
          </p:txBody>
        </p:sp>
        <p:sp>
          <p:nvSpPr>
            <p:cNvPr id="17" name="Line 603"/>
            <p:cNvSpPr>
              <a:spLocks noChangeShapeType="1"/>
            </p:cNvSpPr>
            <p:nvPr/>
          </p:nvSpPr>
          <p:spPr bwMode="auto">
            <a:xfrm>
              <a:off x="4275" y="2584"/>
              <a:ext cx="1" cy="159"/>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18" name="Line 604"/>
            <p:cNvSpPr>
              <a:spLocks noChangeShapeType="1"/>
            </p:cNvSpPr>
            <p:nvPr/>
          </p:nvSpPr>
          <p:spPr bwMode="auto">
            <a:xfrm>
              <a:off x="3959" y="2505"/>
              <a:ext cx="1" cy="171"/>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19" name="Freeform 605"/>
            <p:cNvSpPr/>
            <p:nvPr/>
          </p:nvSpPr>
          <p:spPr bwMode="auto">
            <a:xfrm>
              <a:off x="3959" y="2676"/>
              <a:ext cx="303" cy="67"/>
            </a:xfrm>
            <a:custGeom>
              <a:avLst/>
              <a:gdLst>
                <a:gd name="T0" fmla="*/ 0 w 286"/>
                <a:gd name="T1" fmla="*/ 0 h 63"/>
                <a:gd name="T2" fmla="*/ 100471 w 286"/>
                <a:gd name="T3" fmla="*/ 25642 h 63"/>
                <a:gd name="T4" fmla="*/ 192850 w 286"/>
                <a:gd name="T5" fmla="*/ 42511 h 63"/>
                <a:gd name="T6" fmla="*/ 0 60000 65536"/>
                <a:gd name="T7" fmla="*/ 0 60000 65536"/>
                <a:gd name="T8" fmla="*/ 0 60000 65536"/>
              </a:gdLst>
              <a:ahLst/>
              <a:cxnLst>
                <a:cxn ang="T6">
                  <a:pos x="T0" y="T1"/>
                </a:cxn>
                <a:cxn ang="T7">
                  <a:pos x="T2" y="T3"/>
                </a:cxn>
                <a:cxn ang="T8">
                  <a:pos x="T4" y="T5"/>
                </a:cxn>
              </a:cxnLst>
              <a:rect l="0" t="0" r="r" b="b"/>
              <a:pathLst>
                <a:path w="286" h="63">
                  <a:moveTo>
                    <a:pt x="0" y="0"/>
                  </a:moveTo>
                  <a:lnTo>
                    <a:pt x="149" y="38"/>
                  </a:lnTo>
                  <a:lnTo>
                    <a:pt x="286" y="63"/>
                  </a:lnTo>
                </a:path>
              </a:pathLst>
            </a:custGeom>
            <a:noFill/>
            <a:ln w="19050">
              <a:solidFill>
                <a:srgbClr val="000000"/>
              </a:solidFill>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600"/>
            </a:p>
          </p:txBody>
        </p:sp>
        <p:sp>
          <p:nvSpPr>
            <p:cNvPr id="20" name="Freeform 606"/>
            <p:cNvSpPr/>
            <p:nvPr/>
          </p:nvSpPr>
          <p:spPr bwMode="auto">
            <a:xfrm>
              <a:off x="5837" y="2505"/>
              <a:ext cx="317" cy="79"/>
            </a:xfrm>
            <a:custGeom>
              <a:avLst/>
              <a:gdLst>
                <a:gd name="T0" fmla="*/ 200859 w 298"/>
                <a:gd name="T1" fmla="*/ 0 h 74"/>
                <a:gd name="T2" fmla="*/ 100430 w 298"/>
                <a:gd name="T3" fmla="*/ 33045 h 74"/>
                <a:gd name="T4" fmla="*/ 0 w 298"/>
                <a:gd name="T5" fmla="*/ 49904 h 74"/>
                <a:gd name="T6" fmla="*/ 0 60000 65536"/>
                <a:gd name="T7" fmla="*/ 0 60000 65536"/>
                <a:gd name="T8" fmla="*/ 0 60000 65536"/>
              </a:gdLst>
              <a:ahLst/>
              <a:cxnLst>
                <a:cxn ang="T6">
                  <a:pos x="T0" y="T1"/>
                </a:cxn>
                <a:cxn ang="T7">
                  <a:pos x="T2" y="T3"/>
                </a:cxn>
                <a:cxn ang="T8">
                  <a:pos x="T4" y="T5"/>
                </a:cxn>
              </a:cxnLst>
              <a:rect l="0" t="0" r="r" b="b"/>
              <a:pathLst>
                <a:path w="298" h="74">
                  <a:moveTo>
                    <a:pt x="298" y="0"/>
                  </a:moveTo>
                  <a:lnTo>
                    <a:pt x="149" y="49"/>
                  </a:lnTo>
                  <a:lnTo>
                    <a:pt x="0" y="74"/>
                  </a:lnTo>
                </a:path>
              </a:pathLst>
            </a:custGeom>
            <a:noFill/>
            <a:ln w="19050">
              <a:solidFill>
                <a:srgbClr val="000000"/>
              </a:solidFill>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600"/>
            </a:p>
          </p:txBody>
        </p:sp>
        <p:sp>
          <p:nvSpPr>
            <p:cNvPr id="21" name="Line 607"/>
            <p:cNvSpPr>
              <a:spLocks noChangeShapeType="1"/>
            </p:cNvSpPr>
            <p:nvPr/>
          </p:nvSpPr>
          <p:spPr bwMode="auto">
            <a:xfrm>
              <a:off x="5837" y="2584"/>
              <a:ext cx="1" cy="159"/>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22" name="Line 608"/>
            <p:cNvSpPr>
              <a:spLocks noChangeShapeType="1"/>
            </p:cNvSpPr>
            <p:nvPr/>
          </p:nvSpPr>
          <p:spPr bwMode="auto">
            <a:xfrm>
              <a:off x="6154" y="2505"/>
              <a:ext cx="1" cy="171"/>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23" name="Freeform 609"/>
            <p:cNvSpPr/>
            <p:nvPr/>
          </p:nvSpPr>
          <p:spPr bwMode="auto">
            <a:xfrm>
              <a:off x="5850" y="2676"/>
              <a:ext cx="304" cy="67"/>
            </a:xfrm>
            <a:custGeom>
              <a:avLst/>
              <a:gdLst>
                <a:gd name="T0" fmla="*/ 192850 w 286"/>
                <a:gd name="T1" fmla="*/ 0 h 63"/>
                <a:gd name="T2" fmla="*/ 92379 w 286"/>
                <a:gd name="T3" fmla="*/ 25642 h 63"/>
                <a:gd name="T4" fmla="*/ 0 w 286"/>
                <a:gd name="T5" fmla="*/ 42511 h 63"/>
                <a:gd name="T6" fmla="*/ 0 60000 65536"/>
                <a:gd name="T7" fmla="*/ 0 60000 65536"/>
                <a:gd name="T8" fmla="*/ 0 60000 65536"/>
              </a:gdLst>
              <a:ahLst/>
              <a:cxnLst>
                <a:cxn ang="T6">
                  <a:pos x="T0" y="T1"/>
                </a:cxn>
                <a:cxn ang="T7">
                  <a:pos x="T2" y="T3"/>
                </a:cxn>
                <a:cxn ang="T8">
                  <a:pos x="T4" y="T5"/>
                </a:cxn>
              </a:cxnLst>
              <a:rect l="0" t="0" r="r" b="b"/>
              <a:pathLst>
                <a:path w="286" h="63">
                  <a:moveTo>
                    <a:pt x="286" y="0"/>
                  </a:moveTo>
                  <a:lnTo>
                    <a:pt x="137" y="38"/>
                  </a:lnTo>
                  <a:lnTo>
                    <a:pt x="0" y="63"/>
                  </a:lnTo>
                </a:path>
              </a:pathLst>
            </a:custGeom>
            <a:noFill/>
            <a:ln w="19050">
              <a:solidFill>
                <a:srgbClr val="000000"/>
              </a:solidFill>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600"/>
            </a:p>
          </p:txBody>
        </p:sp>
        <p:sp>
          <p:nvSpPr>
            <p:cNvPr id="24" name="Line 610"/>
            <p:cNvSpPr>
              <a:spLocks noChangeShapeType="1"/>
            </p:cNvSpPr>
            <p:nvPr/>
          </p:nvSpPr>
          <p:spPr bwMode="auto">
            <a:xfrm>
              <a:off x="4580" y="2597"/>
              <a:ext cx="344" cy="13"/>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25" name="Line 611"/>
            <p:cNvSpPr>
              <a:spLocks noChangeShapeType="1"/>
            </p:cNvSpPr>
            <p:nvPr/>
          </p:nvSpPr>
          <p:spPr bwMode="auto">
            <a:xfrm>
              <a:off x="4924" y="2610"/>
              <a:ext cx="1" cy="173"/>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26" name="Line 612"/>
            <p:cNvSpPr>
              <a:spLocks noChangeShapeType="1"/>
            </p:cNvSpPr>
            <p:nvPr/>
          </p:nvSpPr>
          <p:spPr bwMode="auto">
            <a:xfrm>
              <a:off x="4580" y="2597"/>
              <a:ext cx="1" cy="159"/>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27" name="Line 613"/>
            <p:cNvSpPr>
              <a:spLocks noChangeShapeType="1"/>
            </p:cNvSpPr>
            <p:nvPr/>
          </p:nvSpPr>
          <p:spPr bwMode="auto">
            <a:xfrm>
              <a:off x="4593" y="2756"/>
              <a:ext cx="331" cy="27"/>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28" name="Rectangle 614"/>
            <p:cNvSpPr>
              <a:spLocks noChangeArrowheads="1"/>
            </p:cNvSpPr>
            <p:nvPr/>
          </p:nvSpPr>
          <p:spPr bwMode="auto">
            <a:xfrm>
              <a:off x="4460" y="2955"/>
              <a:ext cx="146"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Times" panose="02020603050405020304" pitchFamily="18" charset="0"/>
                  <a:ea typeface="Times" panose="02020603050405020304" pitchFamily="18" charset="0"/>
                  <a:cs typeface="Calibri" panose="020F0502020204030204" charset="0"/>
                </a:rPr>
                <a:t>5</a:t>
              </a:r>
              <a:endParaRPr kumimoji="0" lang="en-US" altLang="zh-CN" sz="1600" b="0" i="0" u="none" strike="noStrike" cap="none" normalizeH="0" baseline="0">
                <a:ln>
                  <a:noFill/>
                </a:ln>
                <a:solidFill>
                  <a:schemeClr val="tx1"/>
                </a:solidFill>
                <a:effectLst/>
                <a:latin typeface="Arial" panose="020B0604020202020204" pitchFamily="34" charset="0"/>
              </a:endParaRPr>
            </a:p>
          </p:txBody>
        </p:sp>
        <p:sp>
          <p:nvSpPr>
            <p:cNvPr id="29" name="Rectangle 615"/>
            <p:cNvSpPr>
              <a:spLocks noChangeArrowheads="1"/>
            </p:cNvSpPr>
            <p:nvPr/>
          </p:nvSpPr>
          <p:spPr bwMode="auto">
            <a:xfrm>
              <a:off x="5055" y="2969"/>
              <a:ext cx="146"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Times" panose="02020603050405020304" pitchFamily="18" charset="0"/>
                  <a:ea typeface="Times" panose="02020603050405020304" pitchFamily="18" charset="0"/>
                  <a:cs typeface="Calibri" panose="020F0502020204030204" charset="0"/>
                </a:rPr>
                <a:t>6</a:t>
              </a:r>
              <a:endParaRPr kumimoji="0" lang="en-US" altLang="zh-CN" sz="1600" b="0" i="0" u="none" strike="noStrike" cap="none" normalizeH="0" baseline="0">
                <a:ln>
                  <a:noFill/>
                </a:ln>
                <a:solidFill>
                  <a:schemeClr val="tx1"/>
                </a:solidFill>
                <a:effectLst/>
                <a:latin typeface="Arial" panose="020B0604020202020204" pitchFamily="34" charset="0"/>
              </a:endParaRPr>
            </a:p>
          </p:txBody>
        </p:sp>
        <p:sp>
          <p:nvSpPr>
            <p:cNvPr id="30" name="Rectangle 616"/>
            <p:cNvSpPr>
              <a:spLocks noChangeArrowheads="1"/>
            </p:cNvSpPr>
            <p:nvPr/>
          </p:nvSpPr>
          <p:spPr bwMode="auto">
            <a:xfrm>
              <a:off x="5677" y="2942"/>
              <a:ext cx="146"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Times" panose="02020603050405020304" pitchFamily="18" charset="0"/>
                  <a:ea typeface="Times" panose="02020603050405020304" pitchFamily="18" charset="0"/>
                  <a:cs typeface="Calibri" panose="020F0502020204030204" charset="0"/>
                </a:rPr>
                <a:t>7</a:t>
              </a:r>
              <a:endParaRPr kumimoji="0" lang="en-US" altLang="zh-CN" sz="1600" b="0" i="0" u="none" strike="noStrike" cap="none" normalizeH="0" baseline="0">
                <a:ln>
                  <a:noFill/>
                </a:ln>
                <a:solidFill>
                  <a:schemeClr val="tx1"/>
                </a:solidFill>
                <a:effectLst/>
                <a:latin typeface="Arial" panose="020B0604020202020204" pitchFamily="34" charset="0"/>
              </a:endParaRPr>
            </a:p>
          </p:txBody>
        </p:sp>
        <p:sp>
          <p:nvSpPr>
            <p:cNvPr id="31" name="Rectangle 617"/>
            <p:cNvSpPr>
              <a:spLocks noChangeArrowheads="1"/>
            </p:cNvSpPr>
            <p:nvPr/>
          </p:nvSpPr>
          <p:spPr bwMode="auto">
            <a:xfrm>
              <a:off x="3839" y="2862"/>
              <a:ext cx="146"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Times" panose="02020603050405020304" pitchFamily="18" charset="0"/>
                  <a:ea typeface="Times" panose="02020603050405020304" pitchFamily="18" charset="0"/>
                  <a:cs typeface="Calibri" panose="020F0502020204030204" charset="0"/>
                </a:rPr>
                <a:t>4</a:t>
              </a:r>
              <a:endParaRPr kumimoji="0" lang="en-US" altLang="zh-CN" sz="1600" b="0" i="0" u="none" strike="noStrike" cap="none" normalizeH="0" baseline="0">
                <a:ln>
                  <a:noFill/>
                </a:ln>
                <a:solidFill>
                  <a:schemeClr val="tx1"/>
                </a:solidFill>
                <a:effectLst/>
                <a:latin typeface="Arial" panose="020B0604020202020204" pitchFamily="34" charset="0"/>
              </a:endParaRPr>
            </a:p>
          </p:txBody>
        </p:sp>
        <p:sp>
          <p:nvSpPr>
            <p:cNvPr id="32" name="Line 618"/>
            <p:cNvSpPr>
              <a:spLocks noChangeShapeType="1"/>
            </p:cNvSpPr>
            <p:nvPr/>
          </p:nvSpPr>
          <p:spPr bwMode="auto">
            <a:xfrm flipH="1">
              <a:off x="5215" y="2968"/>
              <a:ext cx="344" cy="2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33" name="Line 619"/>
            <p:cNvSpPr>
              <a:spLocks noChangeShapeType="1"/>
            </p:cNvSpPr>
            <p:nvPr/>
          </p:nvSpPr>
          <p:spPr bwMode="auto">
            <a:xfrm>
              <a:off x="5215" y="2994"/>
              <a:ext cx="1" cy="159"/>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34" name="Line 620"/>
            <p:cNvSpPr>
              <a:spLocks noChangeShapeType="1"/>
            </p:cNvSpPr>
            <p:nvPr/>
          </p:nvSpPr>
          <p:spPr bwMode="auto">
            <a:xfrm>
              <a:off x="5559" y="2968"/>
              <a:ext cx="1" cy="159"/>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35" name="Line 621"/>
            <p:cNvSpPr>
              <a:spLocks noChangeShapeType="1"/>
            </p:cNvSpPr>
            <p:nvPr/>
          </p:nvSpPr>
          <p:spPr bwMode="auto">
            <a:xfrm flipH="1">
              <a:off x="5215" y="3127"/>
              <a:ext cx="330" cy="2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36" name="Freeform 622"/>
            <p:cNvSpPr/>
            <p:nvPr/>
          </p:nvSpPr>
          <p:spPr bwMode="auto">
            <a:xfrm>
              <a:off x="3959" y="2889"/>
              <a:ext cx="316" cy="66"/>
            </a:xfrm>
            <a:custGeom>
              <a:avLst/>
              <a:gdLst>
                <a:gd name="T0" fmla="*/ 0 w 298"/>
                <a:gd name="T1" fmla="*/ 0 h 62"/>
                <a:gd name="T2" fmla="*/ 100430 w 298"/>
                <a:gd name="T3" fmla="*/ 25002 h 62"/>
                <a:gd name="T4" fmla="*/ 200859 w 298"/>
                <a:gd name="T5" fmla="*/ 41895 h 62"/>
                <a:gd name="T6" fmla="*/ 0 60000 65536"/>
                <a:gd name="T7" fmla="*/ 0 60000 65536"/>
                <a:gd name="T8" fmla="*/ 0 60000 65536"/>
              </a:gdLst>
              <a:ahLst/>
              <a:cxnLst>
                <a:cxn ang="T6">
                  <a:pos x="T0" y="T1"/>
                </a:cxn>
                <a:cxn ang="T7">
                  <a:pos x="T2" y="T3"/>
                </a:cxn>
                <a:cxn ang="T8">
                  <a:pos x="T4" y="T5"/>
                </a:cxn>
              </a:cxnLst>
              <a:rect l="0" t="0" r="r" b="b"/>
              <a:pathLst>
                <a:path w="298" h="62">
                  <a:moveTo>
                    <a:pt x="0" y="0"/>
                  </a:moveTo>
                  <a:lnTo>
                    <a:pt x="149" y="37"/>
                  </a:lnTo>
                  <a:lnTo>
                    <a:pt x="298" y="62"/>
                  </a:lnTo>
                </a:path>
              </a:pathLst>
            </a:custGeom>
            <a:noFill/>
            <a:ln w="19050">
              <a:solidFill>
                <a:srgbClr val="000000"/>
              </a:solidFill>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600"/>
            </a:p>
          </p:txBody>
        </p:sp>
        <p:sp>
          <p:nvSpPr>
            <p:cNvPr id="37" name="Line 623"/>
            <p:cNvSpPr>
              <a:spLocks noChangeShapeType="1"/>
            </p:cNvSpPr>
            <p:nvPr/>
          </p:nvSpPr>
          <p:spPr bwMode="auto">
            <a:xfrm>
              <a:off x="4275" y="2955"/>
              <a:ext cx="1" cy="172"/>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38" name="Line 624"/>
            <p:cNvSpPr>
              <a:spLocks noChangeShapeType="1"/>
            </p:cNvSpPr>
            <p:nvPr/>
          </p:nvSpPr>
          <p:spPr bwMode="auto">
            <a:xfrm>
              <a:off x="3959" y="2889"/>
              <a:ext cx="1" cy="159"/>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39" name="Freeform 625"/>
            <p:cNvSpPr/>
            <p:nvPr/>
          </p:nvSpPr>
          <p:spPr bwMode="auto">
            <a:xfrm>
              <a:off x="3959" y="3048"/>
              <a:ext cx="303" cy="79"/>
            </a:xfrm>
            <a:custGeom>
              <a:avLst/>
              <a:gdLst>
                <a:gd name="T0" fmla="*/ 0 w 286"/>
                <a:gd name="T1" fmla="*/ 0 h 75"/>
                <a:gd name="T2" fmla="*/ 100471 w 286"/>
                <a:gd name="T3" fmla="*/ 33680 h 75"/>
                <a:gd name="T4" fmla="*/ 192850 w 286"/>
                <a:gd name="T5" fmla="*/ 50520 h 75"/>
                <a:gd name="T6" fmla="*/ 0 60000 65536"/>
                <a:gd name="T7" fmla="*/ 0 60000 65536"/>
                <a:gd name="T8" fmla="*/ 0 60000 65536"/>
              </a:gdLst>
              <a:ahLst/>
              <a:cxnLst>
                <a:cxn ang="T6">
                  <a:pos x="T0" y="T1"/>
                </a:cxn>
                <a:cxn ang="T7">
                  <a:pos x="T2" y="T3"/>
                </a:cxn>
                <a:cxn ang="T8">
                  <a:pos x="T4" y="T5"/>
                </a:cxn>
              </a:cxnLst>
              <a:rect l="0" t="0" r="r" b="b"/>
              <a:pathLst>
                <a:path w="286" h="75">
                  <a:moveTo>
                    <a:pt x="0" y="0"/>
                  </a:moveTo>
                  <a:lnTo>
                    <a:pt x="149" y="50"/>
                  </a:lnTo>
                  <a:lnTo>
                    <a:pt x="286" y="75"/>
                  </a:lnTo>
                </a:path>
              </a:pathLst>
            </a:custGeom>
            <a:noFill/>
            <a:ln w="19050">
              <a:solidFill>
                <a:srgbClr val="000000"/>
              </a:solidFill>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600"/>
            </a:p>
          </p:txBody>
        </p:sp>
        <p:sp>
          <p:nvSpPr>
            <p:cNvPr id="40" name="Freeform 626"/>
            <p:cNvSpPr/>
            <p:nvPr/>
          </p:nvSpPr>
          <p:spPr bwMode="auto">
            <a:xfrm>
              <a:off x="5837" y="2889"/>
              <a:ext cx="317" cy="66"/>
            </a:xfrm>
            <a:custGeom>
              <a:avLst/>
              <a:gdLst>
                <a:gd name="T0" fmla="*/ 200859 w 298"/>
                <a:gd name="T1" fmla="*/ 0 h 62"/>
                <a:gd name="T2" fmla="*/ 100430 w 298"/>
                <a:gd name="T3" fmla="*/ 25002 h 62"/>
                <a:gd name="T4" fmla="*/ 0 w 298"/>
                <a:gd name="T5" fmla="*/ 41895 h 62"/>
                <a:gd name="T6" fmla="*/ 0 60000 65536"/>
                <a:gd name="T7" fmla="*/ 0 60000 65536"/>
                <a:gd name="T8" fmla="*/ 0 60000 65536"/>
              </a:gdLst>
              <a:ahLst/>
              <a:cxnLst>
                <a:cxn ang="T6">
                  <a:pos x="T0" y="T1"/>
                </a:cxn>
                <a:cxn ang="T7">
                  <a:pos x="T2" y="T3"/>
                </a:cxn>
                <a:cxn ang="T8">
                  <a:pos x="T4" y="T5"/>
                </a:cxn>
              </a:cxnLst>
              <a:rect l="0" t="0" r="r" b="b"/>
              <a:pathLst>
                <a:path w="298" h="62">
                  <a:moveTo>
                    <a:pt x="298" y="0"/>
                  </a:moveTo>
                  <a:lnTo>
                    <a:pt x="149" y="37"/>
                  </a:lnTo>
                  <a:lnTo>
                    <a:pt x="0" y="62"/>
                  </a:lnTo>
                </a:path>
              </a:pathLst>
            </a:custGeom>
            <a:noFill/>
            <a:ln w="19050">
              <a:solidFill>
                <a:srgbClr val="000000"/>
              </a:solidFill>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600"/>
            </a:p>
          </p:txBody>
        </p:sp>
        <p:sp>
          <p:nvSpPr>
            <p:cNvPr id="41" name="Line 627"/>
            <p:cNvSpPr>
              <a:spLocks noChangeShapeType="1"/>
            </p:cNvSpPr>
            <p:nvPr/>
          </p:nvSpPr>
          <p:spPr bwMode="auto">
            <a:xfrm>
              <a:off x="5837" y="2955"/>
              <a:ext cx="1" cy="172"/>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42" name="Line 628"/>
            <p:cNvSpPr>
              <a:spLocks noChangeShapeType="1"/>
            </p:cNvSpPr>
            <p:nvPr/>
          </p:nvSpPr>
          <p:spPr bwMode="auto">
            <a:xfrm>
              <a:off x="6154" y="2889"/>
              <a:ext cx="1" cy="159"/>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43" name="Freeform 629"/>
            <p:cNvSpPr/>
            <p:nvPr/>
          </p:nvSpPr>
          <p:spPr bwMode="auto">
            <a:xfrm>
              <a:off x="5850" y="3048"/>
              <a:ext cx="304" cy="79"/>
            </a:xfrm>
            <a:custGeom>
              <a:avLst/>
              <a:gdLst>
                <a:gd name="T0" fmla="*/ 192850 w 286"/>
                <a:gd name="T1" fmla="*/ 0 h 75"/>
                <a:gd name="T2" fmla="*/ 92379 w 286"/>
                <a:gd name="T3" fmla="*/ 33680 h 75"/>
                <a:gd name="T4" fmla="*/ 0 w 286"/>
                <a:gd name="T5" fmla="*/ 50520 h 75"/>
                <a:gd name="T6" fmla="*/ 0 60000 65536"/>
                <a:gd name="T7" fmla="*/ 0 60000 65536"/>
                <a:gd name="T8" fmla="*/ 0 60000 65536"/>
              </a:gdLst>
              <a:ahLst/>
              <a:cxnLst>
                <a:cxn ang="T6">
                  <a:pos x="T0" y="T1"/>
                </a:cxn>
                <a:cxn ang="T7">
                  <a:pos x="T2" y="T3"/>
                </a:cxn>
                <a:cxn ang="T8">
                  <a:pos x="T4" y="T5"/>
                </a:cxn>
              </a:cxnLst>
              <a:rect l="0" t="0" r="r" b="b"/>
              <a:pathLst>
                <a:path w="286" h="75">
                  <a:moveTo>
                    <a:pt x="286" y="0"/>
                  </a:moveTo>
                  <a:lnTo>
                    <a:pt x="137" y="50"/>
                  </a:lnTo>
                  <a:lnTo>
                    <a:pt x="0" y="75"/>
                  </a:lnTo>
                </a:path>
              </a:pathLst>
            </a:custGeom>
            <a:noFill/>
            <a:ln w="19050">
              <a:solidFill>
                <a:srgbClr val="000000"/>
              </a:solidFill>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600"/>
            </a:p>
          </p:txBody>
        </p:sp>
        <p:sp>
          <p:nvSpPr>
            <p:cNvPr id="44" name="Line 630"/>
            <p:cNvSpPr>
              <a:spLocks noChangeShapeType="1"/>
            </p:cNvSpPr>
            <p:nvPr/>
          </p:nvSpPr>
          <p:spPr bwMode="auto">
            <a:xfrm>
              <a:off x="4580" y="2968"/>
              <a:ext cx="344" cy="2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45" name="Line 631"/>
            <p:cNvSpPr>
              <a:spLocks noChangeShapeType="1"/>
            </p:cNvSpPr>
            <p:nvPr/>
          </p:nvSpPr>
          <p:spPr bwMode="auto">
            <a:xfrm>
              <a:off x="4924" y="2994"/>
              <a:ext cx="1" cy="159"/>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46" name="Line 632"/>
            <p:cNvSpPr>
              <a:spLocks noChangeShapeType="1"/>
            </p:cNvSpPr>
            <p:nvPr/>
          </p:nvSpPr>
          <p:spPr bwMode="auto">
            <a:xfrm>
              <a:off x="4580" y="2968"/>
              <a:ext cx="1" cy="159"/>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47" name="Line 633"/>
            <p:cNvSpPr>
              <a:spLocks noChangeShapeType="1"/>
            </p:cNvSpPr>
            <p:nvPr/>
          </p:nvSpPr>
          <p:spPr bwMode="auto">
            <a:xfrm>
              <a:off x="4593" y="3127"/>
              <a:ext cx="331" cy="2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48" name="Rectangle 634"/>
            <p:cNvSpPr>
              <a:spLocks noChangeArrowheads="1"/>
            </p:cNvSpPr>
            <p:nvPr/>
          </p:nvSpPr>
          <p:spPr bwMode="auto">
            <a:xfrm>
              <a:off x="4460" y="3326"/>
              <a:ext cx="146"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Times" panose="02020603050405020304" pitchFamily="18" charset="0"/>
                  <a:ea typeface="Times" panose="02020603050405020304" pitchFamily="18" charset="0"/>
                  <a:cs typeface="Calibri" panose="020F0502020204030204" charset="0"/>
                </a:rPr>
                <a:t>9</a:t>
              </a:r>
              <a:endParaRPr kumimoji="0" lang="en-US" altLang="zh-CN" sz="1600" b="0" i="0" u="none" strike="noStrike" cap="none" normalizeH="0" baseline="0">
                <a:ln>
                  <a:noFill/>
                </a:ln>
                <a:solidFill>
                  <a:schemeClr val="tx1"/>
                </a:solidFill>
                <a:effectLst/>
                <a:latin typeface="Arial" panose="020B0604020202020204" pitchFamily="34" charset="0"/>
              </a:endParaRPr>
            </a:p>
          </p:txBody>
        </p:sp>
        <p:sp>
          <p:nvSpPr>
            <p:cNvPr id="49" name="Rectangle 635"/>
            <p:cNvSpPr>
              <a:spLocks noChangeArrowheads="1"/>
            </p:cNvSpPr>
            <p:nvPr/>
          </p:nvSpPr>
          <p:spPr bwMode="auto">
            <a:xfrm>
              <a:off x="5004" y="3406"/>
              <a:ext cx="225"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Times" panose="02020603050405020304" pitchFamily="18" charset="0"/>
                  <a:ea typeface="Times" panose="02020603050405020304" pitchFamily="18" charset="0"/>
                  <a:cs typeface="Calibri" panose="020F0502020204030204" charset="0"/>
                </a:rPr>
                <a:t>10</a:t>
              </a:r>
              <a:endParaRPr kumimoji="0" lang="en-US" altLang="zh-CN" sz="1600" b="0" i="0" u="none" strike="noStrike" cap="none" normalizeH="0" baseline="0">
                <a:ln>
                  <a:noFill/>
                </a:ln>
                <a:solidFill>
                  <a:schemeClr val="tx1"/>
                </a:solidFill>
                <a:effectLst/>
                <a:latin typeface="Arial" panose="020B0604020202020204" pitchFamily="34" charset="0"/>
              </a:endParaRPr>
            </a:p>
          </p:txBody>
        </p:sp>
        <p:sp>
          <p:nvSpPr>
            <p:cNvPr id="50" name="Rectangle 636"/>
            <p:cNvSpPr>
              <a:spLocks noChangeArrowheads="1"/>
            </p:cNvSpPr>
            <p:nvPr/>
          </p:nvSpPr>
          <p:spPr bwMode="auto">
            <a:xfrm>
              <a:off x="5599" y="3314"/>
              <a:ext cx="225"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Times" panose="02020603050405020304" pitchFamily="18" charset="0"/>
                  <a:ea typeface="Times" panose="02020603050405020304" pitchFamily="18" charset="0"/>
                  <a:cs typeface="Calibri" panose="020F0502020204030204" charset="0"/>
                </a:rPr>
                <a:t>11</a:t>
              </a:r>
              <a:endParaRPr kumimoji="0" lang="en-US" altLang="zh-CN" sz="1600" b="0" i="0" u="none" strike="noStrike" cap="none" normalizeH="0" baseline="0">
                <a:ln>
                  <a:noFill/>
                </a:ln>
                <a:solidFill>
                  <a:schemeClr val="tx1"/>
                </a:solidFill>
                <a:effectLst/>
                <a:latin typeface="Arial" panose="020B0604020202020204" pitchFamily="34" charset="0"/>
              </a:endParaRPr>
            </a:p>
          </p:txBody>
        </p:sp>
        <p:sp>
          <p:nvSpPr>
            <p:cNvPr id="51" name="Rectangle 637"/>
            <p:cNvSpPr>
              <a:spLocks noChangeArrowheads="1"/>
            </p:cNvSpPr>
            <p:nvPr/>
          </p:nvSpPr>
          <p:spPr bwMode="auto">
            <a:xfrm>
              <a:off x="3839" y="3233"/>
              <a:ext cx="146"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Times" panose="02020603050405020304" pitchFamily="18" charset="0"/>
                  <a:ea typeface="Times" panose="02020603050405020304" pitchFamily="18" charset="0"/>
                  <a:cs typeface="Calibri" panose="020F0502020204030204" charset="0"/>
                </a:rPr>
                <a:t>8</a:t>
              </a:r>
              <a:endParaRPr kumimoji="0" lang="en-US" altLang="zh-CN" sz="1600" b="0" i="0" u="none" strike="noStrike" cap="none" normalizeH="0" baseline="0">
                <a:ln>
                  <a:noFill/>
                </a:ln>
                <a:solidFill>
                  <a:schemeClr val="tx1"/>
                </a:solidFill>
                <a:effectLst/>
                <a:latin typeface="Arial" panose="020B0604020202020204" pitchFamily="34" charset="0"/>
              </a:endParaRPr>
            </a:p>
          </p:txBody>
        </p:sp>
        <p:sp>
          <p:nvSpPr>
            <p:cNvPr id="52" name="Line 638"/>
            <p:cNvSpPr>
              <a:spLocks noChangeShapeType="1"/>
            </p:cNvSpPr>
            <p:nvPr/>
          </p:nvSpPr>
          <p:spPr bwMode="auto">
            <a:xfrm flipH="1">
              <a:off x="5215" y="3339"/>
              <a:ext cx="344" cy="2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53" name="Line 639"/>
            <p:cNvSpPr>
              <a:spLocks noChangeShapeType="1"/>
            </p:cNvSpPr>
            <p:nvPr/>
          </p:nvSpPr>
          <p:spPr bwMode="auto">
            <a:xfrm>
              <a:off x="5215" y="3365"/>
              <a:ext cx="1" cy="16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54" name="Line 640"/>
            <p:cNvSpPr>
              <a:spLocks noChangeShapeType="1"/>
            </p:cNvSpPr>
            <p:nvPr/>
          </p:nvSpPr>
          <p:spPr bwMode="auto">
            <a:xfrm>
              <a:off x="5559" y="3339"/>
              <a:ext cx="1" cy="171"/>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55" name="Line 641"/>
            <p:cNvSpPr>
              <a:spLocks noChangeShapeType="1"/>
            </p:cNvSpPr>
            <p:nvPr/>
          </p:nvSpPr>
          <p:spPr bwMode="auto">
            <a:xfrm flipH="1">
              <a:off x="5215" y="3510"/>
              <a:ext cx="330" cy="15"/>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56" name="Freeform 642"/>
            <p:cNvSpPr/>
            <p:nvPr/>
          </p:nvSpPr>
          <p:spPr bwMode="auto">
            <a:xfrm>
              <a:off x="3959" y="3259"/>
              <a:ext cx="316" cy="80"/>
            </a:xfrm>
            <a:custGeom>
              <a:avLst/>
              <a:gdLst>
                <a:gd name="T0" fmla="*/ 0 w 298"/>
                <a:gd name="T1" fmla="*/ 0 h 75"/>
                <a:gd name="T2" fmla="*/ 100430 w 298"/>
                <a:gd name="T3" fmla="*/ 33680 h 75"/>
                <a:gd name="T4" fmla="*/ 200859 w 298"/>
                <a:gd name="T5" fmla="*/ 50520 h 75"/>
                <a:gd name="T6" fmla="*/ 0 60000 65536"/>
                <a:gd name="T7" fmla="*/ 0 60000 65536"/>
                <a:gd name="T8" fmla="*/ 0 60000 65536"/>
              </a:gdLst>
              <a:ahLst/>
              <a:cxnLst>
                <a:cxn ang="T6">
                  <a:pos x="T0" y="T1"/>
                </a:cxn>
                <a:cxn ang="T7">
                  <a:pos x="T2" y="T3"/>
                </a:cxn>
                <a:cxn ang="T8">
                  <a:pos x="T4" y="T5"/>
                </a:cxn>
              </a:cxnLst>
              <a:rect l="0" t="0" r="r" b="b"/>
              <a:pathLst>
                <a:path w="298" h="75">
                  <a:moveTo>
                    <a:pt x="0" y="0"/>
                  </a:moveTo>
                  <a:lnTo>
                    <a:pt x="149" y="50"/>
                  </a:lnTo>
                  <a:lnTo>
                    <a:pt x="298" y="75"/>
                  </a:lnTo>
                </a:path>
              </a:pathLst>
            </a:custGeom>
            <a:noFill/>
            <a:ln w="19050">
              <a:solidFill>
                <a:srgbClr val="000000"/>
              </a:solidFill>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600"/>
            </a:p>
          </p:txBody>
        </p:sp>
        <p:sp>
          <p:nvSpPr>
            <p:cNvPr id="57" name="Line 643"/>
            <p:cNvSpPr>
              <a:spLocks noChangeShapeType="1"/>
            </p:cNvSpPr>
            <p:nvPr/>
          </p:nvSpPr>
          <p:spPr bwMode="auto">
            <a:xfrm>
              <a:off x="4275" y="3339"/>
              <a:ext cx="1" cy="159"/>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58" name="Line 644"/>
            <p:cNvSpPr>
              <a:spLocks noChangeShapeType="1"/>
            </p:cNvSpPr>
            <p:nvPr/>
          </p:nvSpPr>
          <p:spPr bwMode="auto">
            <a:xfrm>
              <a:off x="3959" y="3259"/>
              <a:ext cx="1" cy="159"/>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59" name="Freeform 645"/>
            <p:cNvSpPr/>
            <p:nvPr/>
          </p:nvSpPr>
          <p:spPr bwMode="auto">
            <a:xfrm>
              <a:off x="3959" y="3418"/>
              <a:ext cx="303" cy="80"/>
            </a:xfrm>
            <a:custGeom>
              <a:avLst/>
              <a:gdLst>
                <a:gd name="T0" fmla="*/ 0 w 286"/>
                <a:gd name="T1" fmla="*/ 0 h 75"/>
                <a:gd name="T2" fmla="*/ 100471 w 286"/>
                <a:gd name="T3" fmla="*/ 33680 h 75"/>
                <a:gd name="T4" fmla="*/ 192850 w 286"/>
                <a:gd name="T5" fmla="*/ 50520 h 75"/>
                <a:gd name="T6" fmla="*/ 0 60000 65536"/>
                <a:gd name="T7" fmla="*/ 0 60000 65536"/>
                <a:gd name="T8" fmla="*/ 0 60000 65536"/>
              </a:gdLst>
              <a:ahLst/>
              <a:cxnLst>
                <a:cxn ang="T6">
                  <a:pos x="T0" y="T1"/>
                </a:cxn>
                <a:cxn ang="T7">
                  <a:pos x="T2" y="T3"/>
                </a:cxn>
                <a:cxn ang="T8">
                  <a:pos x="T4" y="T5"/>
                </a:cxn>
              </a:cxnLst>
              <a:rect l="0" t="0" r="r" b="b"/>
              <a:pathLst>
                <a:path w="286" h="75">
                  <a:moveTo>
                    <a:pt x="0" y="0"/>
                  </a:moveTo>
                  <a:lnTo>
                    <a:pt x="149" y="50"/>
                  </a:lnTo>
                  <a:lnTo>
                    <a:pt x="286" y="75"/>
                  </a:lnTo>
                </a:path>
              </a:pathLst>
            </a:custGeom>
            <a:noFill/>
            <a:ln w="19050">
              <a:solidFill>
                <a:srgbClr val="000000"/>
              </a:solidFill>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600"/>
            </a:p>
          </p:txBody>
        </p:sp>
        <p:sp>
          <p:nvSpPr>
            <p:cNvPr id="60" name="Freeform 646"/>
            <p:cNvSpPr/>
            <p:nvPr/>
          </p:nvSpPr>
          <p:spPr bwMode="auto">
            <a:xfrm>
              <a:off x="5837" y="3259"/>
              <a:ext cx="317" cy="80"/>
            </a:xfrm>
            <a:custGeom>
              <a:avLst/>
              <a:gdLst>
                <a:gd name="T0" fmla="*/ 200859 w 298"/>
                <a:gd name="T1" fmla="*/ 0 h 75"/>
                <a:gd name="T2" fmla="*/ 100430 w 298"/>
                <a:gd name="T3" fmla="*/ 33680 h 75"/>
                <a:gd name="T4" fmla="*/ 0 w 298"/>
                <a:gd name="T5" fmla="*/ 50520 h 75"/>
                <a:gd name="T6" fmla="*/ 0 60000 65536"/>
                <a:gd name="T7" fmla="*/ 0 60000 65536"/>
                <a:gd name="T8" fmla="*/ 0 60000 65536"/>
              </a:gdLst>
              <a:ahLst/>
              <a:cxnLst>
                <a:cxn ang="T6">
                  <a:pos x="T0" y="T1"/>
                </a:cxn>
                <a:cxn ang="T7">
                  <a:pos x="T2" y="T3"/>
                </a:cxn>
                <a:cxn ang="T8">
                  <a:pos x="T4" y="T5"/>
                </a:cxn>
              </a:cxnLst>
              <a:rect l="0" t="0" r="r" b="b"/>
              <a:pathLst>
                <a:path w="298" h="75">
                  <a:moveTo>
                    <a:pt x="298" y="0"/>
                  </a:moveTo>
                  <a:lnTo>
                    <a:pt x="149" y="50"/>
                  </a:lnTo>
                  <a:lnTo>
                    <a:pt x="0" y="75"/>
                  </a:lnTo>
                </a:path>
              </a:pathLst>
            </a:custGeom>
            <a:noFill/>
            <a:ln w="19050">
              <a:solidFill>
                <a:srgbClr val="000000"/>
              </a:solidFill>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600"/>
            </a:p>
          </p:txBody>
        </p:sp>
        <p:sp>
          <p:nvSpPr>
            <p:cNvPr id="61" name="Line 647"/>
            <p:cNvSpPr>
              <a:spLocks noChangeShapeType="1"/>
            </p:cNvSpPr>
            <p:nvPr/>
          </p:nvSpPr>
          <p:spPr bwMode="auto">
            <a:xfrm>
              <a:off x="5837" y="3339"/>
              <a:ext cx="1" cy="159"/>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62" name="Line 648"/>
            <p:cNvSpPr>
              <a:spLocks noChangeShapeType="1"/>
            </p:cNvSpPr>
            <p:nvPr/>
          </p:nvSpPr>
          <p:spPr bwMode="auto">
            <a:xfrm>
              <a:off x="6154" y="3259"/>
              <a:ext cx="1" cy="159"/>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63" name="Freeform 649"/>
            <p:cNvSpPr/>
            <p:nvPr/>
          </p:nvSpPr>
          <p:spPr bwMode="auto">
            <a:xfrm>
              <a:off x="5850" y="3418"/>
              <a:ext cx="304" cy="80"/>
            </a:xfrm>
            <a:custGeom>
              <a:avLst/>
              <a:gdLst>
                <a:gd name="T0" fmla="*/ 192850 w 286"/>
                <a:gd name="T1" fmla="*/ 0 h 75"/>
                <a:gd name="T2" fmla="*/ 92379 w 286"/>
                <a:gd name="T3" fmla="*/ 33680 h 75"/>
                <a:gd name="T4" fmla="*/ 0 w 286"/>
                <a:gd name="T5" fmla="*/ 50520 h 75"/>
                <a:gd name="T6" fmla="*/ 0 60000 65536"/>
                <a:gd name="T7" fmla="*/ 0 60000 65536"/>
                <a:gd name="T8" fmla="*/ 0 60000 65536"/>
              </a:gdLst>
              <a:ahLst/>
              <a:cxnLst>
                <a:cxn ang="T6">
                  <a:pos x="T0" y="T1"/>
                </a:cxn>
                <a:cxn ang="T7">
                  <a:pos x="T2" y="T3"/>
                </a:cxn>
                <a:cxn ang="T8">
                  <a:pos x="T4" y="T5"/>
                </a:cxn>
              </a:cxnLst>
              <a:rect l="0" t="0" r="r" b="b"/>
              <a:pathLst>
                <a:path w="286" h="75">
                  <a:moveTo>
                    <a:pt x="286" y="0"/>
                  </a:moveTo>
                  <a:lnTo>
                    <a:pt x="137" y="50"/>
                  </a:lnTo>
                  <a:lnTo>
                    <a:pt x="0" y="75"/>
                  </a:lnTo>
                </a:path>
              </a:pathLst>
            </a:custGeom>
            <a:noFill/>
            <a:ln w="19050">
              <a:solidFill>
                <a:srgbClr val="000000"/>
              </a:solidFill>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600"/>
            </a:p>
          </p:txBody>
        </p:sp>
        <p:sp>
          <p:nvSpPr>
            <p:cNvPr id="64" name="Line 650"/>
            <p:cNvSpPr>
              <a:spLocks noChangeShapeType="1"/>
            </p:cNvSpPr>
            <p:nvPr/>
          </p:nvSpPr>
          <p:spPr bwMode="auto">
            <a:xfrm>
              <a:off x="4580" y="3339"/>
              <a:ext cx="344" cy="2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65" name="Line 651"/>
            <p:cNvSpPr>
              <a:spLocks noChangeShapeType="1"/>
            </p:cNvSpPr>
            <p:nvPr/>
          </p:nvSpPr>
          <p:spPr bwMode="auto">
            <a:xfrm>
              <a:off x="4924" y="3365"/>
              <a:ext cx="1" cy="16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66" name="Line 652"/>
            <p:cNvSpPr>
              <a:spLocks noChangeShapeType="1"/>
            </p:cNvSpPr>
            <p:nvPr/>
          </p:nvSpPr>
          <p:spPr bwMode="auto">
            <a:xfrm>
              <a:off x="4580" y="3339"/>
              <a:ext cx="1" cy="171"/>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67" name="Line 653"/>
            <p:cNvSpPr>
              <a:spLocks noChangeShapeType="1"/>
            </p:cNvSpPr>
            <p:nvPr/>
          </p:nvSpPr>
          <p:spPr bwMode="auto">
            <a:xfrm>
              <a:off x="4593" y="3510"/>
              <a:ext cx="331" cy="15"/>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68" name="Rectangle 654"/>
            <p:cNvSpPr>
              <a:spLocks noChangeArrowheads="1"/>
            </p:cNvSpPr>
            <p:nvPr/>
          </p:nvSpPr>
          <p:spPr bwMode="auto">
            <a:xfrm>
              <a:off x="4382" y="3709"/>
              <a:ext cx="225"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Times" panose="02020603050405020304" pitchFamily="18" charset="0"/>
                  <a:ea typeface="Times" panose="02020603050405020304" pitchFamily="18" charset="0"/>
                  <a:cs typeface="Calibri" panose="020F0502020204030204" charset="0"/>
                </a:rPr>
                <a:t>13</a:t>
              </a:r>
              <a:endParaRPr kumimoji="0" lang="en-US" altLang="zh-CN" sz="1600" b="0" i="0" u="none" strike="noStrike" cap="none" normalizeH="0" baseline="0">
                <a:ln>
                  <a:noFill/>
                </a:ln>
                <a:solidFill>
                  <a:schemeClr val="tx1"/>
                </a:solidFill>
                <a:effectLst/>
                <a:latin typeface="Arial" panose="020B0604020202020204" pitchFamily="34" charset="0"/>
              </a:endParaRPr>
            </a:p>
          </p:txBody>
        </p:sp>
        <p:sp>
          <p:nvSpPr>
            <p:cNvPr id="69" name="Rectangle 655"/>
            <p:cNvSpPr>
              <a:spLocks noChangeArrowheads="1"/>
            </p:cNvSpPr>
            <p:nvPr/>
          </p:nvSpPr>
          <p:spPr bwMode="auto">
            <a:xfrm>
              <a:off x="4977" y="3723"/>
              <a:ext cx="226"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Times" panose="02020603050405020304" pitchFamily="18" charset="0"/>
                  <a:ea typeface="Times" panose="02020603050405020304" pitchFamily="18" charset="0"/>
                  <a:cs typeface="Calibri" panose="020F0502020204030204" charset="0"/>
                </a:rPr>
                <a:t>14</a:t>
              </a:r>
              <a:endParaRPr kumimoji="0" lang="en-US" altLang="zh-CN" sz="1600" b="0" i="0" u="none" strike="noStrike" cap="none" normalizeH="0" baseline="0">
                <a:ln>
                  <a:noFill/>
                </a:ln>
                <a:solidFill>
                  <a:schemeClr val="tx1"/>
                </a:solidFill>
                <a:effectLst/>
                <a:latin typeface="Arial" panose="020B0604020202020204" pitchFamily="34" charset="0"/>
              </a:endParaRPr>
            </a:p>
          </p:txBody>
        </p:sp>
        <p:sp>
          <p:nvSpPr>
            <p:cNvPr id="70" name="Rectangle 656"/>
            <p:cNvSpPr>
              <a:spLocks noChangeArrowheads="1"/>
            </p:cNvSpPr>
            <p:nvPr/>
          </p:nvSpPr>
          <p:spPr bwMode="auto">
            <a:xfrm>
              <a:off x="5599" y="3697"/>
              <a:ext cx="225"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Times" panose="02020603050405020304" pitchFamily="18" charset="0"/>
                  <a:ea typeface="Times" panose="02020603050405020304" pitchFamily="18" charset="0"/>
                  <a:cs typeface="Calibri" panose="020F0502020204030204" charset="0"/>
                </a:rPr>
                <a:t>15</a:t>
              </a:r>
              <a:endParaRPr kumimoji="0" lang="en-US" altLang="zh-CN" sz="1600" b="0" i="0" u="none" strike="noStrike" cap="none" normalizeH="0" baseline="0">
                <a:ln>
                  <a:noFill/>
                </a:ln>
                <a:solidFill>
                  <a:schemeClr val="tx1"/>
                </a:solidFill>
                <a:effectLst/>
                <a:latin typeface="Arial" panose="020B0604020202020204" pitchFamily="34" charset="0"/>
              </a:endParaRPr>
            </a:p>
          </p:txBody>
        </p:sp>
        <p:sp>
          <p:nvSpPr>
            <p:cNvPr id="71" name="Rectangle 657"/>
            <p:cNvSpPr>
              <a:spLocks noChangeArrowheads="1"/>
            </p:cNvSpPr>
            <p:nvPr/>
          </p:nvSpPr>
          <p:spPr bwMode="auto">
            <a:xfrm>
              <a:off x="3760" y="3617"/>
              <a:ext cx="225"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Times" panose="02020603050405020304" pitchFamily="18" charset="0"/>
                  <a:ea typeface="Times" panose="02020603050405020304" pitchFamily="18" charset="0"/>
                  <a:cs typeface="Calibri" panose="020F0502020204030204" charset="0"/>
                </a:rPr>
                <a:t>12</a:t>
              </a:r>
              <a:endParaRPr kumimoji="0" lang="en-US" altLang="zh-CN" sz="1600" b="0" i="0" u="none" strike="noStrike" cap="none" normalizeH="0" baseline="0">
                <a:ln>
                  <a:noFill/>
                </a:ln>
                <a:solidFill>
                  <a:schemeClr val="tx1"/>
                </a:solidFill>
                <a:effectLst/>
                <a:latin typeface="Arial" panose="020B0604020202020204" pitchFamily="34" charset="0"/>
              </a:endParaRPr>
            </a:p>
          </p:txBody>
        </p:sp>
        <p:sp>
          <p:nvSpPr>
            <p:cNvPr id="72" name="Line 658"/>
            <p:cNvSpPr>
              <a:spLocks noChangeShapeType="1"/>
            </p:cNvSpPr>
            <p:nvPr/>
          </p:nvSpPr>
          <p:spPr bwMode="auto">
            <a:xfrm flipH="1">
              <a:off x="5215" y="3722"/>
              <a:ext cx="344" cy="27"/>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73" name="Line 659"/>
            <p:cNvSpPr>
              <a:spLocks noChangeShapeType="1"/>
            </p:cNvSpPr>
            <p:nvPr/>
          </p:nvSpPr>
          <p:spPr bwMode="auto">
            <a:xfrm>
              <a:off x="5215" y="3749"/>
              <a:ext cx="1" cy="159"/>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74" name="Line 660"/>
            <p:cNvSpPr>
              <a:spLocks noChangeShapeType="1"/>
            </p:cNvSpPr>
            <p:nvPr/>
          </p:nvSpPr>
          <p:spPr bwMode="auto">
            <a:xfrm>
              <a:off x="5559" y="3722"/>
              <a:ext cx="1" cy="16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75" name="Line 661"/>
            <p:cNvSpPr>
              <a:spLocks noChangeShapeType="1"/>
            </p:cNvSpPr>
            <p:nvPr/>
          </p:nvSpPr>
          <p:spPr bwMode="auto">
            <a:xfrm flipH="1">
              <a:off x="5215" y="3882"/>
              <a:ext cx="330" cy="2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76" name="Freeform 662"/>
            <p:cNvSpPr/>
            <p:nvPr/>
          </p:nvSpPr>
          <p:spPr bwMode="auto">
            <a:xfrm>
              <a:off x="3959" y="3630"/>
              <a:ext cx="316" cy="79"/>
            </a:xfrm>
            <a:custGeom>
              <a:avLst/>
              <a:gdLst>
                <a:gd name="T0" fmla="*/ 0 w 298"/>
                <a:gd name="T1" fmla="*/ 0 h 75"/>
                <a:gd name="T2" fmla="*/ 100430 w 298"/>
                <a:gd name="T3" fmla="*/ 33680 h 75"/>
                <a:gd name="T4" fmla="*/ 200859 w 298"/>
                <a:gd name="T5" fmla="*/ 50520 h 75"/>
                <a:gd name="T6" fmla="*/ 0 60000 65536"/>
                <a:gd name="T7" fmla="*/ 0 60000 65536"/>
                <a:gd name="T8" fmla="*/ 0 60000 65536"/>
              </a:gdLst>
              <a:ahLst/>
              <a:cxnLst>
                <a:cxn ang="T6">
                  <a:pos x="T0" y="T1"/>
                </a:cxn>
                <a:cxn ang="T7">
                  <a:pos x="T2" y="T3"/>
                </a:cxn>
                <a:cxn ang="T8">
                  <a:pos x="T4" y="T5"/>
                </a:cxn>
              </a:cxnLst>
              <a:rect l="0" t="0" r="r" b="b"/>
              <a:pathLst>
                <a:path w="298" h="75">
                  <a:moveTo>
                    <a:pt x="0" y="0"/>
                  </a:moveTo>
                  <a:lnTo>
                    <a:pt x="149" y="50"/>
                  </a:lnTo>
                  <a:lnTo>
                    <a:pt x="298" y="75"/>
                  </a:lnTo>
                </a:path>
              </a:pathLst>
            </a:custGeom>
            <a:noFill/>
            <a:ln w="19050">
              <a:solidFill>
                <a:srgbClr val="000000"/>
              </a:solidFill>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600"/>
            </a:p>
          </p:txBody>
        </p:sp>
        <p:sp>
          <p:nvSpPr>
            <p:cNvPr id="77" name="Line 663"/>
            <p:cNvSpPr>
              <a:spLocks noChangeShapeType="1"/>
            </p:cNvSpPr>
            <p:nvPr/>
          </p:nvSpPr>
          <p:spPr bwMode="auto">
            <a:xfrm>
              <a:off x="4275" y="3709"/>
              <a:ext cx="1" cy="159"/>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78" name="Line 664"/>
            <p:cNvSpPr>
              <a:spLocks noChangeShapeType="1"/>
            </p:cNvSpPr>
            <p:nvPr/>
          </p:nvSpPr>
          <p:spPr bwMode="auto">
            <a:xfrm>
              <a:off x="3959" y="3630"/>
              <a:ext cx="1" cy="173"/>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79" name="Freeform 665"/>
            <p:cNvSpPr/>
            <p:nvPr/>
          </p:nvSpPr>
          <p:spPr bwMode="auto">
            <a:xfrm>
              <a:off x="3959" y="3803"/>
              <a:ext cx="303" cy="65"/>
            </a:xfrm>
            <a:custGeom>
              <a:avLst/>
              <a:gdLst>
                <a:gd name="T0" fmla="*/ 0 w 286"/>
                <a:gd name="T1" fmla="*/ 0 h 62"/>
                <a:gd name="T2" fmla="*/ 100471 w 286"/>
                <a:gd name="T3" fmla="*/ 25300 h 62"/>
                <a:gd name="T4" fmla="*/ 192850 w 286"/>
                <a:gd name="T5" fmla="*/ 41279 h 62"/>
                <a:gd name="T6" fmla="*/ 0 60000 65536"/>
                <a:gd name="T7" fmla="*/ 0 60000 65536"/>
                <a:gd name="T8" fmla="*/ 0 60000 65536"/>
              </a:gdLst>
              <a:ahLst/>
              <a:cxnLst>
                <a:cxn ang="T6">
                  <a:pos x="T0" y="T1"/>
                </a:cxn>
                <a:cxn ang="T7">
                  <a:pos x="T2" y="T3"/>
                </a:cxn>
                <a:cxn ang="T8">
                  <a:pos x="T4" y="T5"/>
                </a:cxn>
              </a:cxnLst>
              <a:rect l="0" t="0" r="r" b="b"/>
              <a:pathLst>
                <a:path w="286" h="62">
                  <a:moveTo>
                    <a:pt x="0" y="0"/>
                  </a:moveTo>
                  <a:lnTo>
                    <a:pt x="149" y="38"/>
                  </a:lnTo>
                  <a:lnTo>
                    <a:pt x="286" y="62"/>
                  </a:lnTo>
                </a:path>
              </a:pathLst>
            </a:custGeom>
            <a:noFill/>
            <a:ln w="19050">
              <a:solidFill>
                <a:srgbClr val="000000"/>
              </a:solidFill>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600"/>
            </a:p>
          </p:txBody>
        </p:sp>
        <p:sp>
          <p:nvSpPr>
            <p:cNvPr id="80" name="Freeform 666"/>
            <p:cNvSpPr/>
            <p:nvPr/>
          </p:nvSpPr>
          <p:spPr bwMode="auto">
            <a:xfrm>
              <a:off x="5837" y="3630"/>
              <a:ext cx="317" cy="79"/>
            </a:xfrm>
            <a:custGeom>
              <a:avLst/>
              <a:gdLst>
                <a:gd name="T0" fmla="*/ 200859 w 298"/>
                <a:gd name="T1" fmla="*/ 0 h 75"/>
                <a:gd name="T2" fmla="*/ 100430 w 298"/>
                <a:gd name="T3" fmla="*/ 33680 h 75"/>
                <a:gd name="T4" fmla="*/ 0 w 298"/>
                <a:gd name="T5" fmla="*/ 50520 h 75"/>
                <a:gd name="T6" fmla="*/ 0 60000 65536"/>
                <a:gd name="T7" fmla="*/ 0 60000 65536"/>
                <a:gd name="T8" fmla="*/ 0 60000 65536"/>
              </a:gdLst>
              <a:ahLst/>
              <a:cxnLst>
                <a:cxn ang="T6">
                  <a:pos x="T0" y="T1"/>
                </a:cxn>
                <a:cxn ang="T7">
                  <a:pos x="T2" y="T3"/>
                </a:cxn>
                <a:cxn ang="T8">
                  <a:pos x="T4" y="T5"/>
                </a:cxn>
              </a:cxnLst>
              <a:rect l="0" t="0" r="r" b="b"/>
              <a:pathLst>
                <a:path w="298" h="75">
                  <a:moveTo>
                    <a:pt x="298" y="0"/>
                  </a:moveTo>
                  <a:lnTo>
                    <a:pt x="149" y="50"/>
                  </a:lnTo>
                  <a:lnTo>
                    <a:pt x="0" y="75"/>
                  </a:lnTo>
                </a:path>
              </a:pathLst>
            </a:custGeom>
            <a:noFill/>
            <a:ln w="19050">
              <a:solidFill>
                <a:srgbClr val="000000"/>
              </a:solidFill>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600"/>
            </a:p>
          </p:txBody>
        </p:sp>
        <p:sp>
          <p:nvSpPr>
            <p:cNvPr id="81" name="Line 667"/>
            <p:cNvSpPr>
              <a:spLocks noChangeShapeType="1"/>
            </p:cNvSpPr>
            <p:nvPr/>
          </p:nvSpPr>
          <p:spPr bwMode="auto">
            <a:xfrm>
              <a:off x="5837" y="3709"/>
              <a:ext cx="1" cy="159"/>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82" name="Line 668"/>
            <p:cNvSpPr>
              <a:spLocks noChangeShapeType="1"/>
            </p:cNvSpPr>
            <p:nvPr/>
          </p:nvSpPr>
          <p:spPr bwMode="auto">
            <a:xfrm>
              <a:off x="6154" y="3630"/>
              <a:ext cx="1" cy="173"/>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83" name="Freeform 669"/>
            <p:cNvSpPr/>
            <p:nvPr/>
          </p:nvSpPr>
          <p:spPr bwMode="auto">
            <a:xfrm>
              <a:off x="5850" y="3803"/>
              <a:ext cx="304" cy="65"/>
            </a:xfrm>
            <a:custGeom>
              <a:avLst/>
              <a:gdLst>
                <a:gd name="T0" fmla="*/ 192850 w 286"/>
                <a:gd name="T1" fmla="*/ 0 h 62"/>
                <a:gd name="T2" fmla="*/ 92379 w 286"/>
                <a:gd name="T3" fmla="*/ 25300 h 62"/>
                <a:gd name="T4" fmla="*/ 0 w 286"/>
                <a:gd name="T5" fmla="*/ 41279 h 62"/>
                <a:gd name="T6" fmla="*/ 0 60000 65536"/>
                <a:gd name="T7" fmla="*/ 0 60000 65536"/>
                <a:gd name="T8" fmla="*/ 0 60000 65536"/>
              </a:gdLst>
              <a:ahLst/>
              <a:cxnLst>
                <a:cxn ang="T6">
                  <a:pos x="T0" y="T1"/>
                </a:cxn>
                <a:cxn ang="T7">
                  <a:pos x="T2" y="T3"/>
                </a:cxn>
                <a:cxn ang="T8">
                  <a:pos x="T4" y="T5"/>
                </a:cxn>
              </a:cxnLst>
              <a:rect l="0" t="0" r="r" b="b"/>
              <a:pathLst>
                <a:path w="286" h="62">
                  <a:moveTo>
                    <a:pt x="286" y="0"/>
                  </a:moveTo>
                  <a:lnTo>
                    <a:pt x="137" y="38"/>
                  </a:lnTo>
                  <a:lnTo>
                    <a:pt x="0" y="62"/>
                  </a:lnTo>
                </a:path>
              </a:pathLst>
            </a:custGeom>
            <a:noFill/>
            <a:ln w="19050">
              <a:solidFill>
                <a:srgbClr val="000000"/>
              </a:solidFill>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600"/>
            </a:p>
          </p:txBody>
        </p:sp>
        <p:sp>
          <p:nvSpPr>
            <p:cNvPr id="84" name="Line 670"/>
            <p:cNvSpPr>
              <a:spLocks noChangeShapeType="1"/>
            </p:cNvSpPr>
            <p:nvPr/>
          </p:nvSpPr>
          <p:spPr bwMode="auto">
            <a:xfrm>
              <a:off x="4580" y="3722"/>
              <a:ext cx="344" cy="27"/>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85" name="Line 671"/>
            <p:cNvSpPr>
              <a:spLocks noChangeShapeType="1"/>
            </p:cNvSpPr>
            <p:nvPr/>
          </p:nvSpPr>
          <p:spPr bwMode="auto">
            <a:xfrm>
              <a:off x="4924" y="3749"/>
              <a:ext cx="1" cy="159"/>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86" name="Line 672"/>
            <p:cNvSpPr>
              <a:spLocks noChangeShapeType="1"/>
            </p:cNvSpPr>
            <p:nvPr/>
          </p:nvSpPr>
          <p:spPr bwMode="auto">
            <a:xfrm>
              <a:off x="4580" y="3722"/>
              <a:ext cx="1" cy="16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87" name="Line 673"/>
            <p:cNvSpPr>
              <a:spLocks noChangeShapeType="1"/>
            </p:cNvSpPr>
            <p:nvPr/>
          </p:nvSpPr>
          <p:spPr bwMode="auto">
            <a:xfrm>
              <a:off x="4593" y="3882"/>
              <a:ext cx="331" cy="2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88" name="Rectangle 674"/>
            <p:cNvSpPr>
              <a:spLocks noChangeArrowheads="1"/>
            </p:cNvSpPr>
            <p:nvPr/>
          </p:nvSpPr>
          <p:spPr bwMode="auto">
            <a:xfrm>
              <a:off x="4367" y="4173"/>
              <a:ext cx="226"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Times" panose="02020603050405020304" pitchFamily="18" charset="0"/>
                  <a:ea typeface="Times" panose="02020603050405020304" pitchFamily="18" charset="0"/>
                  <a:cs typeface="Calibri" panose="020F0502020204030204" charset="0"/>
                </a:rPr>
                <a:t>17</a:t>
              </a:r>
              <a:endParaRPr kumimoji="0" lang="en-US" altLang="zh-CN" sz="1600" b="0" i="0" u="none" strike="noStrike" cap="none" normalizeH="0" baseline="0">
                <a:ln>
                  <a:noFill/>
                </a:ln>
                <a:solidFill>
                  <a:schemeClr val="tx1"/>
                </a:solidFill>
                <a:effectLst/>
                <a:latin typeface="Arial" panose="020B0604020202020204" pitchFamily="34" charset="0"/>
              </a:endParaRPr>
            </a:p>
          </p:txBody>
        </p:sp>
        <p:sp>
          <p:nvSpPr>
            <p:cNvPr id="89" name="Rectangle 675"/>
            <p:cNvSpPr>
              <a:spLocks noChangeArrowheads="1"/>
            </p:cNvSpPr>
            <p:nvPr/>
          </p:nvSpPr>
          <p:spPr bwMode="auto">
            <a:xfrm>
              <a:off x="4963" y="4187"/>
              <a:ext cx="225"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Times" panose="02020603050405020304" pitchFamily="18" charset="0"/>
                  <a:ea typeface="Times" panose="02020603050405020304" pitchFamily="18" charset="0"/>
                  <a:cs typeface="Calibri" panose="020F0502020204030204" charset="0"/>
                </a:rPr>
                <a:t>18</a:t>
              </a:r>
              <a:endParaRPr kumimoji="0" lang="en-US" altLang="zh-CN" sz="1600" b="0" i="0" u="none" strike="noStrike" cap="none" normalizeH="0" baseline="0">
                <a:ln>
                  <a:noFill/>
                </a:ln>
                <a:solidFill>
                  <a:schemeClr val="tx1"/>
                </a:solidFill>
                <a:effectLst/>
                <a:latin typeface="Arial" panose="020B0604020202020204" pitchFamily="34" charset="0"/>
              </a:endParaRPr>
            </a:p>
          </p:txBody>
        </p:sp>
        <p:sp>
          <p:nvSpPr>
            <p:cNvPr id="90" name="Rectangle 676"/>
            <p:cNvSpPr>
              <a:spLocks noChangeArrowheads="1"/>
            </p:cNvSpPr>
            <p:nvPr/>
          </p:nvSpPr>
          <p:spPr bwMode="auto">
            <a:xfrm>
              <a:off x="5519" y="4094"/>
              <a:ext cx="291" cy="15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600"/>
            </a:p>
          </p:txBody>
        </p:sp>
        <p:sp>
          <p:nvSpPr>
            <p:cNvPr id="91" name="Rectangle 678"/>
            <p:cNvSpPr>
              <a:spLocks noChangeArrowheads="1"/>
            </p:cNvSpPr>
            <p:nvPr/>
          </p:nvSpPr>
          <p:spPr bwMode="auto">
            <a:xfrm>
              <a:off x="3760" y="3988"/>
              <a:ext cx="225"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Times" panose="02020603050405020304" pitchFamily="18" charset="0"/>
                  <a:ea typeface="Times" panose="02020603050405020304" pitchFamily="18" charset="0"/>
                  <a:cs typeface="Calibri" panose="020F0502020204030204" charset="0"/>
                </a:rPr>
                <a:t>16</a:t>
              </a:r>
              <a:endParaRPr kumimoji="0" lang="en-US" altLang="zh-CN" sz="1600" b="0" i="0" u="none" strike="noStrike" cap="none" normalizeH="0" baseline="0">
                <a:ln>
                  <a:noFill/>
                </a:ln>
                <a:solidFill>
                  <a:schemeClr val="tx1"/>
                </a:solidFill>
                <a:effectLst/>
                <a:latin typeface="Arial" panose="020B0604020202020204" pitchFamily="34" charset="0"/>
              </a:endParaRPr>
            </a:p>
          </p:txBody>
        </p:sp>
        <p:sp>
          <p:nvSpPr>
            <p:cNvPr id="92" name="Line 679"/>
            <p:cNvSpPr>
              <a:spLocks noChangeShapeType="1"/>
            </p:cNvSpPr>
            <p:nvPr/>
          </p:nvSpPr>
          <p:spPr bwMode="auto">
            <a:xfrm flipH="1">
              <a:off x="5201" y="4186"/>
              <a:ext cx="331" cy="2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93" name="Line 680"/>
            <p:cNvSpPr>
              <a:spLocks noChangeShapeType="1"/>
            </p:cNvSpPr>
            <p:nvPr/>
          </p:nvSpPr>
          <p:spPr bwMode="auto">
            <a:xfrm>
              <a:off x="5201" y="4212"/>
              <a:ext cx="2" cy="16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94" name="Line 681"/>
            <p:cNvSpPr>
              <a:spLocks noChangeShapeType="1"/>
            </p:cNvSpPr>
            <p:nvPr/>
          </p:nvSpPr>
          <p:spPr bwMode="auto">
            <a:xfrm>
              <a:off x="5532" y="4186"/>
              <a:ext cx="1" cy="159"/>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95" name="Line 682"/>
            <p:cNvSpPr>
              <a:spLocks noChangeShapeType="1"/>
            </p:cNvSpPr>
            <p:nvPr/>
          </p:nvSpPr>
          <p:spPr bwMode="auto">
            <a:xfrm flipH="1">
              <a:off x="5201" y="4345"/>
              <a:ext cx="331" cy="27"/>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96" name="Freeform 683"/>
            <p:cNvSpPr/>
            <p:nvPr/>
          </p:nvSpPr>
          <p:spPr bwMode="auto">
            <a:xfrm>
              <a:off x="3959" y="4014"/>
              <a:ext cx="316" cy="80"/>
            </a:xfrm>
            <a:custGeom>
              <a:avLst/>
              <a:gdLst>
                <a:gd name="T0" fmla="*/ 0 w 298"/>
                <a:gd name="T1" fmla="*/ 0 h 75"/>
                <a:gd name="T2" fmla="*/ 100430 w 298"/>
                <a:gd name="T3" fmla="*/ 25597 h 75"/>
                <a:gd name="T4" fmla="*/ 200859 w 298"/>
                <a:gd name="T5" fmla="*/ 50520 h 75"/>
                <a:gd name="T6" fmla="*/ 0 60000 65536"/>
                <a:gd name="T7" fmla="*/ 0 60000 65536"/>
                <a:gd name="T8" fmla="*/ 0 60000 65536"/>
              </a:gdLst>
              <a:ahLst/>
              <a:cxnLst>
                <a:cxn ang="T6">
                  <a:pos x="T0" y="T1"/>
                </a:cxn>
                <a:cxn ang="T7">
                  <a:pos x="T2" y="T3"/>
                </a:cxn>
                <a:cxn ang="T8">
                  <a:pos x="T4" y="T5"/>
                </a:cxn>
              </a:cxnLst>
              <a:rect l="0" t="0" r="r" b="b"/>
              <a:pathLst>
                <a:path w="298" h="75">
                  <a:moveTo>
                    <a:pt x="0" y="0"/>
                  </a:moveTo>
                  <a:lnTo>
                    <a:pt x="149" y="38"/>
                  </a:lnTo>
                  <a:lnTo>
                    <a:pt x="298" y="75"/>
                  </a:lnTo>
                </a:path>
              </a:pathLst>
            </a:custGeom>
            <a:noFill/>
            <a:ln w="19050">
              <a:solidFill>
                <a:srgbClr val="000000"/>
              </a:solidFill>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600"/>
            </a:p>
          </p:txBody>
        </p:sp>
        <p:sp>
          <p:nvSpPr>
            <p:cNvPr id="97" name="Line 684"/>
            <p:cNvSpPr>
              <a:spLocks noChangeShapeType="1"/>
            </p:cNvSpPr>
            <p:nvPr/>
          </p:nvSpPr>
          <p:spPr bwMode="auto">
            <a:xfrm>
              <a:off x="4275" y="4094"/>
              <a:ext cx="1" cy="159"/>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98" name="Line 685"/>
            <p:cNvSpPr>
              <a:spLocks noChangeShapeType="1"/>
            </p:cNvSpPr>
            <p:nvPr/>
          </p:nvSpPr>
          <p:spPr bwMode="auto">
            <a:xfrm>
              <a:off x="3959" y="4014"/>
              <a:ext cx="1" cy="159"/>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99" name="Freeform 686"/>
            <p:cNvSpPr/>
            <p:nvPr/>
          </p:nvSpPr>
          <p:spPr bwMode="auto">
            <a:xfrm>
              <a:off x="3959" y="4173"/>
              <a:ext cx="303" cy="80"/>
            </a:xfrm>
            <a:custGeom>
              <a:avLst/>
              <a:gdLst>
                <a:gd name="T0" fmla="*/ 0 w 286"/>
                <a:gd name="T1" fmla="*/ 0 h 75"/>
                <a:gd name="T2" fmla="*/ 100471 w 286"/>
                <a:gd name="T3" fmla="*/ 33680 h 75"/>
                <a:gd name="T4" fmla="*/ 192850 w 286"/>
                <a:gd name="T5" fmla="*/ 50520 h 75"/>
                <a:gd name="T6" fmla="*/ 0 60000 65536"/>
                <a:gd name="T7" fmla="*/ 0 60000 65536"/>
                <a:gd name="T8" fmla="*/ 0 60000 65536"/>
              </a:gdLst>
              <a:ahLst/>
              <a:cxnLst>
                <a:cxn ang="T6">
                  <a:pos x="T0" y="T1"/>
                </a:cxn>
                <a:cxn ang="T7">
                  <a:pos x="T2" y="T3"/>
                </a:cxn>
                <a:cxn ang="T8">
                  <a:pos x="T4" y="T5"/>
                </a:cxn>
              </a:cxnLst>
              <a:rect l="0" t="0" r="r" b="b"/>
              <a:pathLst>
                <a:path w="286" h="75">
                  <a:moveTo>
                    <a:pt x="0" y="0"/>
                  </a:moveTo>
                  <a:lnTo>
                    <a:pt x="149" y="50"/>
                  </a:lnTo>
                  <a:lnTo>
                    <a:pt x="286" y="75"/>
                  </a:lnTo>
                </a:path>
              </a:pathLst>
            </a:custGeom>
            <a:noFill/>
            <a:ln w="19050">
              <a:solidFill>
                <a:srgbClr val="000000"/>
              </a:solidFill>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600"/>
            </a:p>
          </p:txBody>
        </p:sp>
        <p:sp>
          <p:nvSpPr>
            <p:cNvPr id="100" name="Freeform 687"/>
            <p:cNvSpPr/>
            <p:nvPr/>
          </p:nvSpPr>
          <p:spPr bwMode="auto">
            <a:xfrm>
              <a:off x="5837" y="4014"/>
              <a:ext cx="317" cy="80"/>
            </a:xfrm>
            <a:custGeom>
              <a:avLst/>
              <a:gdLst>
                <a:gd name="T0" fmla="*/ 200859 w 298"/>
                <a:gd name="T1" fmla="*/ 0 h 75"/>
                <a:gd name="T2" fmla="*/ 100430 w 298"/>
                <a:gd name="T3" fmla="*/ 25597 h 75"/>
                <a:gd name="T4" fmla="*/ 0 w 298"/>
                <a:gd name="T5" fmla="*/ 50520 h 75"/>
                <a:gd name="T6" fmla="*/ 0 60000 65536"/>
                <a:gd name="T7" fmla="*/ 0 60000 65536"/>
                <a:gd name="T8" fmla="*/ 0 60000 65536"/>
              </a:gdLst>
              <a:ahLst/>
              <a:cxnLst>
                <a:cxn ang="T6">
                  <a:pos x="T0" y="T1"/>
                </a:cxn>
                <a:cxn ang="T7">
                  <a:pos x="T2" y="T3"/>
                </a:cxn>
                <a:cxn ang="T8">
                  <a:pos x="T4" y="T5"/>
                </a:cxn>
              </a:cxnLst>
              <a:rect l="0" t="0" r="r" b="b"/>
              <a:pathLst>
                <a:path w="298" h="75">
                  <a:moveTo>
                    <a:pt x="298" y="0"/>
                  </a:moveTo>
                  <a:lnTo>
                    <a:pt x="149" y="38"/>
                  </a:lnTo>
                  <a:lnTo>
                    <a:pt x="0" y="75"/>
                  </a:lnTo>
                </a:path>
              </a:pathLst>
            </a:custGeom>
            <a:noFill/>
            <a:ln w="19050">
              <a:solidFill>
                <a:srgbClr val="000000"/>
              </a:solidFill>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600"/>
            </a:p>
          </p:txBody>
        </p:sp>
        <p:sp>
          <p:nvSpPr>
            <p:cNvPr id="101" name="Line 688"/>
            <p:cNvSpPr>
              <a:spLocks noChangeShapeType="1"/>
            </p:cNvSpPr>
            <p:nvPr/>
          </p:nvSpPr>
          <p:spPr bwMode="auto">
            <a:xfrm>
              <a:off x="5837" y="4094"/>
              <a:ext cx="1" cy="159"/>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102" name="Line 689"/>
            <p:cNvSpPr>
              <a:spLocks noChangeShapeType="1"/>
            </p:cNvSpPr>
            <p:nvPr/>
          </p:nvSpPr>
          <p:spPr bwMode="auto">
            <a:xfrm>
              <a:off x="6154" y="4014"/>
              <a:ext cx="1" cy="159"/>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103" name="Freeform 690"/>
            <p:cNvSpPr/>
            <p:nvPr/>
          </p:nvSpPr>
          <p:spPr bwMode="auto">
            <a:xfrm>
              <a:off x="5850" y="4173"/>
              <a:ext cx="304" cy="80"/>
            </a:xfrm>
            <a:custGeom>
              <a:avLst/>
              <a:gdLst>
                <a:gd name="T0" fmla="*/ 192850 w 286"/>
                <a:gd name="T1" fmla="*/ 0 h 75"/>
                <a:gd name="T2" fmla="*/ 92379 w 286"/>
                <a:gd name="T3" fmla="*/ 33680 h 75"/>
                <a:gd name="T4" fmla="*/ 0 w 286"/>
                <a:gd name="T5" fmla="*/ 50520 h 75"/>
                <a:gd name="T6" fmla="*/ 0 60000 65536"/>
                <a:gd name="T7" fmla="*/ 0 60000 65536"/>
                <a:gd name="T8" fmla="*/ 0 60000 65536"/>
              </a:gdLst>
              <a:ahLst/>
              <a:cxnLst>
                <a:cxn ang="T6">
                  <a:pos x="T0" y="T1"/>
                </a:cxn>
                <a:cxn ang="T7">
                  <a:pos x="T2" y="T3"/>
                </a:cxn>
                <a:cxn ang="T8">
                  <a:pos x="T4" y="T5"/>
                </a:cxn>
              </a:cxnLst>
              <a:rect l="0" t="0" r="r" b="b"/>
              <a:pathLst>
                <a:path w="286" h="75">
                  <a:moveTo>
                    <a:pt x="286" y="0"/>
                  </a:moveTo>
                  <a:lnTo>
                    <a:pt x="137" y="50"/>
                  </a:lnTo>
                  <a:lnTo>
                    <a:pt x="0" y="75"/>
                  </a:lnTo>
                </a:path>
              </a:pathLst>
            </a:custGeom>
            <a:noFill/>
            <a:ln w="19050">
              <a:solidFill>
                <a:srgbClr val="000000"/>
              </a:solidFill>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600"/>
            </a:p>
          </p:txBody>
        </p:sp>
        <p:sp>
          <p:nvSpPr>
            <p:cNvPr id="104" name="Line 691"/>
            <p:cNvSpPr>
              <a:spLocks noChangeShapeType="1"/>
            </p:cNvSpPr>
            <p:nvPr/>
          </p:nvSpPr>
          <p:spPr bwMode="auto">
            <a:xfrm>
              <a:off x="4566" y="4186"/>
              <a:ext cx="345" cy="2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105" name="Line 692"/>
            <p:cNvSpPr>
              <a:spLocks noChangeShapeType="1"/>
            </p:cNvSpPr>
            <p:nvPr/>
          </p:nvSpPr>
          <p:spPr bwMode="auto">
            <a:xfrm>
              <a:off x="4911" y="4212"/>
              <a:ext cx="1" cy="16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106" name="Line 693"/>
            <p:cNvSpPr>
              <a:spLocks noChangeShapeType="1"/>
            </p:cNvSpPr>
            <p:nvPr/>
          </p:nvSpPr>
          <p:spPr bwMode="auto">
            <a:xfrm>
              <a:off x="4566" y="4186"/>
              <a:ext cx="1" cy="159"/>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107" name="Line 694"/>
            <p:cNvSpPr>
              <a:spLocks noChangeShapeType="1"/>
            </p:cNvSpPr>
            <p:nvPr/>
          </p:nvSpPr>
          <p:spPr bwMode="auto">
            <a:xfrm>
              <a:off x="4580" y="4345"/>
              <a:ext cx="331" cy="27"/>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108" name="Rectangle 695"/>
            <p:cNvSpPr>
              <a:spLocks noChangeArrowheads="1"/>
            </p:cNvSpPr>
            <p:nvPr/>
          </p:nvSpPr>
          <p:spPr bwMode="auto">
            <a:xfrm>
              <a:off x="4367" y="4544"/>
              <a:ext cx="226"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Times" panose="02020603050405020304" pitchFamily="18" charset="0"/>
                  <a:ea typeface="Times" panose="02020603050405020304" pitchFamily="18" charset="0"/>
                  <a:cs typeface="Calibri" panose="020F0502020204030204" charset="0"/>
                </a:rPr>
                <a:t>21</a:t>
              </a:r>
              <a:endParaRPr kumimoji="0" lang="en-US" altLang="zh-CN" sz="1600" b="0" i="0" u="none" strike="noStrike" cap="none" normalizeH="0" baseline="0">
                <a:ln>
                  <a:noFill/>
                </a:ln>
                <a:solidFill>
                  <a:schemeClr val="tx1"/>
                </a:solidFill>
                <a:effectLst/>
                <a:latin typeface="Arial" panose="020B0604020202020204" pitchFamily="34" charset="0"/>
              </a:endParaRPr>
            </a:p>
          </p:txBody>
        </p:sp>
        <p:sp>
          <p:nvSpPr>
            <p:cNvPr id="109" name="Rectangle 696"/>
            <p:cNvSpPr>
              <a:spLocks noChangeArrowheads="1"/>
            </p:cNvSpPr>
            <p:nvPr/>
          </p:nvSpPr>
          <p:spPr bwMode="auto">
            <a:xfrm>
              <a:off x="4963" y="4571"/>
              <a:ext cx="225"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Times" panose="02020603050405020304" pitchFamily="18" charset="0"/>
                  <a:ea typeface="Times" panose="02020603050405020304" pitchFamily="18" charset="0"/>
                  <a:cs typeface="Calibri" panose="020F0502020204030204" charset="0"/>
                </a:rPr>
                <a:t>22</a:t>
              </a:r>
              <a:endParaRPr kumimoji="0" lang="en-US" altLang="zh-CN" sz="1600" b="0" i="0" u="none" strike="noStrike" cap="none" normalizeH="0" baseline="0">
                <a:ln>
                  <a:noFill/>
                </a:ln>
                <a:solidFill>
                  <a:schemeClr val="tx1"/>
                </a:solidFill>
                <a:effectLst/>
                <a:latin typeface="Arial" panose="020B0604020202020204" pitchFamily="34" charset="0"/>
              </a:endParaRPr>
            </a:p>
          </p:txBody>
        </p:sp>
        <p:sp>
          <p:nvSpPr>
            <p:cNvPr id="110" name="Rectangle 697"/>
            <p:cNvSpPr>
              <a:spLocks noChangeArrowheads="1"/>
            </p:cNvSpPr>
            <p:nvPr/>
          </p:nvSpPr>
          <p:spPr bwMode="auto">
            <a:xfrm>
              <a:off x="5599" y="4438"/>
              <a:ext cx="225"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Times" panose="02020603050405020304" pitchFamily="18" charset="0"/>
                  <a:ea typeface="Times" panose="02020603050405020304" pitchFamily="18" charset="0"/>
                  <a:cs typeface="Calibri" panose="020F0502020204030204" charset="0"/>
                </a:rPr>
                <a:t>23</a:t>
              </a:r>
              <a:endParaRPr kumimoji="0" lang="en-US" altLang="zh-CN" sz="1600" b="0" i="0" u="none" strike="noStrike" cap="none" normalizeH="0" baseline="0">
                <a:ln>
                  <a:noFill/>
                </a:ln>
                <a:solidFill>
                  <a:schemeClr val="tx1"/>
                </a:solidFill>
                <a:effectLst/>
                <a:latin typeface="Arial" panose="020B0604020202020204" pitchFamily="34" charset="0"/>
              </a:endParaRPr>
            </a:p>
          </p:txBody>
        </p:sp>
        <p:sp>
          <p:nvSpPr>
            <p:cNvPr id="111" name="Rectangle 698"/>
            <p:cNvSpPr>
              <a:spLocks noChangeArrowheads="1"/>
            </p:cNvSpPr>
            <p:nvPr/>
          </p:nvSpPr>
          <p:spPr bwMode="auto">
            <a:xfrm>
              <a:off x="3760" y="4359"/>
              <a:ext cx="225"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Times" panose="02020603050405020304" pitchFamily="18" charset="0"/>
                  <a:ea typeface="Times" panose="02020603050405020304" pitchFamily="18" charset="0"/>
                  <a:cs typeface="Calibri" panose="020F0502020204030204" charset="0"/>
                </a:rPr>
                <a:t>20</a:t>
              </a:r>
              <a:endParaRPr kumimoji="0" lang="en-US" altLang="zh-CN" sz="1600" b="0" i="0" u="none" strike="noStrike" cap="none" normalizeH="0" baseline="0">
                <a:ln>
                  <a:noFill/>
                </a:ln>
                <a:solidFill>
                  <a:schemeClr val="tx1"/>
                </a:solidFill>
                <a:effectLst/>
                <a:latin typeface="Arial" panose="020B0604020202020204" pitchFamily="34" charset="0"/>
              </a:endParaRPr>
            </a:p>
          </p:txBody>
        </p:sp>
        <p:sp>
          <p:nvSpPr>
            <p:cNvPr id="112" name="Line 699"/>
            <p:cNvSpPr>
              <a:spLocks noChangeShapeType="1"/>
            </p:cNvSpPr>
            <p:nvPr/>
          </p:nvSpPr>
          <p:spPr bwMode="auto">
            <a:xfrm flipH="1">
              <a:off x="5201" y="4556"/>
              <a:ext cx="331" cy="28"/>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113" name="Line 700"/>
            <p:cNvSpPr>
              <a:spLocks noChangeShapeType="1"/>
            </p:cNvSpPr>
            <p:nvPr/>
          </p:nvSpPr>
          <p:spPr bwMode="auto">
            <a:xfrm>
              <a:off x="5201" y="4584"/>
              <a:ext cx="2" cy="171"/>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114" name="Line 701"/>
            <p:cNvSpPr>
              <a:spLocks noChangeShapeType="1"/>
            </p:cNvSpPr>
            <p:nvPr/>
          </p:nvSpPr>
          <p:spPr bwMode="auto">
            <a:xfrm>
              <a:off x="5532" y="4556"/>
              <a:ext cx="1" cy="173"/>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115" name="Line 702"/>
            <p:cNvSpPr>
              <a:spLocks noChangeShapeType="1"/>
            </p:cNvSpPr>
            <p:nvPr/>
          </p:nvSpPr>
          <p:spPr bwMode="auto">
            <a:xfrm flipH="1">
              <a:off x="5201" y="4729"/>
              <a:ext cx="331" cy="2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116" name="Freeform 703"/>
            <p:cNvSpPr/>
            <p:nvPr/>
          </p:nvSpPr>
          <p:spPr bwMode="auto">
            <a:xfrm>
              <a:off x="3959" y="4385"/>
              <a:ext cx="316" cy="79"/>
            </a:xfrm>
            <a:custGeom>
              <a:avLst/>
              <a:gdLst>
                <a:gd name="T0" fmla="*/ 0 w 298"/>
                <a:gd name="T1" fmla="*/ 0 h 75"/>
                <a:gd name="T2" fmla="*/ 100430 w 298"/>
                <a:gd name="T3" fmla="*/ 33680 h 75"/>
                <a:gd name="T4" fmla="*/ 200859 w 298"/>
                <a:gd name="T5" fmla="*/ 50520 h 75"/>
                <a:gd name="T6" fmla="*/ 0 60000 65536"/>
                <a:gd name="T7" fmla="*/ 0 60000 65536"/>
                <a:gd name="T8" fmla="*/ 0 60000 65536"/>
              </a:gdLst>
              <a:ahLst/>
              <a:cxnLst>
                <a:cxn ang="T6">
                  <a:pos x="T0" y="T1"/>
                </a:cxn>
                <a:cxn ang="T7">
                  <a:pos x="T2" y="T3"/>
                </a:cxn>
                <a:cxn ang="T8">
                  <a:pos x="T4" y="T5"/>
                </a:cxn>
              </a:cxnLst>
              <a:rect l="0" t="0" r="r" b="b"/>
              <a:pathLst>
                <a:path w="298" h="75">
                  <a:moveTo>
                    <a:pt x="0" y="0"/>
                  </a:moveTo>
                  <a:lnTo>
                    <a:pt x="149" y="50"/>
                  </a:lnTo>
                  <a:lnTo>
                    <a:pt x="298" y="75"/>
                  </a:lnTo>
                </a:path>
              </a:pathLst>
            </a:custGeom>
            <a:noFill/>
            <a:ln w="19050">
              <a:solidFill>
                <a:srgbClr val="000000"/>
              </a:solidFill>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600"/>
            </a:p>
          </p:txBody>
        </p:sp>
        <p:sp>
          <p:nvSpPr>
            <p:cNvPr id="117" name="Line 704"/>
            <p:cNvSpPr>
              <a:spLocks noChangeShapeType="1"/>
            </p:cNvSpPr>
            <p:nvPr/>
          </p:nvSpPr>
          <p:spPr bwMode="auto">
            <a:xfrm>
              <a:off x="4275" y="4464"/>
              <a:ext cx="1" cy="158"/>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118" name="Line 705"/>
            <p:cNvSpPr>
              <a:spLocks noChangeShapeType="1"/>
            </p:cNvSpPr>
            <p:nvPr/>
          </p:nvSpPr>
          <p:spPr bwMode="auto">
            <a:xfrm>
              <a:off x="3959" y="4385"/>
              <a:ext cx="1" cy="159"/>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119" name="Freeform 706"/>
            <p:cNvSpPr/>
            <p:nvPr/>
          </p:nvSpPr>
          <p:spPr bwMode="auto">
            <a:xfrm>
              <a:off x="3959" y="4544"/>
              <a:ext cx="303" cy="78"/>
            </a:xfrm>
            <a:custGeom>
              <a:avLst/>
              <a:gdLst>
                <a:gd name="T0" fmla="*/ 0 w 286"/>
                <a:gd name="T1" fmla="*/ 0 h 74"/>
                <a:gd name="T2" fmla="*/ 100471 w 286"/>
                <a:gd name="T3" fmla="*/ 33045 h 74"/>
                <a:gd name="T4" fmla="*/ 192850 w 286"/>
                <a:gd name="T5" fmla="*/ 49904 h 74"/>
                <a:gd name="T6" fmla="*/ 0 60000 65536"/>
                <a:gd name="T7" fmla="*/ 0 60000 65536"/>
                <a:gd name="T8" fmla="*/ 0 60000 65536"/>
              </a:gdLst>
              <a:ahLst/>
              <a:cxnLst>
                <a:cxn ang="T6">
                  <a:pos x="T0" y="T1"/>
                </a:cxn>
                <a:cxn ang="T7">
                  <a:pos x="T2" y="T3"/>
                </a:cxn>
                <a:cxn ang="T8">
                  <a:pos x="T4" y="T5"/>
                </a:cxn>
              </a:cxnLst>
              <a:rect l="0" t="0" r="r" b="b"/>
              <a:pathLst>
                <a:path w="286" h="74">
                  <a:moveTo>
                    <a:pt x="0" y="0"/>
                  </a:moveTo>
                  <a:lnTo>
                    <a:pt x="149" y="49"/>
                  </a:lnTo>
                  <a:lnTo>
                    <a:pt x="286" y="74"/>
                  </a:lnTo>
                </a:path>
              </a:pathLst>
            </a:custGeom>
            <a:noFill/>
            <a:ln w="19050">
              <a:solidFill>
                <a:srgbClr val="000000"/>
              </a:solidFill>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600"/>
            </a:p>
          </p:txBody>
        </p:sp>
        <p:sp>
          <p:nvSpPr>
            <p:cNvPr id="120" name="Freeform 707"/>
            <p:cNvSpPr/>
            <p:nvPr/>
          </p:nvSpPr>
          <p:spPr bwMode="auto">
            <a:xfrm>
              <a:off x="5837" y="4385"/>
              <a:ext cx="317" cy="79"/>
            </a:xfrm>
            <a:custGeom>
              <a:avLst/>
              <a:gdLst>
                <a:gd name="T0" fmla="*/ 200859 w 298"/>
                <a:gd name="T1" fmla="*/ 0 h 75"/>
                <a:gd name="T2" fmla="*/ 100430 w 298"/>
                <a:gd name="T3" fmla="*/ 33680 h 75"/>
                <a:gd name="T4" fmla="*/ 0 w 298"/>
                <a:gd name="T5" fmla="*/ 50520 h 75"/>
                <a:gd name="T6" fmla="*/ 0 60000 65536"/>
                <a:gd name="T7" fmla="*/ 0 60000 65536"/>
                <a:gd name="T8" fmla="*/ 0 60000 65536"/>
              </a:gdLst>
              <a:ahLst/>
              <a:cxnLst>
                <a:cxn ang="T6">
                  <a:pos x="T0" y="T1"/>
                </a:cxn>
                <a:cxn ang="T7">
                  <a:pos x="T2" y="T3"/>
                </a:cxn>
                <a:cxn ang="T8">
                  <a:pos x="T4" y="T5"/>
                </a:cxn>
              </a:cxnLst>
              <a:rect l="0" t="0" r="r" b="b"/>
              <a:pathLst>
                <a:path w="298" h="75">
                  <a:moveTo>
                    <a:pt x="298" y="0"/>
                  </a:moveTo>
                  <a:lnTo>
                    <a:pt x="149" y="50"/>
                  </a:lnTo>
                  <a:lnTo>
                    <a:pt x="0" y="75"/>
                  </a:lnTo>
                </a:path>
              </a:pathLst>
            </a:custGeom>
            <a:noFill/>
            <a:ln w="19050">
              <a:solidFill>
                <a:srgbClr val="000000"/>
              </a:solidFill>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600"/>
            </a:p>
          </p:txBody>
        </p:sp>
        <p:sp>
          <p:nvSpPr>
            <p:cNvPr id="121" name="Line 708"/>
            <p:cNvSpPr>
              <a:spLocks noChangeShapeType="1"/>
            </p:cNvSpPr>
            <p:nvPr/>
          </p:nvSpPr>
          <p:spPr bwMode="auto">
            <a:xfrm>
              <a:off x="5837" y="4464"/>
              <a:ext cx="1" cy="158"/>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122" name="Line 709"/>
            <p:cNvSpPr>
              <a:spLocks noChangeShapeType="1"/>
            </p:cNvSpPr>
            <p:nvPr/>
          </p:nvSpPr>
          <p:spPr bwMode="auto">
            <a:xfrm>
              <a:off x="6154" y="4385"/>
              <a:ext cx="1" cy="159"/>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123" name="Freeform 710"/>
            <p:cNvSpPr/>
            <p:nvPr/>
          </p:nvSpPr>
          <p:spPr bwMode="auto">
            <a:xfrm>
              <a:off x="5850" y="4544"/>
              <a:ext cx="304" cy="78"/>
            </a:xfrm>
            <a:custGeom>
              <a:avLst/>
              <a:gdLst>
                <a:gd name="T0" fmla="*/ 192850 w 286"/>
                <a:gd name="T1" fmla="*/ 0 h 74"/>
                <a:gd name="T2" fmla="*/ 92379 w 286"/>
                <a:gd name="T3" fmla="*/ 33045 h 74"/>
                <a:gd name="T4" fmla="*/ 0 w 286"/>
                <a:gd name="T5" fmla="*/ 49904 h 74"/>
                <a:gd name="T6" fmla="*/ 0 60000 65536"/>
                <a:gd name="T7" fmla="*/ 0 60000 65536"/>
                <a:gd name="T8" fmla="*/ 0 60000 65536"/>
              </a:gdLst>
              <a:ahLst/>
              <a:cxnLst>
                <a:cxn ang="T6">
                  <a:pos x="T0" y="T1"/>
                </a:cxn>
                <a:cxn ang="T7">
                  <a:pos x="T2" y="T3"/>
                </a:cxn>
                <a:cxn ang="T8">
                  <a:pos x="T4" y="T5"/>
                </a:cxn>
              </a:cxnLst>
              <a:rect l="0" t="0" r="r" b="b"/>
              <a:pathLst>
                <a:path w="286" h="74">
                  <a:moveTo>
                    <a:pt x="286" y="0"/>
                  </a:moveTo>
                  <a:lnTo>
                    <a:pt x="137" y="49"/>
                  </a:lnTo>
                  <a:lnTo>
                    <a:pt x="0" y="74"/>
                  </a:lnTo>
                </a:path>
              </a:pathLst>
            </a:custGeom>
            <a:noFill/>
            <a:ln w="19050">
              <a:solidFill>
                <a:srgbClr val="000000"/>
              </a:solidFill>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600"/>
            </a:p>
          </p:txBody>
        </p:sp>
        <p:sp>
          <p:nvSpPr>
            <p:cNvPr id="124" name="Line 711"/>
            <p:cNvSpPr>
              <a:spLocks noChangeShapeType="1"/>
            </p:cNvSpPr>
            <p:nvPr/>
          </p:nvSpPr>
          <p:spPr bwMode="auto">
            <a:xfrm>
              <a:off x="4566" y="4556"/>
              <a:ext cx="345" cy="28"/>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125" name="Line 712"/>
            <p:cNvSpPr>
              <a:spLocks noChangeShapeType="1"/>
            </p:cNvSpPr>
            <p:nvPr/>
          </p:nvSpPr>
          <p:spPr bwMode="auto">
            <a:xfrm>
              <a:off x="4911" y="4584"/>
              <a:ext cx="1" cy="171"/>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126" name="Line 713"/>
            <p:cNvSpPr>
              <a:spLocks noChangeShapeType="1"/>
            </p:cNvSpPr>
            <p:nvPr/>
          </p:nvSpPr>
          <p:spPr bwMode="auto">
            <a:xfrm>
              <a:off x="4566" y="4556"/>
              <a:ext cx="1" cy="173"/>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127" name="Line 714"/>
            <p:cNvSpPr>
              <a:spLocks noChangeShapeType="1"/>
            </p:cNvSpPr>
            <p:nvPr/>
          </p:nvSpPr>
          <p:spPr bwMode="auto">
            <a:xfrm>
              <a:off x="4580" y="4729"/>
              <a:ext cx="331" cy="2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128" name="Rectangle 715"/>
            <p:cNvSpPr>
              <a:spLocks noChangeArrowheads="1"/>
            </p:cNvSpPr>
            <p:nvPr/>
          </p:nvSpPr>
          <p:spPr bwMode="auto">
            <a:xfrm>
              <a:off x="4367" y="4928"/>
              <a:ext cx="226"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Times" panose="02020603050405020304" pitchFamily="18" charset="0"/>
                  <a:ea typeface="Times" panose="02020603050405020304" pitchFamily="18" charset="0"/>
                  <a:cs typeface="Calibri" panose="020F0502020204030204" charset="0"/>
                </a:rPr>
                <a:t>25</a:t>
              </a:r>
              <a:endParaRPr kumimoji="0" lang="en-US" altLang="zh-CN" sz="1600" b="0" i="0" u="none" strike="noStrike" cap="none" normalizeH="0" baseline="0">
                <a:ln>
                  <a:noFill/>
                </a:ln>
                <a:solidFill>
                  <a:schemeClr val="tx1"/>
                </a:solidFill>
                <a:effectLst/>
                <a:latin typeface="Arial" panose="020B0604020202020204" pitchFamily="34" charset="0"/>
              </a:endParaRPr>
            </a:p>
          </p:txBody>
        </p:sp>
        <p:sp>
          <p:nvSpPr>
            <p:cNvPr id="129" name="Rectangle 716"/>
            <p:cNvSpPr>
              <a:spLocks noChangeArrowheads="1"/>
            </p:cNvSpPr>
            <p:nvPr/>
          </p:nvSpPr>
          <p:spPr bwMode="auto">
            <a:xfrm>
              <a:off x="4989" y="4995"/>
              <a:ext cx="226"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Times" panose="02020603050405020304" pitchFamily="18" charset="0"/>
                  <a:ea typeface="Times" panose="02020603050405020304" pitchFamily="18" charset="0"/>
                  <a:cs typeface="Calibri" panose="020F0502020204030204" charset="0"/>
                </a:rPr>
                <a:t>26</a:t>
              </a:r>
              <a:endParaRPr kumimoji="0" lang="en-US" altLang="zh-CN" sz="1600" b="0" i="0" u="none" strike="noStrike" cap="none" normalizeH="0" baseline="0">
                <a:ln>
                  <a:noFill/>
                </a:ln>
                <a:solidFill>
                  <a:schemeClr val="tx1"/>
                </a:solidFill>
                <a:effectLst/>
                <a:latin typeface="Arial" panose="020B0604020202020204" pitchFamily="34" charset="0"/>
              </a:endParaRPr>
            </a:p>
          </p:txBody>
        </p:sp>
        <p:sp>
          <p:nvSpPr>
            <p:cNvPr id="130" name="Rectangle 717"/>
            <p:cNvSpPr>
              <a:spLocks noChangeArrowheads="1"/>
            </p:cNvSpPr>
            <p:nvPr/>
          </p:nvSpPr>
          <p:spPr bwMode="auto">
            <a:xfrm>
              <a:off x="5638" y="4822"/>
              <a:ext cx="225"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Times" panose="02020603050405020304" pitchFamily="18" charset="0"/>
                  <a:ea typeface="Times" panose="02020603050405020304" pitchFamily="18" charset="0"/>
                  <a:cs typeface="Calibri" panose="020F0502020204030204" charset="0"/>
                </a:rPr>
                <a:t>27</a:t>
              </a:r>
              <a:endParaRPr kumimoji="0" lang="en-US" altLang="zh-CN" sz="1600" b="0" i="0" u="none" strike="noStrike" cap="none" normalizeH="0" baseline="0">
                <a:ln>
                  <a:noFill/>
                </a:ln>
                <a:solidFill>
                  <a:schemeClr val="tx1"/>
                </a:solidFill>
                <a:effectLst/>
                <a:latin typeface="Arial" panose="020B0604020202020204" pitchFamily="34" charset="0"/>
              </a:endParaRPr>
            </a:p>
          </p:txBody>
        </p:sp>
        <p:sp>
          <p:nvSpPr>
            <p:cNvPr id="131" name="Rectangle 718"/>
            <p:cNvSpPr>
              <a:spLocks noChangeArrowheads="1"/>
            </p:cNvSpPr>
            <p:nvPr/>
          </p:nvSpPr>
          <p:spPr bwMode="auto">
            <a:xfrm>
              <a:off x="3760" y="4743"/>
              <a:ext cx="225"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Times" panose="02020603050405020304" pitchFamily="18" charset="0"/>
                  <a:ea typeface="Times" panose="02020603050405020304" pitchFamily="18" charset="0"/>
                  <a:cs typeface="Calibri" panose="020F0502020204030204" charset="0"/>
                </a:rPr>
                <a:t>24</a:t>
              </a:r>
              <a:endParaRPr kumimoji="0" lang="en-US" altLang="zh-CN" sz="1600" b="0" i="0" u="none" strike="noStrike" cap="none" normalizeH="0" baseline="0">
                <a:ln>
                  <a:noFill/>
                </a:ln>
                <a:solidFill>
                  <a:schemeClr val="tx1"/>
                </a:solidFill>
                <a:effectLst/>
                <a:latin typeface="Arial" panose="020B0604020202020204" pitchFamily="34" charset="0"/>
              </a:endParaRPr>
            </a:p>
          </p:txBody>
        </p:sp>
        <p:sp>
          <p:nvSpPr>
            <p:cNvPr id="132" name="Line 719"/>
            <p:cNvSpPr>
              <a:spLocks noChangeShapeType="1"/>
            </p:cNvSpPr>
            <p:nvPr/>
          </p:nvSpPr>
          <p:spPr bwMode="auto">
            <a:xfrm flipH="1">
              <a:off x="5201" y="4941"/>
              <a:ext cx="331" cy="2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133" name="Line 720"/>
            <p:cNvSpPr>
              <a:spLocks noChangeShapeType="1"/>
            </p:cNvSpPr>
            <p:nvPr/>
          </p:nvSpPr>
          <p:spPr bwMode="auto">
            <a:xfrm>
              <a:off x="5201" y="4967"/>
              <a:ext cx="2" cy="16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134" name="Line 721"/>
            <p:cNvSpPr>
              <a:spLocks noChangeShapeType="1"/>
            </p:cNvSpPr>
            <p:nvPr/>
          </p:nvSpPr>
          <p:spPr bwMode="auto">
            <a:xfrm>
              <a:off x="5532" y="4941"/>
              <a:ext cx="1" cy="159"/>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135" name="Line 722"/>
            <p:cNvSpPr>
              <a:spLocks noChangeShapeType="1"/>
            </p:cNvSpPr>
            <p:nvPr/>
          </p:nvSpPr>
          <p:spPr bwMode="auto">
            <a:xfrm flipH="1">
              <a:off x="5201" y="5100"/>
              <a:ext cx="331" cy="27"/>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136" name="Freeform 723"/>
            <p:cNvSpPr/>
            <p:nvPr/>
          </p:nvSpPr>
          <p:spPr bwMode="auto">
            <a:xfrm>
              <a:off x="3959" y="4768"/>
              <a:ext cx="316" cy="67"/>
            </a:xfrm>
            <a:custGeom>
              <a:avLst/>
              <a:gdLst>
                <a:gd name="T0" fmla="*/ 0 w 298"/>
                <a:gd name="T1" fmla="*/ 0 h 63"/>
                <a:gd name="T2" fmla="*/ 100430 w 298"/>
                <a:gd name="T3" fmla="*/ 25642 h 63"/>
                <a:gd name="T4" fmla="*/ 200859 w 298"/>
                <a:gd name="T5" fmla="*/ 42511 h 63"/>
                <a:gd name="T6" fmla="*/ 0 60000 65536"/>
                <a:gd name="T7" fmla="*/ 0 60000 65536"/>
                <a:gd name="T8" fmla="*/ 0 60000 65536"/>
              </a:gdLst>
              <a:ahLst/>
              <a:cxnLst>
                <a:cxn ang="T6">
                  <a:pos x="T0" y="T1"/>
                </a:cxn>
                <a:cxn ang="T7">
                  <a:pos x="T2" y="T3"/>
                </a:cxn>
                <a:cxn ang="T8">
                  <a:pos x="T4" y="T5"/>
                </a:cxn>
              </a:cxnLst>
              <a:rect l="0" t="0" r="r" b="b"/>
              <a:pathLst>
                <a:path w="298" h="63">
                  <a:moveTo>
                    <a:pt x="0" y="0"/>
                  </a:moveTo>
                  <a:lnTo>
                    <a:pt x="149" y="38"/>
                  </a:lnTo>
                  <a:lnTo>
                    <a:pt x="298" y="63"/>
                  </a:lnTo>
                </a:path>
              </a:pathLst>
            </a:custGeom>
            <a:noFill/>
            <a:ln w="19050">
              <a:solidFill>
                <a:srgbClr val="000000"/>
              </a:solidFill>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600"/>
            </a:p>
          </p:txBody>
        </p:sp>
        <p:sp>
          <p:nvSpPr>
            <p:cNvPr id="137" name="Line 724"/>
            <p:cNvSpPr>
              <a:spLocks noChangeShapeType="1"/>
            </p:cNvSpPr>
            <p:nvPr/>
          </p:nvSpPr>
          <p:spPr bwMode="auto">
            <a:xfrm>
              <a:off x="4275" y="4835"/>
              <a:ext cx="1" cy="159"/>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138" name="Line 725"/>
            <p:cNvSpPr>
              <a:spLocks noChangeShapeType="1"/>
            </p:cNvSpPr>
            <p:nvPr/>
          </p:nvSpPr>
          <p:spPr bwMode="auto">
            <a:xfrm>
              <a:off x="3959" y="4768"/>
              <a:ext cx="1" cy="16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139" name="Freeform 726"/>
            <p:cNvSpPr/>
            <p:nvPr/>
          </p:nvSpPr>
          <p:spPr bwMode="auto">
            <a:xfrm>
              <a:off x="3959" y="4928"/>
              <a:ext cx="303" cy="66"/>
            </a:xfrm>
            <a:custGeom>
              <a:avLst/>
              <a:gdLst>
                <a:gd name="T0" fmla="*/ 0 w 286"/>
                <a:gd name="T1" fmla="*/ 0 h 62"/>
                <a:gd name="T2" fmla="*/ 100471 w 286"/>
                <a:gd name="T3" fmla="*/ 25002 h 62"/>
                <a:gd name="T4" fmla="*/ 192850 w 286"/>
                <a:gd name="T5" fmla="*/ 41895 h 62"/>
                <a:gd name="T6" fmla="*/ 0 60000 65536"/>
                <a:gd name="T7" fmla="*/ 0 60000 65536"/>
                <a:gd name="T8" fmla="*/ 0 60000 65536"/>
              </a:gdLst>
              <a:ahLst/>
              <a:cxnLst>
                <a:cxn ang="T6">
                  <a:pos x="T0" y="T1"/>
                </a:cxn>
                <a:cxn ang="T7">
                  <a:pos x="T2" y="T3"/>
                </a:cxn>
                <a:cxn ang="T8">
                  <a:pos x="T4" y="T5"/>
                </a:cxn>
              </a:cxnLst>
              <a:rect l="0" t="0" r="r" b="b"/>
              <a:pathLst>
                <a:path w="286" h="62">
                  <a:moveTo>
                    <a:pt x="0" y="0"/>
                  </a:moveTo>
                  <a:lnTo>
                    <a:pt x="149" y="37"/>
                  </a:lnTo>
                  <a:lnTo>
                    <a:pt x="286" y="62"/>
                  </a:lnTo>
                </a:path>
              </a:pathLst>
            </a:custGeom>
            <a:noFill/>
            <a:ln w="19050">
              <a:solidFill>
                <a:srgbClr val="000000"/>
              </a:solidFill>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600"/>
            </a:p>
          </p:txBody>
        </p:sp>
        <p:sp>
          <p:nvSpPr>
            <p:cNvPr id="140" name="Freeform 727"/>
            <p:cNvSpPr/>
            <p:nvPr/>
          </p:nvSpPr>
          <p:spPr bwMode="auto">
            <a:xfrm>
              <a:off x="5837" y="4768"/>
              <a:ext cx="317" cy="67"/>
            </a:xfrm>
            <a:custGeom>
              <a:avLst/>
              <a:gdLst>
                <a:gd name="T0" fmla="*/ 200859 w 298"/>
                <a:gd name="T1" fmla="*/ 0 h 63"/>
                <a:gd name="T2" fmla="*/ 100430 w 298"/>
                <a:gd name="T3" fmla="*/ 25642 h 63"/>
                <a:gd name="T4" fmla="*/ 0 w 298"/>
                <a:gd name="T5" fmla="*/ 42511 h 63"/>
                <a:gd name="T6" fmla="*/ 0 60000 65536"/>
                <a:gd name="T7" fmla="*/ 0 60000 65536"/>
                <a:gd name="T8" fmla="*/ 0 60000 65536"/>
              </a:gdLst>
              <a:ahLst/>
              <a:cxnLst>
                <a:cxn ang="T6">
                  <a:pos x="T0" y="T1"/>
                </a:cxn>
                <a:cxn ang="T7">
                  <a:pos x="T2" y="T3"/>
                </a:cxn>
                <a:cxn ang="T8">
                  <a:pos x="T4" y="T5"/>
                </a:cxn>
              </a:cxnLst>
              <a:rect l="0" t="0" r="r" b="b"/>
              <a:pathLst>
                <a:path w="298" h="63">
                  <a:moveTo>
                    <a:pt x="298" y="0"/>
                  </a:moveTo>
                  <a:lnTo>
                    <a:pt x="149" y="38"/>
                  </a:lnTo>
                  <a:lnTo>
                    <a:pt x="0" y="63"/>
                  </a:lnTo>
                </a:path>
              </a:pathLst>
            </a:custGeom>
            <a:noFill/>
            <a:ln w="19050">
              <a:solidFill>
                <a:srgbClr val="000000"/>
              </a:solidFill>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600"/>
            </a:p>
          </p:txBody>
        </p:sp>
        <p:sp>
          <p:nvSpPr>
            <p:cNvPr id="141" name="Line 728"/>
            <p:cNvSpPr>
              <a:spLocks noChangeShapeType="1"/>
            </p:cNvSpPr>
            <p:nvPr/>
          </p:nvSpPr>
          <p:spPr bwMode="auto">
            <a:xfrm>
              <a:off x="5837" y="4835"/>
              <a:ext cx="1" cy="159"/>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142" name="Line 729"/>
            <p:cNvSpPr>
              <a:spLocks noChangeShapeType="1"/>
            </p:cNvSpPr>
            <p:nvPr/>
          </p:nvSpPr>
          <p:spPr bwMode="auto">
            <a:xfrm>
              <a:off x="6154" y="4768"/>
              <a:ext cx="1" cy="16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143" name="Freeform 730"/>
            <p:cNvSpPr/>
            <p:nvPr/>
          </p:nvSpPr>
          <p:spPr bwMode="auto">
            <a:xfrm>
              <a:off x="5850" y="4928"/>
              <a:ext cx="304" cy="66"/>
            </a:xfrm>
            <a:custGeom>
              <a:avLst/>
              <a:gdLst>
                <a:gd name="T0" fmla="*/ 192850 w 286"/>
                <a:gd name="T1" fmla="*/ 0 h 62"/>
                <a:gd name="T2" fmla="*/ 92379 w 286"/>
                <a:gd name="T3" fmla="*/ 25002 h 62"/>
                <a:gd name="T4" fmla="*/ 0 w 286"/>
                <a:gd name="T5" fmla="*/ 41895 h 62"/>
                <a:gd name="T6" fmla="*/ 0 60000 65536"/>
                <a:gd name="T7" fmla="*/ 0 60000 65536"/>
                <a:gd name="T8" fmla="*/ 0 60000 65536"/>
              </a:gdLst>
              <a:ahLst/>
              <a:cxnLst>
                <a:cxn ang="T6">
                  <a:pos x="T0" y="T1"/>
                </a:cxn>
                <a:cxn ang="T7">
                  <a:pos x="T2" y="T3"/>
                </a:cxn>
                <a:cxn ang="T8">
                  <a:pos x="T4" y="T5"/>
                </a:cxn>
              </a:cxnLst>
              <a:rect l="0" t="0" r="r" b="b"/>
              <a:pathLst>
                <a:path w="286" h="62">
                  <a:moveTo>
                    <a:pt x="286" y="0"/>
                  </a:moveTo>
                  <a:lnTo>
                    <a:pt x="137" y="37"/>
                  </a:lnTo>
                  <a:lnTo>
                    <a:pt x="0" y="62"/>
                  </a:lnTo>
                </a:path>
              </a:pathLst>
            </a:custGeom>
            <a:noFill/>
            <a:ln w="19050">
              <a:solidFill>
                <a:srgbClr val="000000"/>
              </a:solidFill>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600"/>
            </a:p>
          </p:txBody>
        </p:sp>
        <p:sp>
          <p:nvSpPr>
            <p:cNvPr id="144" name="Line 731"/>
            <p:cNvSpPr>
              <a:spLocks noChangeShapeType="1"/>
            </p:cNvSpPr>
            <p:nvPr/>
          </p:nvSpPr>
          <p:spPr bwMode="auto">
            <a:xfrm>
              <a:off x="4566" y="4941"/>
              <a:ext cx="345" cy="2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145" name="Line 732"/>
            <p:cNvSpPr>
              <a:spLocks noChangeShapeType="1"/>
            </p:cNvSpPr>
            <p:nvPr/>
          </p:nvSpPr>
          <p:spPr bwMode="auto">
            <a:xfrm>
              <a:off x="4911" y="4967"/>
              <a:ext cx="1" cy="16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146" name="Line 733"/>
            <p:cNvSpPr>
              <a:spLocks noChangeShapeType="1"/>
            </p:cNvSpPr>
            <p:nvPr/>
          </p:nvSpPr>
          <p:spPr bwMode="auto">
            <a:xfrm>
              <a:off x="4566" y="4941"/>
              <a:ext cx="1" cy="159"/>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147" name="Line 734"/>
            <p:cNvSpPr>
              <a:spLocks noChangeShapeType="1"/>
            </p:cNvSpPr>
            <p:nvPr/>
          </p:nvSpPr>
          <p:spPr bwMode="auto">
            <a:xfrm>
              <a:off x="4580" y="5100"/>
              <a:ext cx="331" cy="27"/>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148" name="Rectangle 735"/>
            <p:cNvSpPr>
              <a:spLocks noChangeArrowheads="1"/>
            </p:cNvSpPr>
            <p:nvPr/>
          </p:nvSpPr>
          <p:spPr bwMode="auto">
            <a:xfrm>
              <a:off x="4367" y="5299"/>
              <a:ext cx="226"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Times" panose="02020603050405020304" pitchFamily="18" charset="0"/>
                  <a:ea typeface="Times" panose="02020603050405020304" pitchFamily="18" charset="0"/>
                  <a:cs typeface="Calibri" panose="020F0502020204030204" charset="0"/>
                </a:rPr>
                <a:t>29</a:t>
              </a:r>
              <a:endParaRPr kumimoji="0" lang="en-US" altLang="zh-CN" sz="1600" b="0" i="0" u="none" strike="noStrike" cap="none" normalizeH="0" baseline="0">
                <a:ln>
                  <a:noFill/>
                </a:ln>
                <a:solidFill>
                  <a:schemeClr val="tx1"/>
                </a:solidFill>
                <a:effectLst/>
                <a:latin typeface="Arial" panose="020B0604020202020204" pitchFamily="34" charset="0"/>
              </a:endParaRPr>
            </a:p>
          </p:txBody>
        </p:sp>
        <p:sp>
          <p:nvSpPr>
            <p:cNvPr id="149" name="Rectangle 736"/>
            <p:cNvSpPr>
              <a:spLocks noChangeArrowheads="1"/>
            </p:cNvSpPr>
            <p:nvPr/>
          </p:nvSpPr>
          <p:spPr bwMode="auto">
            <a:xfrm>
              <a:off x="4989" y="5312"/>
              <a:ext cx="226"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Times" panose="02020603050405020304" pitchFamily="18" charset="0"/>
                  <a:ea typeface="Times" panose="02020603050405020304" pitchFamily="18" charset="0"/>
                  <a:cs typeface="Calibri" panose="020F0502020204030204" charset="0"/>
                </a:rPr>
                <a:t>30</a:t>
              </a:r>
              <a:endParaRPr kumimoji="0" lang="en-US" altLang="zh-CN" sz="1600" b="0" i="0" u="none" strike="noStrike" cap="none" normalizeH="0" baseline="0">
                <a:ln>
                  <a:noFill/>
                </a:ln>
                <a:solidFill>
                  <a:schemeClr val="tx1"/>
                </a:solidFill>
                <a:effectLst/>
                <a:latin typeface="Arial" panose="020B0604020202020204" pitchFamily="34" charset="0"/>
              </a:endParaRPr>
            </a:p>
          </p:txBody>
        </p:sp>
        <p:sp>
          <p:nvSpPr>
            <p:cNvPr id="150" name="Rectangle 737"/>
            <p:cNvSpPr>
              <a:spLocks noChangeArrowheads="1"/>
            </p:cNvSpPr>
            <p:nvPr/>
          </p:nvSpPr>
          <p:spPr bwMode="auto">
            <a:xfrm>
              <a:off x="5638" y="5193"/>
              <a:ext cx="225"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Times" panose="02020603050405020304" pitchFamily="18" charset="0"/>
                  <a:ea typeface="Times" panose="02020603050405020304" pitchFamily="18" charset="0"/>
                  <a:cs typeface="Calibri" panose="020F0502020204030204" charset="0"/>
                </a:rPr>
                <a:t>31</a:t>
              </a:r>
              <a:endParaRPr kumimoji="0" lang="en-US" altLang="zh-CN" sz="1600" b="0" i="0" u="none" strike="noStrike" cap="none" normalizeH="0" baseline="0">
                <a:ln>
                  <a:noFill/>
                </a:ln>
                <a:solidFill>
                  <a:schemeClr val="tx1"/>
                </a:solidFill>
                <a:effectLst/>
                <a:latin typeface="Arial" panose="020B0604020202020204" pitchFamily="34" charset="0"/>
              </a:endParaRPr>
            </a:p>
          </p:txBody>
        </p:sp>
        <p:sp>
          <p:nvSpPr>
            <p:cNvPr id="151" name="Rectangle 738"/>
            <p:cNvSpPr>
              <a:spLocks noChangeArrowheads="1"/>
            </p:cNvSpPr>
            <p:nvPr/>
          </p:nvSpPr>
          <p:spPr bwMode="auto">
            <a:xfrm>
              <a:off x="3760" y="5114"/>
              <a:ext cx="225"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Times" panose="02020603050405020304" pitchFamily="18" charset="0"/>
                  <a:ea typeface="Times" panose="02020603050405020304" pitchFamily="18" charset="0"/>
                  <a:cs typeface="Calibri" panose="020F0502020204030204" charset="0"/>
                </a:rPr>
                <a:t>28</a:t>
              </a:r>
              <a:endParaRPr kumimoji="0" lang="en-US" altLang="zh-CN" sz="1600" b="0" i="0" u="none" strike="noStrike" cap="none" normalizeH="0" baseline="0">
                <a:ln>
                  <a:noFill/>
                </a:ln>
                <a:solidFill>
                  <a:schemeClr val="tx1"/>
                </a:solidFill>
                <a:effectLst/>
                <a:latin typeface="Arial" panose="020B0604020202020204" pitchFamily="34" charset="0"/>
              </a:endParaRPr>
            </a:p>
          </p:txBody>
        </p:sp>
        <p:sp>
          <p:nvSpPr>
            <p:cNvPr id="152" name="Line 739"/>
            <p:cNvSpPr>
              <a:spLocks noChangeShapeType="1"/>
            </p:cNvSpPr>
            <p:nvPr/>
          </p:nvSpPr>
          <p:spPr bwMode="auto">
            <a:xfrm flipH="1">
              <a:off x="5201" y="5311"/>
              <a:ext cx="331" cy="27"/>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153" name="Line 740"/>
            <p:cNvSpPr>
              <a:spLocks noChangeShapeType="1"/>
            </p:cNvSpPr>
            <p:nvPr/>
          </p:nvSpPr>
          <p:spPr bwMode="auto">
            <a:xfrm>
              <a:off x="5201" y="5338"/>
              <a:ext cx="2" cy="159"/>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154" name="Line 741"/>
            <p:cNvSpPr>
              <a:spLocks noChangeShapeType="1"/>
            </p:cNvSpPr>
            <p:nvPr/>
          </p:nvSpPr>
          <p:spPr bwMode="auto">
            <a:xfrm>
              <a:off x="5532" y="5311"/>
              <a:ext cx="1" cy="16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155" name="Line 742"/>
            <p:cNvSpPr>
              <a:spLocks noChangeShapeType="1"/>
            </p:cNvSpPr>
            <p:nvPr/>
          </p:nvSpPr>
          <p:spPr bwMode="auto">
            <a:xfrm flipH="1">
              <a:off x="5201" y="5471"/>
              <a:ext cx="331" cy="2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156" name="Freeform 743"/>
            <p:cNvSpPr/>
            <p:nvPr/>
          </p:nvSpPr>
          <p:spPr bwMode="auto">
            <a:xfrm>
              <a:off x="3959" y="5139"/>
              <a:ext cx="316" cy="80"/>
            </a:xfrm>
            <a:custGeom>
              <a:avLst/>
              <a:gdLst>
                <a:gd name="T0" fmla="*/ 0 w 298"/>
                <a:gd name="T1" fmla="*/ 0 h 75"/>
                <a:gd name="T2" fmla="*/ 100430 w 298"/>
                <a:gd name="T3" fmla="*/ 25597 h 75"/>
                <a:gd name="T4" fmla="*/ 200859 w 298"/>
                <a:gd name="T5" fmla="*/ 50520 h 75"/>
                <a:gd name="T6" fmla="*/ 0 60000 65536"/>
                <a:gd name="T7" fmla="*/ 0 60000 65536"/>
                <a:gd name="T8" fmla="*/ 0 60000 65536"/>
              </a:gdLst>
              <a:ahLst/>
              <a:cxnLst>
                <a:cxn ang="T6">
                  <a:pos x="T0" y="T1"/>
                </a:cxn>
                <a:cxn ang="T7">
                  <a:pos x="T2" y="T3"/>
                </a:cxn>
                <a:cxn ang="T8">
                  <a:pos x="T4" y="T5"/>
                </a:cxn>
              </a:cxnLst>
              <a:rect l="0" t="0" r="r" b="b"/>
              <a:pathLst>
                <a:path w="298" h="75">
                  <a:moveTo>
                    <a:pt x="0" y="0"/>
                  </a:moveTo>
                  <a:lnTo>
                    <a:pt x="149" y="38"/>
                  </a:lnTo>
                  <a:lnTo>
                    <a:pt x="298" y="75"/>
                  </a:lnTo>
                </a:path>
              </a:pathLst>
            </a:custGeom>
            <a:noFill/>
            <a:ln w="19050">
              <a:solidFill>
                <a:srgbClr val="000000"/>
              </a:solidFill>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600"/>
            </a:p>
          </p:txBody>
        </p:sp>
        <p:sp>
          <p:nvSpPr>
            <p:cNvPr id="157" name="Line 744"/>
            <p:cNvSpPr>
              <a:spLocks noChangeShapeType="1"/>
            </p:cNvSpPr>
            <p:nvPr/>
          </p:nvSpPr>
          <p:spPr bwMode="auto">
            <a:xfrm>
              <a:off x="4275" y="5219"/>
              <a:ext cx="1" cy="158"/>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158" name="Line 745"/>
            <p:cNvSpPr>
              <a:spLocks noChangeShapeType="1"/>
            </p:cNvSpPr>
            <p:nvPr/>
          </p:nvSpPr>
          <p:spPr bwMode="auto">
            <a:xfrm>
              <a:off x="3959" y="5139"/>
              <a:ext cx="1" cy="16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159" name="Freeform 746"/>
            <p:cNvSpPr/>
            <p:nvPr/>
          </p:nvSpPr>
          <p:spPr bwMode="auto">
            <a:xfrm>
              <a:off x="3959" y="5299"/>
              <a:ext cx="303" cy="78"/>
            </a:xfrm>
            <a:custGeom>
              <a:avLst/>
              <a:gdLst>
                <a:gd name="T0" fmla="*/ 0 w 286"/>
                <a:gd name="T1" fmla="*/ 0 h 74"/>
                <a:gd name="T2" fmla="*/ 100471 w 286"/>
                <a:gd name="T3" fmla="*/ 33045 h 74"/>
                <a:gd name="T4" fmla="*/ 192850 w 286"/>
                <a:gd name="T5" fmla="*/ 49904 h 74"/>
                <a:gd name="T6" fmla="*/ 0 60000 65536"/>
                <a:gd name="T7" fmla="*/ 0 60000 65536"/>
                <a:gd name="T8" fmla="*/ 0 60000 65536"/>
              </a:gdLst>
              <a:ahLst/>
              <a:cxnLst>
                <a:cxn ang="T6">
                  <a:pos x="T0" y="T1"/>
                </a:cxn>
                <a:cxn ang="T7">
                  <a:pos x="T2" y="T3"/>
                </a:cxn>
                <a:cxn ang="T8">
                  <a:pos x="T4" y="T5"/>
                </a:cxn>
              </a:cxnLst>
              <a:rect l="0" t="0" r="r" b="b"/>
              <a:pathLst>
                <a:path w="286" h="74">
                  <a:moveTo>
                    <a:pt x="0" y="0"/>
                  </a:moveTo>
                  <a:lnTo>
                    <a:pt x="149" y="49"/>
                  </a:lnTo>
                  <a:lnTo>
                    <a:pt x="286" y="74"/>
                  </a:lnTo>
                </a:path>
              </a:pathLst>
            </a:custGeom>
            <a:noFill/>
            <a:ln w="19050">
              <a:solidFill>
                <a:srgbClr val="000000"/>
              </a:solidFill>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600"/>
            </a:p>
          </p:txBody>
        </p:sp>
        <p:sp>
          <p:nvSpPr>
            <p:cNvPr id="160" name="Freeform 747"/>
            <p:cNvSpPr/>
            <p:nvPr/>
          </p:nvSpPr>
          <p:spPr bwMode="auto">
            <a:xfrm>
              <a:off x="5837" y="5139"/>
              <a:ext cx="317" cy="80"/>
            </a:xfrm>
            <a:custGeom>
              <a:avLst/>
              <a:gdLst>
                <a:gd name="T0" fmla="*/ 200859 w 298"/>
                <a:gd name="T1" fmla="*/ 0 h 75"/>
                <a:gd name="T2" fmla="*/ 100430 w 298"/>
                <a:gd name="T3" fmla="*/ 25597 h 75"/>
                <a:gd name="T4" fmla="*/ 0 w 298"/>
                <a:gd name="T5" fmla="*/ 50520 h 75"/>
                <a:gd name="T6" fmla="*/ 0 60000 65536"/>
                <a:gd name="T7" fmla="*/ 0 60000 65536"/>
                <a:gd name="T8" fmla="*/ 0 60000 65536"/>
              </a:gdLst>
              <a:ahLst/>
              <a:cxnLst>
                <a:cxn ang="T6">
                  <a:pos x="T0" y="T1"/>
                </a:cxn>
                <a:cxn ang="T7">
                  <a:pos x="T2" y="T3"/>
                </a:cxn>
                <a:cxn ang="T8">
                  <a:pos x="T4" y="T5"/>
                </a:cxn>
              </a:cxnLst>
              <a:rect l="0" t="0" r="r" b="b"/>
              <a:pathLst>
                <a:path w="298" h="75">
                  <a:moveTo>
                    <a:pt x="298" y="0"/>
                  </a:moveTo>
                  <a:lnTo>
                    <a:pt x="149" y="38"/>
                  </a:lnTo>
                  <a:lnTo>
                    <a:pt x="0" y="75"/>
                  </a:lnTo>
                </a:path>
              </a:pathLst>
            </a:custGeom>
            <a:noFill/>
            <a:ln w="19050">
              <a:solidFill>
                <a:srgbClr val="000000"/>
              </a:solidFill>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600"/>
            </a:p>
          </p:txBody>
        </p:sp>
        <p:sp>
          <p:nvSpPr>
            <p:cNvPr id="161" name="Line 748"/>
            <p:cNvSpPr>
              <a:spLocks noChangeShapeType="1"/>
            </p:cNvSpPr>
            <p:nvPr/>
          </p:nvSpPr>
          <p:spPr bwMode="auto">
            <a:xfrm>
              <a:off x="5837" y="5219"/>
              <a:ext cx="1" cy="158"/>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162" name="Line 749"/>
            <p:cNvSpPr>
              <a:spLocks noChangeShapeType="1"/>
            </p:cNvSpPr>
            <p:nvPr/>
          </p:nvSpPr>
          <p:spPr bwMode="auto">
            <a:xfrm>
              <a:off x="6154" y="5139"/>
              <a:ext cx="1" cy="16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163" name="Freeform 750"/>
            <p:cNvSpPr/>
            <p:nvPr/>
          </p:nvSpPr>
          <p:spPr bwMode="auto">
            <a:xfrm>
              <a:off x="5850" y="5299"/>
              <a:ext cx="304" cy="78"/>
            </a:xfrm>
            <a:custGeom>
              <a:avLst/>
              <a:gdLst>
                <a:gd name="T0" fmla="*/ 192850 w 286"/>
                <a:gd name="T1" fmla="*/ 0 h 74"/>
                <a:gd name="T2" fmla="*/ 92379 w 286"/>
                <a:gd name="T3" fmla="*/ 33045 h 74"/>
                <a:gd name="T4" fmla="*/ 0 w 286"/>
                <a:gd name="T5" fmla="*/ 49904 h 74"/>
                <a:gd name="T6" fmla="*/ 0 60000 65536"/>
                <a:gd name="T7" fmla="*/ 0 60000 65536"/>
                <a:gd name="T8" fmla="*/ 0 60000 65536"/>
              </a:gdLst>
              <a:ahLst/>
              <a:cxnLst>
                <a:cxn ang="T6">
                  <a:pos x="T0" y="T1"/>
                </a:cxn>
                <a:cxn ang="T7">
                  <a:pos x="T2" y="T3"/>
                </a:cxn>
                <a:cxn ang="T8">
                  <a:pos x="T4" y="T5"/>
                </a:cxn>
              </a:cxnLst>
              <a:rect l="0" t="0" r="r" b="b"/>
              <a:pathLst>
                <a:path w="286" h="74">
                  <a:moveTo>
                    <a:pt x="286" y="0"/>
                  </a:moveTo>
                  <a:lnTo>
                    <a:pt x="137" y="49"/>
                  </a:lnTo>
                  <a:lnTo>
                    <a:pt x="0" y="74"/>
                  </a:lnTo>
                </a:path>
              </a:pathLst>
            </a:custGeom>
            <a:noFill/>
            <a:ln w="19050">
              <a:solidFill>
                <a:srgbClr val="000000"/>
              </a:solidFill>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600"/>
            </a:p>
          </p:txBody>
        </p:sp>
        <p:sp>
          <p:nvSpPr>
            <p:cNvPr id="164" name="Line 751"/>
            <p:cNvSpPr>
              <a:spLocks noChangeShapeType="1"/>
            </p:cNvSpPr>
            <p:nvPr/>
          </p:nvSpPr>
          <p:spPr bwMode="auto">
            <a:xfrm>
              <a:off x="4566" y="5311"/>
              <a:ext cx="345" cy="27"/>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165" name="Line 752"/>
            <p:cNvSpPr>
              <a:spLocks noChangeShapeType="1"/>
            </p:cNvSpPr>
            <p:nvPr/>
          </p:nvSpPr>
          <p:spPr bwMode="auto">
            <a:xfrm>
              <a:off x="4911" y="5338"/>
              <a:ext cx="1" cy="159"/>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166" name="Line 753"/>
            <p:cNvSpPr>
              <a:spLocks noChangeShapeType="1"/>
            </p:cNvSpPr>
            <p:nvPr/>
          </p:nvSpPr>
          <p:spPr bwMode="auto">
            <a:xfrm>
              <a:off x="4566" y="5311"/>
              <a:ext cx="1" cy="16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167" name="Line 754"/>
            <p:cNvSpPr>
              <a:spLocks noChangeShapeType="1"/>
            </p:cNvSpPr>
            <p:nvPr/>
          </p:nvSpPr>
          <p:spPr bwMode="auto">
            <a:xfrm>
              <a:off x="4580" y="5471"/>
              <a:ext cx="331" cy="2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168" name="Rectangle 755"/>
            <p:cNvSpPr>
              <a:spLocks noChangeArrowheads="1"/>
            </p:cNvSpPr>
            <p:nvPr/>
          </p:nvSpPr>
          <p:spPr bwMode="auto">
            <a:xfrm>
              <a:off x="3998" y="2202"/>
              <a:ext cx="476"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Times" panose="02020603050405020304" pitchFamily="18" charset="0"/>
                  <a:ea typeface="Times" panose="02020603050405020304" pitchFamily="18" charset="0"/>
                  <a:cs typeface="Calibri" panose="020F0502020204030204" charset="0"/>
                </a:rPr>
                <a:t>test</a:t>
              </a:r>
              <a:endParaRPr kumimoji="0" lang="en-US" altLang="zh-CN" sz="1600" b="0" i="0" u="none" strike="noStrike" cap="none" normalizeH="0" baseline="0">
                <a:ln>
                  <a:noFill/>
                </a:ln>
                <a:solidFill>
                  <a:schemeClr val="tx1"/>
                </a:solidFill>
                <a:effectLst/>
                <a:latin typeface="Arial" panose="020B0604020202020204" pitchFamily="34" charset="0"/>
              </a:endParaRPr>
            </a:p>
          </p:txBody>
        </p:sp>
        <p:sp>
          <p:nvSpPr>
            <p:cNvPr id="169" name="Rectangle 756"/>
            <p:cNvSpPr>
              <a:spLocks noChangeArrowheads="1"/>
            </p:cNvSpPr>
            <p:nvPr/>
          </p:nvSpPr>
          <p:spPr bwMode="auto">
            <a:xfrm>
              <a:off x="7477" y="1923"/>
              <a:ext cx="278"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Times" panose="02020603050405020304" pitchFamily="18" charset="0"/>
                  <a:ea typeface="Times" panose="02020603050405020304" pitchFamily="18" charset="0"/>
                  <a:cs typeface="Calibri" panose="020F0502020204030204" charset="0"/>
                </a:rPr>
                <a:t>file</a:t>
              </a:r>
              <a:endParaRPr kumimoji="0" lang="en-US" altLang="zh-CN" sz="1600" b="0" i="0" u="none" strike="noStrike" cap="none" normalizeH="0" baseline="0">
                <a:ln>
                  <a:noFill/>
                </a:ln>
                <a:solidFill>
                  <a:schemeClr val="tx1"/>
                </a:solidFill>
                <a:effectLst/>
                <a:latin typeface="Arial" panose="020B0604020202020204" pitchFamily="34" charset="0"/>
              </a:endParaRPr>
            </a:p>
          </p:txBody>
        </p:sp>
        <p:sp>
          <p:nvSpPr>
            <p:cNvPr id="170" name="Rectangle 758"/>
            <p:cNvSpPr>
              <a:spLocks noChangeArrowheads="1"/>
            </p:cNvSpPr>
            <p:nvPr/>
          </p:nvSpPr>
          <p:spPr bwMode="auto">
            <a:xfrm>
              <a:off x="7477" y="2174"/>
              <a:ext cx="357"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000000"/>
                  </a:solidFill>
                  <a:effectLst/>
                  <a:latin typeface="Times" panose="02020603050405020304" pitchFamily="18" charset="0"/>
                  <a:ea typeface="Times" panose="02020603050405020304" pitchFamily="18" charset="0"/>
                  <a:cs typeface="Calibri" panose="020F0502020204030204" charset="0"/>
                </a:rPr>
                <a:t>test</a:t>
              </a:r>
              <a:endParaRPr kumimoji="0" lang="en-US" altLang="zh-CN" sz="1600" b="0" i="0" u="none" strike="noStrike" cap="none" normalizeH="0" baseline="0" dirty="0">
                <a:ln>
                  <a:noFill/>
                </a:ln>
                <a:solidFill>
                  <a:schemeClr val="tx1"/>
                </a:solidFill>
                <a:effectLst/>
                <a:latin typeface="Arial" panose="020B0604020202020204" pitchFamily="34" charset="0"/>
              </a:endParaRPr>
            </a:p>
          </p:txBody>
        </p:sp>
        <p:sp>
          <p:nvSpPr>
            <p:cNvPr id="171" name="Rectangle 759"/>
            <p:cNvSpPr>
              <a:spLocks noChangeArrowheads="1"/>
            </p:cNvSpPr>
            <p:nvPr/>
          </p:nvSpPr>
          <p:spPr bwMode="auto">
            <a:xfrm>
              <a:off x="8305" y="2174"/>
              <a:ext cx="226"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Times" panose="02020603050405020304" pitchFamily="18" charset="0"/>
                  <a:ea typeface="Times" panose="02020603050405020304" pitchFamily="18" charset="0"/>
                  <a:cs typeface="Calibri" panose="020F0502020204030204" charset="0"/>
                </a:rPr>
                <a:t>15</a:t>
              </a:r>
              <a:endParaRPr kumimoji="0" lang="en-US" altLang="zh-CN" sz="1600" b="0" i="0" u="none" strike="noStrike" cap="none" normalizeH="0" baseline="0">
                <a:ln>
                  <a:noFill/>
                </a:ln>
                <a:solidFill>
                  <a:schemeClr val="tx1"/>
                </a:solidFill>
                <a:effectLst/>
                <a:latin typeface="Arial" panose="020B0604020202020204" pitchFamily="34" charset="0"/>
              </a:endParaRPr>
            </a:p>
          </p:txBody>
        </p:sp>
        <p:sp>
          <p:nvSpPr>
            <p:cNvPr id="172" name="Rectangle 760"/>
            <p:cNvSpPr>
              <a:spLocks noChangeArrowheads="1"/>
            </p:cNvSpPr>
            <p:nvPr/>
          </p:nvSpPr>
          <p:spPr bwMode="auto">
            <a:xfrm>
              <a:off x="7212" y="1776"/>
              <a:ext cx="1932" cy="755"/>
            </a:xfrm>
            <a:prstGeom prst="rect">
              <a:avLst/>
            </a:prstGeom>
            <a:noFill/>
            <a:ln w="12700">
              <a:solidFill>
                <a:srgbClr val="000000"/>
              </a:solidFill>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600"/>
            </a:p>
          </p:txBody>
        </p:sp>
        <p:sp>
          <p:nvSpPr>
            <p:cNvPr id="173" name="Rectangle 761"/>
            <p:cNvSpPr>
              <a:spLocks noChangeArrowheads="1"/>
            </p:cNvSpPr>
            <p:nvPr/>
          </p:nvSpPr>
          <p:spPr bwMode="auto">
            <a:xfrm>
              <a:off x="7957" y="1472"/>
              <a:ext cx="452"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600" b="0" i="0" u="none" strike="noStrike" cap="none" normalizeH="0" baseline="0">
                  <a:ln>
                    <a:noFill/>
                  </a:ln>
                  <a:solidFill>
                    <a:srgbClr val="000000"/>
                  </a:solidFill>
                  <a:effectLst/>
                  <a:latin typeface="Times" panose="02020603050405020304" pitchFamily="18" charset="0"/>
                  <a:ea typeface="宋体" panose="02010600030101010101" pitchFamily="2" charset="-122"/>
                  <a:cs typeface="宋体" panose="02010600030101010101" pitchFamily="2" charset="-122"/>
                </a:rPr>
                <a:t>目录</a:t>
              </a:r>
              <a:endParaRPr kumimoji="0" lang="zh-CN" altLang="zh-CN" sz="1600" b="0" i="0" u="none" strike="noStrike" cap="none" normalizeH="0" baseline="0">
                <a:ln>
                  <a:noFill/>
                </a:ln>
                <a:solidFill>
                  <a:schemeClr val="tx1"/>
                </a:solidFill>
                <a:effectLst/>
                <a:latin typeface="Arial" panose="020B0604020202020204" pitchFamily="34" charset="0"/>
              </a:endParaRPr>
            </a:p>
          </p:txBody>
        </p:sp>
        <p:sp>
          <p:nvSpPr>
            <p:cNvPr id="174" name="Line 762"/>
            <p:cNvSpPr>
              <a:spLocks noChangeShapeType="1"/>
            </p:cNvSpPr>
            <p:nvPr/>
          </p:nvSpPr>
          <p:spPr bwMode="auto">
            <a:xfrm flipV="1">
              <a:off x="5435" y="3869"/>
              <a:ext cx="397" cy="624"/>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175" name="Line 763"/>
            <p:cNvSpPr>
              <a:spLocks noChangeShapeType="1"/>
            </p:cNvSpPr>
            <p:nvPr/>
          </p:nvSpPr>
          <p:spPr bwMode="auto">
            <a:xfrm flipH="1" flipV="1">
              <a:off x="4885" y="2790"/>
              <a:ext cx="964" cy="907"/>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176" name="Freeform 764"/>
            <p:cNvSpPr/>
            <p:nvPr/>
          </p:nvSpPr>
          <p:spPr bwMode="auto">
            <a:xfrm rot="-239267">
              <a:off x="4923" y="3765"/>
              <a:ext cx="173" cy="66"/>
            </a:xfrm>
            <a:custGeom>
              <a:avLst/>
              <a:gdLst>
                <a:gd name="T0" fmla="*/ 109672 w 162"/>
                <a:gd name="T1" fmla="*/ 0 h 62"/>
                <a:gd name="T2" fmla="*/ 83946 w 162"/>
                <a:gd name="T3" fmla="*/ 16893 h 62"/>
                <a:gd name="T4" fmla="*/ 109672 w 162"/>
                <a:gd name="T5" fmla="*/ 41895 h 62"/>
                <a:gd name="T6" fmla="*/ 0 w 162"/>
                <a:gd name="T7" fmla="*/ 16893 h 62"/>
                <a:gd name="T8" fmla="*/ 109672 w 162"/>
                <a:gd name="T9" fmla="*/ 0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62" h="62">
                  <a:moveTo>
                    <a:pt x="162" y="0"/>
                  </a:moveTo>
                  <a:lnTo>
                    <a:pt x="124" y="25"/>
                  </a:lnTo>
                  <a:lnTo>
                    <a:pt x="162" y="62"/>
                  </a:lnTo>
                  <a:lnTo>
                    <a:pt x="0" y="25"/>
                  </a:lnTo>
                  <a:lnTo>
                    <a:pt x="162" y="0"/>
                  </a:lnTo>
                  <a:close/>
                </a:path>
              </a:pathLst>
            </a:custGeom>
            <a:solidFill>
              <a:srgbClr val="000000"/>
            </a:solidFill>
            <a:ln w="19050">
              <a:solidFill>
                <a:srgbClr val="000000"/>
              </a:solidFill>
              <a:round/>
            </a:ln>
          </p:spPr>
          <p:txBody>
            <a:bodyPr vert="horz" wrap="square" lIns="91440" tIns="45720" rIns="91440" bIns="45720" numCol="1" anchor="t" anchorCtr="0" compatLnSpc="1"/>
            <a:lstStyle/>
            <a:p>
              <a:endParaRPr lang="zh-CN" altLang="en-US" sz="1600"/>
            </a:p>
          </p:txBody>
        </p:sp>
        <p:sp>
          <p:nvSpPr>
            <p:cNvPr id="177" name="Freeform 765"/>
            <p:cNvSpPr/>
            <p:nvPr/>
          </p:nvSpPr>
          <p:spPr bwMode="auto">
            <a:xfrm>
              <a:off x="5684" y="3573"/>
              <a:ext cx="622" cy="345"/>
            </a:xfrm>
            <a:custGeom>
              <a:avLst/>
              <a:gdLst>
                <a:gd name="T0" fmla="*/ 0 w 585"/>
                <a:gd name="T1" fmla="*/ 109358 h 324"/>
                <a:gd name="T2" fmla="*/ 16878 w 585"/>
                <a:gd name="T3" fmla="*/ 67505 h 324"/>
                <a:gd name="T4" fmla="*/ 58735 w 585"/>
                <a:gd name="T5" fmla="*/ 24977 h 324"/>
                <a:gd name="T6" fmla="*/ 126246 w 585"/>
                <a:gd name="T7" fmla="*/ 8776 h 324"/>
                <a:gd name="T8" fmla="*/ 201859 w 585"/>
                <a:gd name="T9" fmla="*/ 0 h 324"/>
                <a:gd name="T10" fmla="*/ 277471 w 585"/>
                <a:gd name="T11" fmla="*/ 8776 h 324"/>
                <a:gd name="T12" fmla="*/ 336206 w 585"/>
                <a:gd name="T13" fmla="*/ 24977 h 324"/>
                <a:gd name="T14" fmla="*/ 386840 w 585"/>
                <a:gd name="T15" fmla="*/ 67505 h 324"/>
                <a:gd name="T16" fmla="*/ 394941 w 585"/>
                <a:gd name="T17" fmla="*/ 109358 h 324"/>
                <a:gd name="T18" fmla="*/ 386840 w 585"/>
                <a:gd name="T19" fmla="*/ 143110 h 324"/>
                <a:gd name="T20" fmla="*/ 336206 w 585"/>
                <a:gd name="T21" fmla="*/ 184964 h 324"/>
                <a:gd name="T22" fmla="*/ 277471 w 585"/>
                <a:gd name="T23" fmla="*/ 209940 h 324"/>
                <a:gd name="T24" fmla="*/ 201859 w 585"/>
                <a:gd name="T25" fmla="*/ 218716 h 324"/>
                <a:gd name="T26" fmla="*/ 126246 w 585"/>
                <a:gd name="T27" fmla="*/ 209940 h 324"/>
                <a:gd name="T28" fmla="*/ 58735 w 585"/>
                <a:gd name="T29" fmla="*/ 184964 h 324"/>
                <a:gd name="T30" fmla="*/ 16878 w 585"/>
                <a:gd name="T31" fmla="*/ 143110 h 324"/>
                <a:gd name="T32" fmla="*/ 0 w 585"/>
                <a:gd name="T33" fmla="*/ 109358 h 32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585" h="324">
                  <a:moveTo>
                    <a:pt x="0" y="162"/>
                  </a:moveTo>
                  <a:lnTo>
                    <a:pt x="25" y="100"/>
                  </a:lnTo>
                  <a:lnTo>
                    <a:pt x="87" y="37"/>
                  </a:lnTo>
                  <a:lnTo>
                    <a:pt x="187" y="13"/>
                  </a:lnTo>
                  <a:lnTo>
                    <a:pt x="299" y="0"/>
                  </a:lnTo>
                  <a:lnTo>
                    <a:pt x="411" y="13"/>
                  </a:lnTo>
                  <a:lnTo>
                    <a:pt x="498" y="37"/>
                  </a:lnTo>
                  <a:lnTo>
                    <a:pt x="573" y="100"/>
                  </a:lnTo>
                  <a:lnTo>
                    <a:pt x="585" y="162"/>
                  </a:lnTo>
                  <a:lnTo>
                    <a:pt x="573" y="212"/>
                  </a:lnTo>
                  <a:lnTo>
                    <a:pt x="498" y="274"/>
                  </a:lnTo>
                  <a:lnTo>
                    <a:pt x="411" y="311"/>
                  </a:lnTo>
                  <a:lnTo>
                    <a:pt x="299" y="324"/>
                  </a:lnTo>
                  <a:lnTo>
                    <a:pt x="187" y="311"/>
                  </a:lnTo>
                  <a:lnTo>
                    <a:pt x="87" y="274"/>
                  </a:lnTo>
                  <a:lnTo>
                    <a:pt x="25" y="212"/>
                  </a:lnTo>
                  <a:lnTo>
                    <a:pt x="0" y="162"/>
                  </a:lnTo>
                </a:path>
              </a:pathLst>
            </a:custGeom>
            <a:noFill/>
            <a:ln w="12700">
              <a:solidFill>
                <a:srgbClr val="000000"/>
              </a:solidFill>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600"/>
            </a:p>
          </p:txBody>
        </p:sp>
        <p:sp>
          <p:nvSpPr>
            <p:cNvPr id="178" name="Freeform 766"/>
            <p:cNvSpPr/>
            <p:nvPr/>
          </p:nvSpPr>
          <p:spPr bwMode="auto">
            <a:xfrm>
              <a:off x="4858" y="2770"/>
              <a:ext cx="146" cy="146"/>
            </a:xfrm>
            <a:custGeom>
              <a:avLst/>
              <a:gdLst>
                <a:gd name="T0" fmla="*/ 92420 w 137"/>
                <a:gd name="T1" fmla="*/ 58687 h 137"/>
                <a:gd name="T2" fmla="*/ 58690 w 137"/>
                <a:gd name="T3" fmla="*/ 58687 h 137"/>
                <a:gd name="T4" fmla="*/ 58690 w 137"/>
                <a:gd name="T5" fmla="*/ 92415 h 137"/>
                <a:gd name="T6" fmla="*/ 0 w 137"/>
                <a:gd name="T7" fmla="*/ 0 h 137"/>
                <a:gd name="T8" fmla="*/ 92420 w 137"/>
                <a:gd name="T9" fmla="*/ 58687 h 1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7" h="137">
                  <a:moveTo>
                    <a:pt x="137" y="87"/>
                  </a:moveTo>
                  <a:lnTo>
                    <a:pt x="87" y="87"/>
                  </a:lnTo>
                  <a:lnTo>
                    <a:pt x="87" y="137"/>
                  </a:lnTo>
                  <a:lnTo>
                    <a:pt x="0" y="0"/>
                  </a:lnTo>
                  <a:lnTo>
                    <a:pt x="137" y="87"/>
                  </a:lnTo>
                  <a:close/>
                </a:path>
              </a:pathLst>
            </a:custGeom>
            <a:solidFill>
              <a:srgbClr val="000000"/>
            </a:solidFill>
            <a:ln w="19050">
              <a:solidFill>
                <a:srgbClr val="000000"/>
              </a:solidFill>
              <a:round/>
            </a:ln>
          </p:spPr>
          <p:txBody>
            <a:bodyPr vert="horz" wrap="square" lIns="91440" tIns="45720" rIns="91440" bIns="45720" numCol="1" anchor="t" anchorCtr="0" compatLnSpc="1"/>
            <a:lstStyle/>
            <a:p>
              <a:endParaRPr lang="zh-CN" altLang="en-US" sz="1600"/>
            </a:p>
          </p:txBody>
        </p:sp>
        <p:sp>
          <p:nvSpPr>
            <p:cNvPr id="179" name="Freeform 767"/>
            <p:cNvSpPr/>
            <p:nvPr/>
          </p:nvSpPr>
          <p:spPr bwMode="auto">
            <a:xfrm>
              <a:off x="5361" y="3525"/>
              <a:ext cx="132" cy="131"/>
            </a:xfrm>
            <a:custGeom>
              <a:avLst/>
              <a:gdLst>
                <a:gd name="T0" fmla="*/ 83794 w 124"/>
                <a:gd name="T1" fmla="*/ 49636 h 124"/>
                <a:gd name="T2" fmla="*/ 58791 w 124"/>
                <a:gd name="T3" fmla="*/ 58356 h 124"/>
                <a:gd name="T4" fmla="*/ 58791 w 124"/>
                <a:gd name="T5" fmla="*/ 83174 h 124"/>
                <a:gd name="T6" fmla="*/ 0 w 124"/>
                <a:gd name="T7" fmla="*/ 0 h 124"/>
                <a:gd name="T8" fmla="*/ 83794 w 124"/>
                <a:gd name="T9" fmla="*/ 49636 h 1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4" h="124">
                  <a:moveTo>
                    <a:pt x="124" y="74"/>
                  </a:moveTo>
                  <a:lnTo>
                    <a:pt x="87" y="87"/>
                  </a:lnTo>
                  <a:lnTo>
                    <a:pt x="87" y="124"/>
                  </a:lnTo>
                  <a:lnTo>
                    <a:pt x="0" y="0"/>
                  </a:lnTo>
                  <a:lnTo>
                    <a:pt x="124" y="74"/>
                  </a:lnTo>
                  <a:close/>
                </a:path>
              </a:pathLst>
            </a:custGeom>
            <a:solidFill>
              <a:srgbClr val="000000"/>
            </a:solidFill>
            <a:ln w="19050">
              <a:solidFill>
                <a:srgbClr val="000000"/>
              </a:solidFill>
              <a:round/>
            </a:ln>
          </p:spPr>
          <p:txBody>
            <a:bodyPr vert="horz" wrap="square" lIns="91440" tIns="45720" rIns="91440" bIns="45720" numCol="1" anchor="t" anchorCtr="0" compatLnSpc="1"/>
            <a:lstStyle/>
            <a:p>
              <a:endParaRPr lang="zh-CN" altLang="en-US" sz="1600"/>
            </a:p>
          </p:txBody>
        </p:sp>
        <p:sp>
          <p:nvSpPr>
            <p:cNvPr id="180" name="Line 768"/>
            <p:cNvSpPr>
              <a:spLocks noChangeShapeType="1"/>
            </p:cNvSpPr>
            <p:nvPr/>
          </p:nvSpPr>
          <p:spPr bwMode="auto">
            <a:xfrm flipH="1" flipV="1">
              <a:off x="5373" y="3525"/>
              <a:ext cx="454" cy="227"/>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181" name="Line 769"/>
            <p:cNvSpPr>
              <a:spLocks noChangeShapeType="1"/>
            </p:cNvSpPr>
            <p:nvPr/>
          </p:nvSpPr>
          <p:spPr bwMode="auto">
            <a:xfrm flipH="1" flipV="1">
              <a:off x="4978" y="3152"/>
              <a:ext cx="850" cy="567"/>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182" name="Freeform 770"/>
            <p:cNvSpPr/>
            <p:nvPr/>
          </p:nvSpPr>
          <p:spPr bwMode="auto">
            <a:xfrm>
              <a:off x="4914" y="3100"/>
              <a:ext cx="114" cy="105"/>
            </a:xfrm>
            <a:custGeom>
              <a:avLst/>
              <a:gdLst>
                <a:gd name="T0" fmla="*/ 72000 w 149"/>
                <a:gd name="T1" fmla="*/ 32933 h 99"/>
                <a:gd name="T2" fmla="*/ 54121 w 149"/>
                <a:gd name="T3" fmla="*/ 41671 h 99"/>
                <a:gd name="T4" fmla="*/ 54121 w 149"/>
                <a:gd name="T5" fmla="*/ 66539 h 99"/>
                <a:gd name="T6" fmla="*/ 0 w 149"/>
                <a:gd name="T7" fmla="*/ 0 h 99"/>
                <a:gd name="T8" fmla="*/ 72000 w 149"/>
                <a:gd name="T9" fmla="*/ 32933 h 9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9" h="99">
                  <a:moveTo>
                    <a:pt x="149" y="49"/>
                  </a:moveTo>
                  <a:lnTo>
                    <a:pt x="112" y="62"/>
                  </a:lnTo>
                  <a:lnTo>
                    <a:pt x="112" y="99"/>
                  </a:lnTo>
                  <a:lnTo>
                    <a:pt x="0" y="0"/>
                  </a:lnTo>
                  <a:lnTo>
                    <a:pt x="149" y="49"/>
                  </a:lnTo>
                  <a:close/>
                </a:path>
              </a:pathLst>
            </a:custGeom>
            <a:solidFill>
              <a:srgbClr val="000000"/>
            </a:solidFill>
            <a:ln w="19050">
              <a:solidFill>
                <a:srgbClr val="000000"/>
              </a:solidFill>
              <a:round/>
            </a:ln>
          </p:spPr>
          <p:txBody>
            <a:bodyPr vert="horz" wrap="square" lIns="91440" tIns="45720" rIns="91440" bIns="45720" numCol="1" anchor="t" anchorCtr="0" compatLnSpc="1"/>
            <a:lstStyle/>
            <a:p>
              <a:endParaRPr lang="zh-CN" altLang="en-US" sz="1600"/>
            </a:p>
          </p:txBody>
        </p:sp>
        <p:sp>
          <p:nvSpPr>
            <p:cNvPr id="183" name="Freeform 771"/>
            <p:cNvSpPr/>
            <p:nvPr/>
          </p:nvSpPr>
          <p:spPr bwMode="auto">
            <a:xfrm>
              <a:off x="5353" y="4414"/>
              <a:ext cx="113" cy="170"/>
            </a:xfrm>
            <a:custGeom>
              <a:avLst/>
              <a:gdLst>
                <a:gd name="T0" fmla="*/ 75491 w 149"/>
                <a:gd name="T1" fmla="*/ 0 h 100"/>
                <a:gd name="T2" fmla="*/ 75491 w 149"/>
                <a:gd name="T3" fmla="*/ 24847 h 100"/>
                <a:gd name="T4" fmla="*/ 100430 w 149"/>
                <a:gd name="T5" fmla="*/ 33578 h 100"/>
                <a:gd name="T6" fmla="*/ 0 w 149"/>
                <a:gd name="T7" fmla="*/ 67155 h 100"/>
                <a:gd name="T8" fmla="*/ 75491 w 149"/>
                <a:gd name="T9" fmla="*/ 0 h 1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9" h="100">
                  <a:moveTo>
                    <a:pt x="112" y="0"/>
                  </a:moveTo>
                  <a:lnTo>
                    <a:pt x="112" y="37"/>
                  </a:lnTo>
                  <a:lnTo>
                    <a:pt x="149" y="50"/>
                  </a:lnTo>
                  <a:lnTo>
                    <a:pt x="0" y="100"/>
                  </a:lnTo>
                  <a:lnTo>
                    <a:pt x="112" y="0"/>
                  </a:lnTo>
                  <a:close/>
                </a:path>
              </a:pathLst>
            </a:custGeom>
            <a:solidFill>
              <a:srgbClr val="000000"/>
            </a:solidFill>
            <a:ln w="19050">
              <a:solidFill>
                <a:srgbClr val="000000"/>
              </a:solidFill>
              <a:round/>
            </a:ln>
          </p:spPr>
          <p:txBody>
            <a:bodyPr vert="horz" wrap="square" lIns="91440" tIns="45720" rIns="91440" bIns="45720" numCol="1" anchor="t" anchorCtr="0" compatLnSpc="1"/>
            <a:lstStyle/>
            <a:p>
              <a:endParaRPr lang="zh-CN" altLang="en-US" sz="1600"/>
            </a:p>
          </p:txBody>
        </p:sp>
        <p:sp>
          <p:nvSpPr>
            <p:cNvPr id="184" name="Rectangle 772"/>
            <p:cNvSpPr>
              <a:spLocks noChangeArrowheads="1"/>
            </p:cNvSpPr>
            <p:nvPr/>
          </p:nvSpPr>
          <p:spPr bwMode="auto">
            <a:xfrm>
              <a:off x="7332" y="3153"/>
              <a:ext cx="1508" cy="1497"/>
            </a:xfrm>
            <a:prstGeom prst="rect">
              <a:avLst/>
            </a:prstGeom>
            <a:noFill/>
            <a:ln w="12700">
              <a:solidFill>
                <a:srgbClr val="000000"/>
              </a:solidFill>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600"/>
            </a:p>
          </p:txBody>
        </p:sp>
        <p:sp>
          <p:nvSpPr>
            <p:cNvPr id="185" name="Rectangle 773"/>
            <p:cNvSpPr>
              <a:spLocks noChangeArrowheads="1"/>
            </p:cNvSpPr>
            <p:nvPr/>
          </p:nvSpPr>
          <p:spPr bwMode="auto">
            <a:xfrm>
              <a:off x="8046" y="3141"/>
              <a:ext cx="145"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Times" panose="02020603050405020304" pitchFamily="18" charset="0"/>
                  <a:ea typeface="Times" panose="02020603050405020304" pitchFamily="18" charset="0"/>
                  <a:cs typeface="Calibri" panose="020F0502020204030204" charset="0"/>
                </a:rPr>
                <a:t>1</a:t>
              </a:r>
              <a:endParaRPr kumimoji="0" lang="en-US" altLang="zh-CN" sz="1600" b="0" i="0" u="none" strike="noStrike" cap="none" normalizeH="0" baseline="0">
                <a:ln>
                  <a:noFill/>
                </a:ln>
                <a:solidFill>
                  <a:schemeClr val="tx1"/>
                </a:solidFill>
                <a:effectLst/>
                <a:latin typeface="Arial" panose="020B0604020202020204" pitchFamily="34" charset="0"/>
              </a:endParaRPr>
            </a:p>
          </p:txBody>
        </p:sp>
        <p:sp>
          <p:nvSpPr>
            <p:cNvPr id="186" name="Rectangle 774"/>
            <p:cNvSpPr>
              <a:spLocks noChangeArrowheads="1"/>
            </p:cNvSpPr>
            <p:nvPr/>
          </p:nvSpPr>
          <p:spPr bwMode="auto">
            <a:xfrm>
              <a:off x="8046" y="3326"/>
              <a:ext cx="225"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Times" panose="02020603050405020304" pitchFamily="18" charset="0"/>
                  <a:ea typeface="Times" panose="02020603050405020304" pitchFamily="18" charset="0"/>
                  <a:cs typeface="Calibri" panose="020F0502020204030204" charset="0"/>
                </a:rPr>
                <a:t>5</a:t>
              </a:r>
              <a:endParaRPr kumimoji="0" lang="en-US" altLang="zh-CN" sz="1600" b="0" i="0" u="none" strike="noStrike" cap="none" normalizeH="0" baseline="0">
                <a:ln>
                  <a:noFill/>
                </a:ln>
                <a:solidFill>
                  <a:schemeClr val="tx1"/>
                </a:solidFill>
                <a:effectLst/>
                <a:latin typeface="Arial" panose="020B0604020202020204" pitchFamily="34" charset="0"/>
              </a:endParaRPr>
            </a:p>
          </p:txBody>
        </p:sp>
        <p:sp>
          <p:nvSpPr>
            <p:cNvPr id="187" name="Rectangle 775"/>
            <p:cNvSpPr>
              <a:spLocks noChangeArrowheads="1"/>
            </p:cNvSpPr>
            <p:nvPr/>
          </p:nvSpPr>
          <p:spPr bwMode="auto">
            <a:xfrm>
              <a:off x="8013" y="3532"/>
              <a:ext cx="186"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Times" panose="02020603050405020304" pitchFamily="18" charset="0"/>
                  <a:ea typeface="Times" panose="02020603050405020304" pitchFamily="18" charset="0"/>
                  <a:cs typeface="Calibri" panose="020F0502020204030204" charset="0"/>
                </a:rPr>
                <a:t>10</a:t>
              </a:r>
              <a:endParaRPr kumimoji="0" lang="en-US" altLang="zh-CN" sz="1600" b="0" i="0" u="none" strike="noStrike" cap="none" normalizeH="0" baseline="0">
                <a:ln>
                  <a:noFill/>
                </a:ln>
                <a:solidFill>
                  <a:schemeClr val="tx1"/>
                </a:solidFill>
                <a:effectLst/>
                <a:latin typeface="Arial" panose="020B0604020202020204" pitchFamily="34" charset="0"/>
              </a:endParaRPr>
            </a:p>
          </p:txBody>
        </p:sp>
        <p:sp>
          <p:nvSpPr>
            <p:cNvPr id="188" name="Rectangle 776"/>
            <p:cNvSpPr>
              <a:spLocks noChangeArrowheads="1"/>
            </p:cNvSpPr>
            <p:nvPr/>
          </p:nvSpPr>
          <p:spPr bwMode="auto">
            <a:xfrm>
              <a:off x="8007" y="3709"/>
              <a:ext cx="225"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Times" panose="02020603050405020304" pitchFamily="18" charset="0"/>
                  <a:ea typeface="Times" panose="02020603050405020304" pitchFamily="18" charset="0"/>
                  <a:cs typeface="Calibri" panose="020F0502020204030204" charset="0"/>
                </a:rPr>
                <a:t>13</a:t>
              </a:r>
              <a:endParaRPr kumimoji="0" lang="en-US" altLang="zh-CN" sz="1600" b="0" i="0" u="none" strike="noStrike" cap="none" normalizeH="0" baseline="0">
                <a:ln>
                  <a:noFill/>
                </a:ln>
                <a:solidFill>
                  <a:schemeClr val="tx1"/>
                </a:solidFill>
                <a:effectLst/>
                <a:latin typeface="Arial" panose="020B0604020202020204" pitchFamily="34" charset="0"/>
              </a:endParaRPr>
            </a:p>
          </p:txBody>
        </p:sp>
        <p:sp>
          <p:nvSpPr>
            <p:cNvPr id="189" name="Rectangle 777"/>
            <p:cNvSpPr>
              <a:spLocks noChangeArrowheads="1"/>
            </p:cNvSpPr>
            <p:nvPr/>
          </p:nvSpPr>
          <p:spPr bwMode="auto">
            <a:xfrm>
              <a:off x="8007" y="3896"/>
              <a:ext cx="225"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000000"/>
                  </a:solidFill>
                  <a:effectLst/>
                  <a:latin typeface="Times" panose="02020603050405020304" pitchFamily="18" charset="0"/>
                  <a:ea typeface="Times" panose="02020603050405020304" pitchFamily="18" charset="0"/>
                  <a:cs typeface="Calibri" panose="020F0502020204030204" charset="0"/>
                </a:rPr>
                <a:t>22</a:t>
              </a:r>
              <a:endParaRPr kumimoji="0" lang="en-US" altLang="zh-CN" sz="1600" b="0" i="0" u="none" strike="noStrike" cap="none" normalizeH="0" baseline="0" dirty="0">
                <a:ln>
                  <a:noFill/>
                </a:ln>
                <a:solidFill>
                  <a:schemeClr val="tx1"/>
                </a:solidFill>
                <a:effectLst/>
                <a:latin typeface="Arial" panose="020B0604020202020204" pitchFamily="34" charset="0"/>
              </a:endParaRPr>
            </a:p>
          </p:txBody>
        </p:sp>
        <p:sp>
          <p:nvSpPr>
            <p:cNvPr id="190" name="Rectangle 778"/>
            <p:cNvSpPr>
              <a:spLocks noChangeArrowheads="1"/>
            </p:cNvSpPr>
            <p:nvPr/>
          </p:nvSpPr>
          <p:spPr bwMode="auto">
            <a:xfrm>
              <a:off x="7980" y="4081"/>
              <a:ext cx="141"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600" b="0" i="0" u="none" strike="noStrike" cap="none" normalizeH="0" baseline="0">
                  <a:ln>
                    <a:noFill/>
                  </a:ln>
                  <a:solidFill>
                    <a:srgbClr val="000000"/>
                  </a:solidFill>
                  <a:effectLst/>
                  <a:latin typeface="Times" panose="02020603050405020304" pitchFamily="18" charset="0"/>
                  <a:ea typeface="Times" panose="02020603050405020304" pitchFamily="18" charset="0"/>
                  <a:cs typeface="Calibri" panose="020F0502020204030204" charset="0"/>
                </a:rPr>
                <a:t> </a:t>
              </a:r>
              <a:r>
                <a:rPr kumimoji="0" lang="en-US" altLang="zh-CN" sz="1600" b="0" i="0" u="none" strike="noStrike" cap="none" normalizeH="0" baseline="0">
                  <a:ln>
                    <a:noFill/>
                  </a:ln>
                  <a:solidFill>
                    <a:srgbClr val="000000"/>
                  </a:solidFill>
                  <a:effectLst/>
                  <a:latin typeface="Times" panose="02020603050405020304" pitchFamily="18" charset="0"/>
                  <a:ea typeface="Times" panose="02020603050405020304" pitchFamily="18" charset="0"/>
                  <a:cs typeface="Calibri" panose="020F0502020204030204" charset="0"/>
                </a:rPr>
                <a:t>1</a:t>
              </a:r>
              <a:endParaRPr kumimoji="0" lang="en-US" altLang="zh-CN" sz="1600" b="0" i="0" u="none" strike="noStrike" cap="none" normalizeH="0" baseline="0">
                <a:ln>
                  <a:noFill/>
                </a:ln>
                <a:solidFill>
                  <a:schemeClr val="tx1"/>
                </a:solidFill>
                <a:effectLst/>
                <a:latin typeface="Arial" panose="020B0604020202020204" pitchFamily="34" charset="0"/>
              </a:endParaRPr>
            </a:p>
          </p:txBody>
        </p:sp>
        <p:sp>
          <p:nvSpPr>
            <p:cNvPr id="191" name="Rectangle 779"/>
            <p:cNvSpPr>
              <a:spLocks noChangeArrowheads="1"/>
            </p:cNvSpPr>
            <p:nvPr/>
          </p:nvSpPr>
          <p:spPr bwMode="auto">
            <a:xfrm>
              <a:off x="7980" y="4266"/>
              <a:ext cx="198"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600" b="0" i="0" u="none" strike="noStrike" cap="none" normalizeH="0" baseline="0">
                  <a:ln>
                    <a:noFill/>
                  </a:ln>
                  <a:solidFill>
                    <a:srgbClr val="000000"/>
                  </a:solidFill>
                  <a:effectLst/>
                  <a:latin typeface="Times" panose="02020603050405020304" pitchFamily="18" charset="0"/>
                  <a:ea typeface="Times" panose="02020603050405020304" pitchFamily="18" charset="0"/>
                  <a:cs typeface="Calibri" panose="020F0502020204030204" charset="0"/>
                </a:rPr>
                <a:t> </a:t>
              </a:r>
              <a:r>
                <a:rPr kumimoji="0" lang="en-US" altLang="zh-CN" sz="1600" b="0" i="0" u="none" strike="noStrike" cap="none" normalizeH="0" baseline="0">
                  <a:ln>
                    <a:noFill/>
                  </a:ln>
                  <a:solidFill>
                    <a:srgbClr val="000000"/>
                  </a:solidFill>
                  <a:effectLst/>
                  <a:latin typeface="Times" panose="02020603050405020304" pitchFamily="18" charset="0"/>
                  <a:ea typeface="Times" panose="02020603050405020304" pitchFamily="18" charset="0"/>
                  <a:cs typeface="Calibri" panose="020F0502020204030204" charset="0"/>
                </a:rPr>
                <a:t>­1</a:t>
              </a:r>
              <a:endParaRPr kumimoji="0" lang="en-US" altLang="zh-CN" sz="1600" b="0" i="0" u="none" strike="noStrike" cap="none" normalizeH="0" baseline="0">
                <a:ln>
                  <a:noFill/>
                </a:ln>
                <a:solidFill>
                  <a:schemeClr val="tx1"/>
                </a:solidFill>
                <a:effectLst/>
                <a:latin typeface="Arial" panose="020B0604020202020204" pitchFamily="34" charset="0"/>
              </a:endParaRPr>
            </a:p>
          </p:txBody>
        </p:sp>
        <p:sp>
          <p:nvSpPr>
            <p:cNvPr id="192" name="Rectangle 780"/>
            <p:cNvSpPr>
              <a:spLocks noChangeArrowheads="1"/>
            </p:cNvSpPr>
            <p:nvPr/>
          </p:nvSpPr>
          <p:spPr bwMode="auto">
            <a:xfrm>
              <a:off x="7980" y="4452"/>
              <a:ext cx="198"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600" b="0" i="0" u="none" strike="noStrike" cap="none" normalizeH="0" baseline="0">
                  <a:ln>
                    <a:noFill/>
                  </a:ln>
                  <a:solidFill>
                    <a:srgbClr val="000000"/>
                  </a:solidFill>
                  <a:effectLst/>
                  <a:latin typeface="Times" panose="02020603050405020304" pitchFamily="18" charset="0"/>
                  <a:ea typeface="Times" panose="02020603050405020304" pitchFamily="18" charset="0"/>
                  <a:cs typeface="Calibri" panose="020F0502020204030204" charset="0"/>
                </a:rPr>
                <a:t> </a:t>
              </a:r>
              <a:r>
                <a:rPr kumimoji="0" lang="en-US" altLang="zh-CN" sz="1600" b="0" i="0" u="none" strike="noStrike" cap="none" normalizeH="0" baseline="0">
                  <a:ln>
                    <a:noFill/>
                  </a:ln>
                  <a:solidFill>
                    <a:srgbClr val="000000"/>
                  </a:solidFill>
                  <a:effectLst/>
                  <a:latin typeface="Times" panose="02020603050405020304" pitchFamily="18" charset="0"/>
                  <a:ea typeface="Times" panose="02020603050405020304" pitchFamily="18" charset="0"/>
                  <a:cs typeface="Calibri" panose="020F0502020204030204" charset="0"/>
                </a:rPr>
                <a:t>­1</a:t>
              </a:r>
              <a:endParaRPr kumimoji="0" lang="en-US" altLang="zh-CN" sz="1600" b="0" i="0" u="none" strike="noStrike" cap="none" normalizeH="0" baseline="0">
                <a:ln>
                  <a:noFill/>
                </a:ln>
                <a:solidFill>
                  <a:schemeClr val="tx1"/>
                </a:solidFill>
                <a:effectLst/>
                <a:latin typeface="Arial" panose="020B0604020202020204" pitchFamily="34" charset="0"/>
              </a:endParaRPr>
            </a:p>
          </p:txBody>
        </p:sp>
        <p:sp>
          <p:nvSpPr>
            <p:cNvPr id="193" name="Freeform 781"/>
            <p:cNvSpPr/>
            <p:nvPr/>
          </p:nvSpPr>
          <p:spPr bwMode="auto">
            <a:xfrm>
              <a:off x="7028" y="2849"/>
              <a:ext cx="2116" cy="2118"/>
            </a:xfrm>
            <a:custGeom>
              <a:avLst/>
              <a:gdLst>
                <a:gd name="T0" fmla="*/ 0 w 1991"/>
                <a:gd name="T1" fmla="*/ 672811 h 1993"/>
                <a:gd name="T2" fmla="*/ 8099 w 1991"/>
                <a:gd name="T3" fmla="*/ 529746 h 1993"/>
                <a:gd name="T4" fmla="*/ 58719 w 1991"/>
                <a:gd name="T5" fmla="*/ 395454 h 1993"/>
                <a:gd name="T6" fmla="*/ 125537 w 1991"/>
                <a:gd name="T7" fmla="*/ 277357 h 1993"/>
                <a:gd name="T8" fmla="*/ 218003 w 1991"/>
                <a:gd name="T9" fmla="*/ 168034 h 1993"/>
                <a:gd name="T10" fmla="*/ 335441 w 1991"/>
                <a:gd name="T11" fmla="*/ 84354 h 1993"/>
                <a:gd name="T12" fmla="*/ 461653 w 1991"/>
                <a:gd name="T13" fmla="*/ 25644 h 1993"/>
                <a:gd name="T14" fmla="*/ 604738 w 1991"/>
                <a:gd name="T15" fmla="*/ 0 h 1993"/>
                <a:gd name="T16" fmla="*/ 739049 w 1991"/>
                <a:gd name="T17" fmla="*/ 0 h 1993"/>
                <a:gd name="T18" fmla="*/ 881459 w 1991"/>
                <a:gd name="T19" fmla="*/ 25644 h 1993"/>
                <a:gd name="T20" fmla="*/ 1007672 w 1991"/>
                <a:gd name="T21" fmla="*/ 84354 h 1993"/>
                <a:gd name="T22" fmla="*/ 1125109 w 1991"/>
                <a:gd name="T23" fmla="*/ 168034 h 1993"/>
                <a:gd name="T24" fmla="*/ 1217575 w 1991"/>
                <a:gd name="T25" fmla="*/ 277357 h 1993"/>
                <a:gd name="T26" fmla="*/ 1285068 w 1991"/>
                <a:gd name="T27" fmla="*/ 395454 h 1993"/>
                <a:gd name="T28" fmla="*/ 1335013 w 1991"/>
                <a:gd name="T29" fmla="*/ 529746 h 1993"/>
                <a:gd name="T30" fmla="*/ 1343787 w 1991"/>
                <a:gd name="T31" fmla="*/ 672811 h 1993"/>
                <a:gd name="T32" fmla="*/ 1335013 w 1991"/>
                <a:gd name="T33" fmla="*/ 815876 h 1993"/>
                <a:gd name="T34" fmla="*/ 1285068 w 1991"/>
                <a:gd name="T35" fmla="*/ 941395 h 1993"/>
                <a:gd name="T36" fmla="*/ 1217575 w 1991"/>
                <a:gd name="T37" fmla="*/ 1067590 h 1993"/>
                <a:gd name="T38" fmla="*/ 1125109 w 1991"/>
                <a:gd name="T39" fmla="*/ 1168815 h 1993"/>
                <a:gd name="T40" fmla="*/ 1007672 w 1991"/>
                <a:gd name="T41" fmla="*/ 1252495 h 1993"/>
                <a:gd name="T42" fmla="*/ 881459 w 1991"/>
                <a:gd name="T43" fmla="*/ 1311205 h 1993"/>
                <a:gd name="T44" fmla="*/ 739049 w 1991"/>
                <a:gd name="T45" fmla="*/ 1344947 h 1993"/>
                <a:gd name="T46" fmla="*/ 604738 w 1991"/>
                <a:gd name="T47" fmla="*/ 1344947 h 1993"/>
                <a:gd name="T48" fmla="*/ 461653 w 1991"/>
                <a:gd name="T49" fmla="*/ 1311205 h 1993"/>
                <a:gd name="T50" fmla="*/ 335441 w 1991"/>
                <a:gd name="T51" fmla="*/ 1252495 h 1993"/>
                <a:gd name="T52" fmla="*/ 218003 w 1991"/>
                <a:gd name="T53" fmla="*/ 1168815 h 1993"/>
                <a:gd name="T54" fmla="*/ 125537 w 1991"/>
                <a:gd name="T55" fmla="*/ 1067590 h 1993"/>
                <a:gd name="T56" fmla="*/ 58719 w 1991"/>
                <a:gd name="T57" fmla="*/ 941395 h 1993"/>
                <a:gd name="T58" fmla="*/ 8099 w 1991"/>
                <a:gd name="T59" fmla="*/ 815876 h 1993"/>
                <a:gd name="T60" fmla="*/ 0 w 1991"/>
                <a:gd name="T61" fmla="*/ 672811 h 1993"/>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1991" h="1993">
                  <a:moveTo>
                    <a:pt x="0" y="997"/>
                  </a:moveTo>
                  <a:lnTo>
                    <a:pt x="12" y="785"/>
                  </a:lnTo>
                  <a:lnTo>
                    <a:pt x="87" y="586"/>
                  </a:lnTo>
                  <a:lnTo>
                    <a:pt x="186" y="411"/>
                  </a:lnTo>
                  <a:lnTo>
                    <a:pt x="323" y="249"/>
                  </a:lnTo>
                  <a:lnTo>
                    <a:pt x="497" y="125"/>
                  </a:lnTo>
                  <a:lnTo>
                    <a:pt x="684" y="38"/>
                  </a:lnTo>
                  <a:lnTo>
                    <a:pt x="896" y="0"/>
                  </a:lnTo>
                  <a:lnTo>
                    <a:pt x="1095" y="0"/>
                  </a:lnTo>
                  <a:lnTo>
                    <a:pt x="1306" y="38"/>
                  </a:lnTo>
                  <a:lnTo>
                    <a:pt x="1493" y="125"/>
                  </a:lnTo>
                  <a:lnTo>
                    <a:pt x="1667" y="249"/>
                  </a:lnTo>
                  <a:lnTo>
                    <a:pt x="1804" y="411"/>
                  </a:lnTo>
                  <a:lnTo>
                    <a:pt x="1904" y="586"/>
                  </a:lnTo>
                  <a:lnTo>
                    <a:pt x="1978" y="785"/>
                  </a:lnTo>
                  <a:lnTo>
                    <a:pt x="1991" y="997"/>
                  </a:lnTo>
                  <a:lnTo>
                    <a:pt x="1978" y="1209"/>
                  </a:lnTo>
                  <a:lnTo>
                    <a:pt x="1904" y="1395"/>
                  </a:lnTo>
                  <a:lnTo>
                    <a:pt x="1804" y="1582"/>
                  </a:lnTo>
                  <a:lnTo>
                    <a:pt x="1667" y="1732"/>
                  </a:lnTo>
                  <a:lnTo>
                    <a:pt x="1493" y="1856"/>
                  </a:lnTo>
                  <a:lnTo>
                    <a:pt x="1306" y="1943"/>
                  </a:lnTo>
                  <a:lnTo>
                    <a:pt x="1095" y="1993"/>
                  </a:lnTo>
                  <a:lnTo>
                    <a:pt x="896" y="1993"/>
                  </a:lnTo>
                  <a:lnTo>
                    <a:pt x="684" y="1943"/>
                  </a:lnTo>
                  <a:lnTo>
                    <a:pt x="497" y="1856"/>
                  </a:lnTo>
                  <a:lnTo>
                    <a:pt x="323" y="1732"/>
                  </a:lnTo>
                  <a:lnTo>
                    <a:pt x="186" y="1582"/>
                  </a:lnTo>
                  <a:lnTo>
                    <a:pt x="87" y="1395"/>
                  </a:lnTo>
                  <a:lnTo>
                    <a:pt x="12" y="1209"/>
                  </a:lnTo>
                  <a:lnTo>
                    <a:pt x="0" y="997"/>
                  </a:lnTo>
                </a:path>
              </a:pathLst>
            </a:custGeom>
            <a:noFill/>
            <a:ln w="12700">
              <a:solidFill>
                <a:srgbClr val="000000"/>
              </a:solidFill>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600"/>
            </a:p>
          </p:txBody>
        </p:sp>
        <p:sp>
          <p:nvSpPr>
            <p:cNvPr id="194" name="Line 782"/>
            <p:cNvSpPr>
              <a:spLocks noChangeShapeType="1"/>
            </p:cNvSpPr>
            <p:nvPr/>
          </p:nvSpPr>
          <p:spPr bwMode="auto">
            <a:xfrm flipV="1">
              <a:off x="6160" y="2353"/>
              <a:ext cx="2098" cy="136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195" name="Freeform 783"/>
            <p:cNvSpPr/>
            <p:nvPr/>
          </p:nvSpPr>
          <p:spPr bwMode="auto">
            <a:xfrm>
              <a:off x="6141" y="3613"/>
              <a:ext cx="158" cy="119"/>
            </a:xfrm>
            <a:custGeom>
              <a:avLst/>
              <a:gdLst>
                <a:gd name="T0" fmla="*/ 75491 w 149"/>
                <a:gd name="T1" fmla="*/ 0 h 112"/>
                <a:gd name="T2" fmla="*/ 75491 w 149"/>
                <a:gd name="T3" fmla="*/ 25034 h 112"/>
                <a:gd name="T4" fmla="*/ 100430 w 149"/>
                <a:gd name="T5" fmla="*/ 33830 h 112"/>
                <a:gd name="T6" fmla="*/ 0 w 149"/>
                <a:gd name="T7" fmla="*/ 75780 h 112"/>
                <a:gd name="T8" fmla="*/ 75491 w 149"/>
                <a:gd name="T9" fmla="*/ 0 h 1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9" h="112">
                  <a:moveTo>
                    <a:pt x="112" y="0"/>
                  </a:moveTo>
                  <a:lnTo>
                    <a:pt x="112" y="37"/>
                  </a:lnTo>
                  <a:lnTo>
                    <a:pt x="149" y="50"/>
                  </a:lnTo>
                  <a:lnTo>
                    <a:pt x="0" y="112"/>
                  </a:lnTo>
                  <a:lnTo>
                    <a:pt x="112" y="0"/>
                  </a:lnTo>
                  <a:close/>
                </a:path>
              </a:pathLst>
            </a:custGeom>
            <a:solidFill>
              <a:srgbClr val="000000"/>
            </a:solidFill>
            <a:ln w="19050">
              <a:solidFill>
                <a:srgbClr val="000000"/>
              </a:solidFill>
              <a:round/>
            </a:ln>
          </p:spPr>
          <p:txBody>
            <a:bodyPr vert="horz" wrap="square" lIns="91440" tIns="45720" rIns="91440" bIns="45720" numCol="1" anchor="t" anchorCtr="0" compatLnSpc="1"/>
            <a:lstStyle/>
            <a:p>
              <a:endParaRPr lang="zh-CN" altLang="en-US" sz="1600"/>
            </a:p>
          </p:txBody>
        </p:sp>
        <p:sp>
          <p:nvSpPr>
            <p:cNvPr id="196" name="Rectangle 784"/>
            <p:cNvSpPr>
              <a:spLocks noChangeArrowheads="1"/>
            </p:cNvSpPr>
            <p:nvPr/>
          </p:nvSpPr>
          <p:spPr bwMode="auto">
            <a:xfrm>
              <a:off x="7067" y="3803"/>
              <a:ext cx="226"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Times" panose="02020603050405020304" pitchFamily="18" charset="0"/>
                  <a:ea typeface="Times" panose="02020603050405020304" pitchFamily="18" charset="0"/>
                  <a:cs typeface="Calibri" panose="020F0502020204030204" charset="0"/>
                </a:rPr>
                <a:t>15</a:t>
              </a:r>
              <a:endParaRPr kumimoji="0" lang="en-US" altLang="zh-CN" sz="1600" b="0" i="0" u="none" strike="noStrike" cap="none" normalizeH="0" baseline="0">
                <a:ln>
                  <a:noFill/>
                </a:ln>
                <a:solidFill>
                  <a:schemeClr val="tx1"/>
                </a:solidFill>
                <a:effectLst/>
                <a:latin typeface="Arial" panose="020B0604020202020204" pitchFamily="34" charset="0"/>
              </a:endParaRPr>
            </a:p>
          </p:txBody>
        </p:sp>
        <p:sp>
          <p:nvSpPr>
            <p:cNvPr id="197" name="Rectangle 757"/>
            <p:cNvSpPr>
              <a:spLocks noChangeArrowheads="1"/>
            </p:cNvSpPr>
            <p:nvPr/>
          </p:nvSpPr>
          <p:spPr bwMode="auto">
            <a:xfrm>
              <a:off x="8151" y="1903"/>
              <a:ext cx="689"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600" b="1" i="0" u="none" strike="noStrike" cap="none" normalizeH="0" baseline="0" dirty="0">
                  <a:ln>
                    <a:noFill/>
                  </a:ln>
                  <a:solidFill>
                    <a:srgbClr val="000000"/>
                  </a:solidFill>
                  <a:effectLst/>
                  <a:latin typeface="Times" panose="02020603050405020304" pitchFamily="18" charset="0"/>
                  <a:ea typeface="Times" panose="02020603050405020304" pitchFamily="18" charset="0"/>
                  <a:cs typeface="Calibri" panose="020F0502020204030204" charset="0"/>
                </a:rPr>
                <a:t> </a:t>
              </a:r>
              <a:r>
                <a:rPr kumimoji="0" lang="zh-CN" altLang="zh-CN" sz="1600" b="0" i="0" u="none" strike="noStrike" cap="none" normalizeH="0" baseline="0" dirty="0">
                  <a:ln>
                    <a:noFill/>
                  </a:ln>
                  <a:solidFill>
                    <a:srgbClr val="000000"/>
                  </a:solidFill>
                  <a:effectLst/>
                  <a:latin typeface="Times" panose="02020603050405020304" pitchFamily="18" charset="0"/>
                  <a:ea typeface="宋体" panose="02010600030101010101" pitchFamily="2" charset="-122"/>
                  <a:cs typeface="Times" panose="02020603050405020304" pitchFamily="18" charset="0"/>
                </a:rPr>
                <a:t>索引块</a:t>
              </a:r>
              <a:endParaRPr kumimoji="0" lang="zh-CN" altLang="zh-CN" sz="1600" b="0" i="0" u="none" strike="noStrike" cap="none" normalizeH="0" baseline="0" dirty="0">
                <a:ln>
                  <a:noFill/>
                </a:ln>
                <a:solidFill>
                  <a:schemeClr val="tx1"/>
                </a:solidFill>
                <a:effectLst/>
                <a:latin typeface="Arial" panose="020B0604020202020204" pitchFamily="34" charset="0"/>
              </a:endParaRPr>
            </a:p>
          </p:txBody>
        </p:sp>
        <p:sp>
          <p:nvSpPr>
            <p:cNvPr id="198" name="Rectangle 677"/>
            <p:cNvSpPr>
              <a:spLocks noChangeArrowheads="1"/>
            </p:cNvSpPr>
            <p:nvPr/>
          </p:nvSpPr>
          <p:spPr bwMode="auto">
            <a:xfrm>
              <a:off x="5599" y="4067"/>
              <a:ext cx="225"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Times" panose="02020603050405020304" pitchFamily="18" charset="0"/>
                  <a:ea typeface="Times" panose="02020603050405020304" pitchFamily="18" charset="0"/>
                  <a:cs typeface="Calibri" panose="020F0502020204030204" charset="0"/>
                </a:rPr>
                <a:t>19</a:t>
              </a:r>
              <a:endParaRPr kumimoji="0" lang="en-US" altLang="zh-CN" sz="1600" b="0" i="0" u="none" strike="noStrike" cap="none" normalizeH="0" baseline="0">
                <a:ln>
                  <a:noFill/>
                </a:ln>
                <a:solidFill>
                  <a:schemeClr val="tx1"/>
                </a:solidFill>
                <a:effectLst/>
                <a:latin typeface="Arial" panose="020B0604020202020204" pitchFamily="34" charset="0"/>
              </a:endParaRPr>
            </a:p>
          </p:txBody>
        </p:sp>
        <p:sp>
          <p:nvSpPr>
            <p:cNvPr id="199" name="Line 768"/>
            <p:cNvSpPr>
              <a:spLocks noChangeShapeType="1"/>
            </p:cNvSpPr>
            <p:nvPr/>
          </p:nvSpPr>
          <p:spPr bwMode="auto">
            <a:xfrm>
              <a:off x="5026" y="3790"/>
              <a:ext cx="794"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grpSp>
      <p:sp>
        <p:nvSpPr>
          <p:cNvPr id="200" name="文本框 199"/>
          <p:cNvSpPr txBox="1"/>
          <p:nvPr/>
        </p:nvSpPr>
        <p:spPr>
          <a:xfrm>
            <a:off x="4698607" y="6316392"/>
            <a:ext cx="2853666" cy="584775"/>
          </a:xfrm>
          <a:prstGeom prst="rect">
            <a:avLst/>
          </a:prstGeom>
          <a:noFill/>
        </p:spPr>
        <p:txBody>
          <a:bodyPr wrap="none" rtlCol="0">
            <a:spAutoFit/>
          </a:bodyPr>
          <a:lstStyle/>
          <a:p>
            <a:r>
              <a:rPr lang="zh-CN" altLang="zh-CN" sz="1600" dirty="0"/>
              <a:t>图</a:t>
            </a:r>
            <a:r>
              <a:rPr lang="en-US" altLang="zh-CN" sz="1600" dirty="0"/>
              <a:t>9-7  </a:t>
            </a:r>
            <a:r>
              <a:rPr lang="zh-CN" altLang="zh-CN" sz="1600" dirty="0"/>
              <a:t>文件的索引分配示意图</a:t>
            </a:r>
          </a:p>
          <a:p>
            <a:endParaRPr lang="zh-CN" altLang="en-US" sz="1600" dirty="0"/>
          </a:p>
        </p:txBody>
      </p:sp>
    </p:spTree>
    <p:custDataLst>
      <p:tags r:id="rId1"/>
    </p:custDataLst>
  </p:cSld>
  <p:clrMapOvr>
    <a:masterClrMapping/>
  </p:clrMapOvr>
  <p:transition>
    <p:random/>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3.</a:t>
            </a:r>
            <a:r>
              <a:rPr lang="en-US" altLang="zh-CN" dirty="0">
                <a:sym typeface="+mn-ea"/>
              </a:rPr>
              <a:t>  </a:t>
            </a:r>
            <a:r>
              <a:rPr lang="zh-CN" altLang="en-US" dirty="0"/>
              <a:t>索引分配</a:t>
            </a:r>
          </a:p>
        </p:txBody>
      </p:sp>
      <p:sp>
        <p:nvSpPr>
          <p:cNvPr id="3" name="内容占位符 2"/>
          <p:cNvSpPr>
            <a:spLocks noGrp="1"/>
          </p:cNvSpPr>
          <p:nvPr>
            <p:ph idx="1"/>
          </p:nvPr>
        </p:nvSpPr>
        <p:spPr>
          <a:xfrm>
            <a:off x="731888" y="1174403"/>
            <a:ext cx="10968990" cy="3133192"/>
          </a:xfrm>
        </p:spPr>
        <p:txBody>
          <a:bodyPr>
            <a:normAutofit fontScale="97500"/>
          </a:bodyPr>
          <a:lstStyle/>
          <a:p>
            <a:pPr marL="0" indent="0">
              <a:buNone/>
            </a:pPr>
            <a:r>
              <a:rPr lang="en-US" altLang="zh-CN" dirty="0"/>
              <a:t>    </a:t>
            </a:r>
            <a:r>
              <a:rPr lang="zh-CN" altLang="zh-CN" dirty="0"/>
              <a:t>索引分配方式的</a:t>
            </a:r>
            <a:r>
              <a:rPr lang="zh-CN" altLang="zh-CN" b="1" dirty="0"/>
              <a:t>优点</a:t>
            </a:r>
            <a:r>
              <a:rPr lang="zh-CN" altLang="zh-CN" dirty="0"/>
              <a:t>主要有：</a:t>
            </a:r>
          </a:p>
          <a:p>
            <a:r>
              <a:rPr lang="zh-CN" altLang="zh-CN" dirty="0"/>
              <a:t>（</a:t>
            </a:r>
            <a:r>
              <a:rPr lang="en-US" altLang="zh-CN" dirty="0"/>
              <a:t>1</a:t>
            </a:r>
            <a:r>
              <a:rPr lang="zh-CN" altLang="zh-CN" dirty="0"/>
              <a:t>）即适合顺序存取，也支持随机存取。当要读文件的第</a:t>
            </a:r>
            <a:r>
              <a:rPr lang="en-US" altLang="zh-CN" dirty="0" err="1"/>
              <a:t>i</a:t>
            </a:r>
            <a:r>
              <a:rPr lang="zh-CN" altLang="zh-CN" dirty="0"/>
              <a:t>个盘块时，可方便地直接从索引块中找到第</a:t>
            </a:r>
            <a:r>
              <a:rPr lang="en-US" altLang="zh-CN" dirty="0" err="1"/>
              <a:t>i</a:t>
            </a:r>
            <a:r>
              <a:rPr lang="zh-CN" altLang="zh-CN" dirty="0"/>
              <a:t>个盘块的盘块号。</a:t>
            </a:r>
          </a:p>
          <a:p>
            <a:r>
              <a:rPr lang="zh-CN" altLang="zh-CN" dirty="0"/>
              <a:t>（</a:t>
            </a:r>
            <a:r>
              <a:rPr lang="en-US" altLang="zh-CN" dirty="0"/>
              <a:t>2</a:t>
            </a:r>
            <a:r>
              <a:rPr lang="zh-CN" altLang="zh-CN" dirty="0"/>
              <a:t>）容易实现记录的插入、删除和修改。</a:t>
            </a:r>
          </a:p>
          <a:p>
            <a:r>
              <a:rPr lang="zh-CN" altLang="zh-CN" dirty="0"/>
              <a:t>（</a:t>
            </a:r>
            <a:r>
              <a:rPr lang="en-US" altLang="zh-CN" dirty="0"/>
              <a:t>3</a:t>
            </a:r>
            <a:r>
              <a:rPr lang="zh-CN" altLang="zh-CN" dirty="0"/>
              <a:t>）该分配方式不会产生外部碎片。</a:t>
            </a:r>
          </a:p>
          <a:p>
            <a:pPr marL="0" indent="0">
              <a:buNone/>
            </a:pPr>
            <a:endParaRPr lang="zh-CN" altLang="zh-CN" dirty="0"/>
          </a:p>
        </p:txBody>
      </p:sp>
    </p:spTree>
    <p:custDataLst>
      <p:tags r:id="rId1"/>
    </p:custDataLst>
  </p:cSld>
  <p:clrMapOvr>
    <a:masterClrMapping/>
  </p:clrMapOvr>
  <p:transition>
    <p:random/>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5BE64A58-B6B7-4F80-9E18-A60A0863E2B8}"/>
              </a:ext>
            </a:extLst>
          </p:cNvPr>
          <p:cNvSpPr>
            <a:spLocks noGrp="1"/>
          </p:cNvSpPr>
          <p:nvPr>
            <p:ph idx="1"/>
          </p:nvPr>
        </p:nvSpPr>
        <p:spPr>
          <a:xfrm>
            <a:off x="608330" y="1227455"/>
            <a:ext cx="10968990" cy="3983523"/>
          </a:xfrm>
        </p:spPr>
        <p:txBody>
          <a:bodyPr/>
          <a:lstStyle/>
          <a:p>
            <a:pPr marL="0" indent="0">
              <a:buNone/>
            </a:pPr>
            <a:r>
              <a:rPr lang="en-US" altLang="zh-CN" dirty="0"/>
              <a:t> </a:t>
            </a:r>
            <a:r>
              <a:rPr lang="zh-CN" altLang="zh-CN" dirty="0"/>
              <a:t>索引分配方式的主要</a:t>
            </a:r>
            <a:r>
              <a:rPr lang="zh-CN" altLang="zh-CN" b="1" dirty="0"/>
              <a:t>缺点</a:t>
            </a:r>
            <a:r>
              <a:rPr lang="zh-CN" altLang="zh-CN" dirty="0"/>
              <a:t>是：</a:t>
            </a:r>
          </a:p>
          <a:p>
            <a:r>
              <a:rPr lang="zh-CN" altLang="zh-CN" dirty="0"/>
              <a:t>（</a:t>
            </a:r>
            <a:r>
              <a:rPr lang="en-US" altLang="zh-CN" dirty="0"/>
              <a:t>1</a:t>
            </a:r>
            <a:r>
              <a:rPr lang="zh-CN" altLang="zh-CN" dirty="0"/>
              <a:t>）索引块可能占用较多的外存空间。</a:t>
            </a:r>
            <a:r>
              <a:rPr lang="en-US" altLang="zh-CN" dirty="0"/>
              <a:t> </a:t>
            </a:r>
            <a:endParaRPr lang="zh-CN" altLang="zh-CN" dirty="0"/>
          </a:p>
          <a:p>
            <a:r>
              <a:rPr lang="zh-CN" altLang="zh-CN" dirty="0"/>
              <a:t>（</a:t>
            </a:r>
            <a:r>
              <a:rPr lang="en-US" altLang="zh-CN" dirty="0"/>
              <a:t>2</a:t>
            </a:r>
            <a:r>
              <a:rPr lang="zh-CN" altLang="zh-CN" dirty="0"/>
              <a:t>）对于小文件来说，其索引块的利用率是非常低的。</a:t>
            </a:r>
          </a:p>
          <a:p>
            <a:r>
              <a:rPr lang="zh-CN" altLang="zh-CN" dirty="0"/>
              <a:t>（</a:t>
            </a:r>
            <a:r>
              <a:rPr lang="en-US" altLang="zh-CN" dirty="0"/>
              <a:t>3</a:t>
            </a:r>
            <a:r>
              <a:rPr lang="zh-CN" altLang="zh-CN" dirty="0"/>
              <a:t>）降低了文件存取的速度。在存取文件时，需要两次访问外存：第一次访问索引块，找到所访问的物理盘块的位置；第二次访问的才是要存取的物理块。</a:t>
            </a:r>
            <a:endParaRPr lang="en-US" altLang="zh-CN" dirty="0"/>
          </a:p>
          <a:p>
            <a:r>
              <a:rPr lang="zh-CN" altLang="en-US" dirty="0"/>
              <a:t>  如果文件太大，一个物理块放不下所有的索引，需要二级索引。</a:t>
            </a:r>
            <a:endParaRPr lang="en-US" altLang="zh-CN" dirty="0"/>
          </a:p>
        </p:txBody>
      </p:sp>
      <p:sp>
        <p:nvSpPr>
          <p:cNvPr id="4" name="标题 1">
            <a:extLst>
              <a:ext uri="{FF2B5EF4-FFF2-40B4-BE49-F238E27FC236}">
                <a16:creationId xmlns:a16="http://schemas.microsoft.com/office/drawing/2014/main" id="{D3C85167-B271-4B7A-9ABC-8FE4CB19CC35}"/>
              </a:ext>
            </a:extLst>
          </p:cNvPr>
          <p:cNvSpPr>
            <a:spLocks noGrp="1"/>
          </p:cNvSpPr>
          <p:nvPr>
            <p:ph type="title"/>
          </p:nvPr>
        </p:nvSpPr>
        <p:spPr>
          <a:xfrm>
            <a:off x="1076325" y="114300"/>
            <a:ext cx="10969625" cy="706438"/>
          </a:xfrm>
        </p:spPr>
        <p:txBody>
          <a:bodyPr>
            <a:normAutofit/>
          </a:bodyPr>
          <a:lstStyle/>
          <a:p>
            <a:r>
              <a:rPr lang="en-US" altLang="zh-CN" dirty="0"/>
              <a:t>3.</a:t>
            </a:r>
            <a:r>
              <a:rPr lang="en-US" altLang="zh-CN" dirty="0">
                <a:sym typeface="+mn-ea"/>
              </a:rPr>
              <a:t>  </a:t>
            </a:r>
            <a:r>
              <a:rPr lang="zh-CN" altLang="en-US" dirty="0"/>
              <a:t>索引分配</a:t>
            </a:r>
          </a:p>
        </p:txBody>
      </p:sp>
    </p:spTree>
    <p:extLst>
      <p:ext uri="{BB962C8B-B14F-4D97-AF65-F5344CB8AC3E}">
        <p14:creationId xmlns:p14="http://schemas.microsoft.com/office/powerpoint/2010/main" val="3581404721"/>
      </p:ext>
    </p:extLst>
  </p:cSld>
  <p:clrMapOvr>
    <a:masterClrMapping/>
  </p:clrMapOvr>
  <p:transition>
    <p:random/>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4.</a:t>
            </a:r>
            <a:r>
              <a:rPr lang="en-US" altLang="zh-CN" dirty="0">
                <a:sym typeface="+mn-ea"/>
              </a:rPr>
              <a:t>  </a:t>
            </a:r>
            <a:r>
              <a:rPr lang="zh-CN" altLang="en-US" dirty="0">
                <a:sym typeface="+mn-ea"/>
              </a:rPr>
              <a:t>混合</a:t>
            </a:r>
            <a:r>
              <a:rPr lang="zh-CN" altLang="en-US" dirty="0"/>
              <a:t>索引结构</a:t>
            </a:r>
          </a:p>
        </p:txBody>
      </p:sp>
      <p:sp>
        <p:nvSpPr>
          <p:cNvPr id="3" name="内容占位符 2"/>
          <p:cNvSpPr>
            <a:spLocks noGrp="1"/>
          </p:cNvSpPr>
          <p:nvPr>
            <p:ph idx="1"/>
          </p:nvPr>
        </p:nvSpPr>
        <p:spPr>
          <a:xfrm>
            <a:off x="632735" y="971698"/>
            <a:ext cx="4313837" cy="4995043"/>
          </a:xfrm>
        </p:spPr>
        <p:txBody>
          <a:bodyPr>
            <a:normAutofit fontScale="90000" lnSpcReduction="10000"/>
          </a:bodyPr>
          <a:lstStyle/>
          <a:p>
            <a:pPr marL="457200" indent="-457200">
              <a:lnSpc>
                <a:spcPct val="110000"/>
              </a:lnSpc>
              <a:spcAft>
                <a:spcPts val="600"/>
              </a:spcAft>
              <a:buClr>
                <a:srgbClr val="0000FF"/>
              </a:buClr>
              <a:buSzPct val="100000"/>
              <a:buFont typeface="+mj-lt"/>
              <a:buAutoNum type="arabicPeriod"/>
            </a:pPr>
            <a:r>
              <a:rPr lang="en-US" altLang="zh-CN" sz="2200" dirty="0"/>
              <a:t>Unix</a:t>
            </a:r>
            <a:r>
              <a:rPr lang="zh-CN" altLang="zh-CN" sz="2200" dirty="0"/>
              <a:t>操作系统中，采用了多级混合索引分配。</a:t>
            </a:r>
            <a:endParaRPr lang="en-US" altLang="zh-CN" sz="2200" dirty="0"/>
          </a:p>
          <a:p>
            <a:pPr marL="457200" indent="-457200">
              <a:lnSpc>
                <a:spcPct val="110000"/>
              </a:lnSpc>
              <a:spcAft>
                <a:spcPts val="600"/>
              </a:spcAft>
              <a:buClr>
                <a:srgbClr val="0000FF"/>
              </a:buClr>
              <a:buSzPct val="100000"/>
              <a:buFont typeface="+mj-lt"/>
              <a:buAutoNum type="arabicPeriod"/>
            </a:pPr>
            <a:r>
              <a:rPr lang="zh-CN" altLang="zh-CN" sz="2200" dirty="0"/>
              <a:t>它将直接寻址、一级索引、二级索引和三级索引融为一体，规定每个文件的索引结点中，使用</a:t>
            </a:r>
            <a:r>
              <a:rPr lang="en-US" altLang="zh-CN" sz="2200" dirty="0"/>
              <a:t>13</a:t>
            </a:r>
            <a:r>
              <a:rPr lang="zh-CN" altLang="zh-CN" sz="2200" dirty="0"/>
              <a:t>个地址项。</a:t>
            </a:r>
            <a:r>
              <a:rPr lang="en-US" altLang="zh-CN" sz="2200" dirty="0"/>
              <a:t> </a:t>
            </a:r>
          </a:p>
          <a:p>
            <a:pPr marL="457200" indent="-457200">
              <a:lnSpc>
                <a:spcPct val="110000"/>
              </a:lnSpc>
              <a:spcAft>
                <a:spcPts val="600"/>
              </a:spcAft>
              <a:buClr>
                <a:srgbClr val="0000FF"/>
              </a:buClr>
              <a:buSzPct val="100000"/>
              <a:buFont typeface="+mj-lt"/>
              <a:buAutoNum type="arabicPeriod"/>
            </a:pPr>
            <a:r>
              <a:rPr lang="zh-CN" altLang="zh-CN" sz="2200" dirty="0">
                <a:solidFill>
                  <a:srgbClr val="FF0000"/>
                </a:solidFill>
              </a:rPr>
              <a:t>前</a:t>
            </a:r>
            <a:r>
              <a:rPr lang="en-US" altLang="zh-CN" sz="2200" dirty="0">
                <a:solidFill>
                  <a:srgbClr val="FF0000"/>
                </a:solidFill>
              </a:rPr>
              <a:t>10</a:t>
            </a:r>
            <a:r>
              <a:rPr lang="zh-CN" altLang="zh-CN" sz="2200" dirty="0">
                <a:solidFill>
                  <a:srgbClr val="FF0000"/>
                </a:solidFill>
              </a:rPr>
              <a:t>个</a:t>
            </a:r>
            <a:r>
              <a:rPr lang="zh-CN" altLang="zh-CN" sz="2200" dirty="0"/>
              <a:t>地址项直接指出存放文件信息的盘块号，属于直接地址；</a:t>
            </a:r>
            <a:endParaRPr lang="en-US" altLang="zh-CN" sz="2200" dirty="0"/>
          </a:p>
          <a:p>
            <a:pPr marL="457200" indent="-457200">
              <a:lnSpc>
                <a:spcPct val="110000"/>
              </a:lnSpc>
              <a:spcAft>
                <a:spcPts val="600"/>
              </a:spcAft>
              <a:buClr>
                <a:srgbClr val="0000FF"/>
              </a:buClr>
              <a:buSzPct val="100000"/>
              <a:buFont typeface="+mj-lt"/>
              <a:buAutoNum type="arabicPeriod"/>
            </a:pPr>
            <a:r>
              <a:rPr lang="zh-CN" altLang="zh-CN" sz="2200" dirty="0">
                <a:solidFill>
                  <a:srgbClr val="FF0000"/>
                </a:solidFill>
              </a:rPr>
              <a:t>第</a:t>
            </a:r>
            <a:r>
              <a:rPr lang="en-US" altLang="zh-CN" sz="2200" dirty="0">
                <a:solidFill>
                  <a:srgbClr val="FF0000"/>
                </a:solidFill>
              </a:rPr>
              <a:t>11</a:t>
            </a:r>
            <a:r>
              <a:rPr lang="zh-CN" altLang="zh-CN" sz="2200" dirty="0">
                <a:solidFill>
                  <a:srgbClr val="FF0000"/>
                </a:solidFill>
              </a:rPr>
              <a:t>个</a:t>
            </a:r>
            <a:r>
              <a:rPr lang="zh-CN" altLang="zh-CN" sz="2200" dirty="0"/>
              <a:t>地址项指向一级索引块，包含若干个一级索引存储块，属于一次间接地址；</a:t>
            </a:r>
            <a:endParaRPr lang="en-US" altLang="zh-CN" sz="2200" dirty="0"/>
          </a:p>
          <a:p>
            <a:pPr marL="457200" indent="-457200">
              <a:lnSpc>
                <a:spcPct val="110000"/>
              </a:lnSpc>
              <a:spcAft>
                <a:spcPts val="600"/>
              </a:spcAft>
              <a:buClr>
                <a:srgbClr val="0000FF"/>
              </a:buClr>
              <a:buSzPct val="100000"/>
              <a:buFont typeface="+mj-lt"/>
              <a:buAutoNum type="arabicPeriod"/>
            </a:pPr>
            <a:r>
              <a:rPr lang="zh-CN" altLang="zh-CN" sz="2200" dirty="0">
                <a:solidFill>
                  <a:srgbClr val="FF0000"/>
                </a:solidFill>
              </a:rPr>
              <a:t>第</a:t>
            </a:r>
            <a:r>
              <a:rPr lang="en-US" altLang="zh-CN" sz="2200" dirty="0">
                <a:solidFill>
                  <a:srgbClr val="FF0000"/>
                </a:solidFill>
              </a:rPr>
              <a:t>12</a:t>
            </a:r>
            <a:r>
              <a:rPr lang="zh-CN" altLang="zh-CN" sz="2200" dirty="0">
                <a:solidFill>
                  <a:srgbClr val="FF0000"/>
                </a:solidFill>
              </a:rPr>
              <a:t>个</a:t>
            </a:r>
            <a:r>
              <a:rPr lang="zh-CN" altLang="zh-CN" sz="2200" dirty="0"/>
              <a:t>和第</a:t>
            </a:r>
            <a:r>
              <a:rPr lang="en-US" altLang="zh-CN" sz="2200" dirty="0"/>
              <a:t>13</a:t>
            </a:r>
            <a:r>
              <a:rPr lang="zh-CN" altLang="zh-CN" sz="2200" dirty="0"/>
              <a:t>个地址项分别属于二次间接地址和三次间接地址。</a:t>
            </a:r>
          </a:p>
        </p:txBody>
      </p:sp>
      <p:grpSp>
        <p:nvGrpSpPr>
          <p:cNvPr id="5" name="组合 963"/>
          <p:cNvGrpSpPr/>
          <p:nvPr/>
        </p:nvGrpSpPr>
        <p:grpSpPr bwMode="auto">
          <a:xfrm>
            <a:off x="4946572" y="932032"/>
            <a:ext cx="6907577" cy="4367081"/>
            <a:chOff x="8904" y="14580"/>
            <a:chExt cx="6412" cy="4585"/>
          </a:xfrm>
        </p:grpSpPr>
        <p:graphicFrame>
          <p:nvGraphicFramePr>
            <p:cNvPr id="6" name="对象 5"/>
            <p:cNvGraphicFramePr>
              <a:graphicFrameLocks noChangeAspect="1"/>
            </p:cNvGraphicFramePr>
            <p:nvPr/>
          </p:nvGraphicFramePr>
          <p:xfrm>
            <a:off x="8904" y="14580"/>
            <a:ext cx="6412" cy="4148"/>
          </p:xfrm>
          <a:graphic>
            <a:graphicData uri="http://schemas.openxmlformats.org/presentationml/2006/ole">
              <mc:AlternateContent xmlns:mc="http://schemas.openxmlformats.org/markup-compatibility/2006">
                <mc:Choice xmlns:v="urn:schemas-microsoft-com:vml" Requires="v">
                  <p:oleObj name="Visio" r:id="rId3" imgW="3703320" imgH="2301240" progId="Visio.Drawing.11">
                    <p:embed/>
                  </p:oleObj>
                </mc:Choice>
                <mc:Fallback>
                  <p:oleObj name="Visio" r:id="rId3" imgW="3703320" imgH="2301240" progId="Visio.Drawing.11">
                    <p:embed/>
                    <p:pic>
                      <p:nvPicPr>
                        <p:cNvPr id="0" name="对象 96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04" y="14580"/>
                          <a:ext cx="6412" cy="4148"/>
                        </a:xfrm>
                        <a:prstGeom prst="rect">
                          <a:avLst/>
                        </a:prstGeom>
                        <a:noFill/>
                      </p:spPr>
                    </p:pic>
                  </p:oleObj>
                </mc:Fallback>
              </mc:AlternateContent>
            </a:graphicData>
          </a:graphic>
        </p:graphicFrame>
        <p:sp>
          <p:nvSpPr>
            <p:cNvPr id="7" name="文本框 965"/>
            <p:cNvSpPr txBox="1">
              <a:spLocks noChangeArrowheads="1"/>
            </p:cNvSpPr>
            <p:nvPr/>
          </p:nvSpPr>
          <p:spPr bwMode="auto">
            <a:xfrm>
              <a:off x="9413" y="18689"/>
              <a:ext cx="4836" cy="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228600" algn="ctr" defTabSz="914400" rtl="0" eaLnBrk="0" fontAlgn="base" latinLnBrk="0" hangingPunct="0">
                <a:lnSpc>
                  <a:spcPct val="100000"/>
                </a:lnSpc>
                <a:spcBef>
                  <a:spcPct val="0"/>
                </a:spcBef>
                <a:spcAft>
                  <a:spcPct val="0"/>
                </a:spcAft>
                <a:buClrTx/>
                <a:buSzTx/>
                <a:buFontTx/>
                <a:buNone/>
              </a:pPr>
              <a:r>
                <a:rPr kumimoji="0" lang="zh-CN" altLang="zh-CN" sz="1600" b="0" i="0" u="none" strike="noStrike" cap="none" normalizeH="0" baseline="0" dirty="0">
                  <a:ln>
                    <a:noFill/>
                  </a:ln>
                  <a:solidFill>
                    <a:srgbClr val="000000"/>
                  </a:solidFill>
                  <a:effectLst/>
                  <a:latin typeface="Calibri" panose="020F0502020204030204" charset="0"/>
                  <a:ea typeface="宋体" panose="02010600030101010101" pitchFamily="2" charset="-122"/>
                  <a:cs typeface="Calibri" panose="020F0502020204030204" charset="0"/>
                </a:rPr>
                <a:t>图</a:t>
              </a:r>
              <a:r>
                <a:rPr kumimoji="0" lang="en-US" altLang="zh-CN" sz="1600" b="0" i="0" u="none" strike="noStrike" cap="none" normalizeH="0" baseline="0" dirty="0">
                  <a:ln>
                    <a:noFill/>
                  </a:ln>
                  <a:solidFill>
                    <a:srgbClr val="000000"/>
                  </a:solidFill>
                  <a:effectLst/>
                  <a:latin typeface="Calibri" panose="020F0502020204030204" charset="0"/>
                  <a:ea typeface="宋体" panose="02010600030101010101" pitchFamily="2" charset="-122"/>
                  <a:cs typeface="Calibri" panose="020F0502020204030204" charset="0"/>
                </a:rPr>
                <a:t>9</a:t>
              </a:r>
              <a:r>
                <a:rPr kumimoji="0" lang="en-US" altLang="zh-CN" sz="16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Calibri" panose="020F0502020204030204" charset="0"/>
                </a:rPr>
                <a:t>-8</a:t>
              </a:r>
              <a:r>
                <a:rPr kumimoji="0" lang="en-US" altLang="zh-CN" sz="1600" b="0" i="0" u="none" strike="noStrike" cap="none" normalizeH="0" baseline="0" dirty="0">
                  <a:ln>
                    <a:noFill/>
                  </a:ln>
                  <a:solidFill>
                    <a:srgbClr val="000000"/>
                  </a:solidFill>
                  <a:effectLst/>
                  <a:latin typeface="Calibri" panose="020F0502020204030204" charset="0"/>
                  <a:ea typeface="宋体" panose="02010600030101010101" pitchFamily="2" charset="-122"/>
                  <a:cs typeface="Calibri" panose="020F0502020204030204" charset="0"/>
                </a:rPr>
                <a:t>  Unix</a:t>
              </a:r>
              <a:r>
                <a:rPr kumimoji="0" lang="zh-CN" altLang="en-US" sz="1600" b="0" i="0" u="none" strike="noStrike" cap="none" normalizeH="0" baseline="0" dirty="0">
                  <a:ln>
                    <a:noFill/>
                  </a:ln>
                  <a:solidFill>
                    <a:srgbClr val="000000"/>
                  </a:solidFill>
                  <a:effectLst/>
                  <a:latin typeface="Calibri" panose="020F0502020204030204" charset="0"/>
                  <a:ea typeface="宋体" panose="02010600030101010101" pitchFamily="2" charset="-122"/>
                  <a:cs typeface="Calibri" panose="020F0502020204030204" charset="0"/>
                </a:rPr>
                <a:t>的</a:t>
              </a:r>
              <a:r>
                <a:rPr kumimoji="0" lang="zh-CN" altLang="en-US" sz="1600" b="0" i="0" u="none" strike="noStrike" cap="none" normalizeH="0" baseline="0" dirty="0">
                  <a:ln>
                    <a:noFill/>
                  </a:ln>
                  <a:solidFill>
                    <a:schemeClr val="tx1"/>
                  </a:solidFill>
                  <a:effectLst/>
                  <a:latin typeface="Calibri" panose="020F0502020204030204" charset="0"/>
                  <a:ea typeface="宋体" panose="02010600030101010101" pitchFamily="2" charset="-122"/>
                  <a:cs typeface="Calibri" panose="020F0502020204030204" charset="0"/>
                </a:rPr>
                <a:t>混合索引结构</a:t>
              </a:r>
              <a:endParaRPr kumimoji="0" lang="zh-CN" altLang="en-US" sz="1600" b="0" i="0" u="none" strike="noStrike" cap="none" normalizeH="0" baseline="0" dirty="0">
                <a:ln>
                  <a:noFill/>
                </a:ln>
                <a:solidFill>
                  <a:schemeClr val="tx1"/>
                </a:solidFill>
                <a:effectLst/>
              </a:endParaRPr>
            </a:p>
            <a:p>
              <a:pPr marL="0" marR="0" lvl="0" indent="228600" algn="l" defTabSz="914400" rtl="0" eaLnBrk="0" fontAlgn="base" latinLnBrk="0" hangingPunct="0">
                <a:lnSpc>
                  <a:spcPct val="100000"/>
                </a:lnSpc>
                <a:spcBef>
                  <a:spcPct val="0"/>
                </a:spcBef>
                <a:spcAft>
                  <a:spcPct val="0"/>
                </a:spcAft>
                <a:buClrTx/>
                <a:buSzTx/>
                <a:buFontTx/>
                <a:buNone/>
              </a:pPr>
              <a:endParaRPr kumimoji="0" lang="zh-CN" altLang="en-US" sz="1600" b="0" i="0" u="none" strike="noStrike" cap="none" normalizeH="0" baseline="0" dirty="0">
                <a:ln>
                  <a:noFill/>
                </a:ln>
                <a:solidFill>
                  <a:schemeClr val="tx1"/>
                </a:solidFill>
                <a:effectLst/>
                <a:latin typeface="Arial" panose="020B0604020202020204" pitchFamily="34" charset="0"/>
              </a:endParaRPr>
            </a:p>
          </p:txBody>
        </p:sp>
      </p:grpSp>
      <p:sp>
        <p:nvSpPr>
          <p:cNvPr id="4" name="文本框 3">
            <a:extLst>
              <a:ext uri="{FF2B5EF4-FFF2-40B4-BE49-F238E27FC236}">
                <a16:creationId xmlns:a16="http://schemas.microsoft.com/office/drawing/2014/main" id="{1F4E01B7-E867-385D-CEA8-1A4CA067ECB7}"/>
              </a:ext>
            </a:extLst>
          </p:cNvPr>
          <p:cNvSpPr txBox="1"/>
          <p:nvPr/>
        </p:nvSpPr>
        <p:spPr>
          <a:xfrm>
            <a:off x="5494913" y="5422454"/>
            <a:ext cx="6435830" cy="1015663"/>
          </a:xfrm>
          <a:prstGeom prst="rect">
            <a:avLst/>
          </a:prstGeom>
          <a:noFill/>
        </p:spPr>
        <p:txBody>
          <a:bodyPr wrap="square" rtlCol="0">
            <a:spAutoFit/>
          </a:bodyPr>
          <a:lstStyle/>
          <a:p>
            <a:r>
              <a:rPr lang="zh-CN" altLang="en-US" sz="2000" dirty="0">
                <a:solidFill>
                  <a:srgbClr val="0000FF"/>
                </a:solidFill>
                <a:latin typeface="华文新魏" panose="02010800040101010101" pitchFamily="2" charset="-122"/>
                <a:ea typeface="华文新魏" panose="02010800040101010101" pitchFamily="2" charset="-122"/>
              </a:rPr>
              <a:t>如果一个盘块</a:t>
            </a:r>
            <a:r>
              <a:rPr lang="en-US" altLang="zh-CN" sz="2000" dirty="0">
                <a:solidFill>
                  <a:srgbClr val="0000FF"/>
                </a:solidFill>
                <a:latin typeface="华文新魏" panose="02010800040101010101" pitchFamily="2" charset="-122"/>
                <a:ea typeface="华文新魏" panose="02010800040101010101" pitchFamily="2" charset="-122"/>
              </a:rPr>
              <a:t>4KB</a:t>
            </a:r>
            <a:r>
              <a:rPr lang="zh-CN" altLang="en-US" sz="2000" dirty="0">
                <a:solidFill>
                  <a:srgbClr val="0000FF"/>
                </a:solidFill>
                <a:latin typeface="华文新魏" panose="02010800040101010101" pitchFamily="2" charset="-122"/>
                <a:ea typeface="华文新魏" panose="02010800040101010101" pitchFamily="2" charset="-122"/>
              </a:rPr>
              <a:t>，索引中一个盘块号用</a:t>
            </a:r>
            <a:r>
              <a:rPr lang="en-US" altLang="zh-CN" sz="2000" dirty="0">
                <a:solidFill>
                  <a:srgbClr val="0000FF"/>
                </a:solidFill>
                <a:latin typeface="华文新魏" panose="02010800040101010101" pitchFamily="2" charset="-122"/>
                <a:ea typeface="华文新魏" panose="02010800040101010101" pitchFamily="2" charset="-122"/>
              </a:rPr>
              <a:t>4</a:t>
            </a:r>
            <a:r>
              <a:rPr lang="zh-CN" altLang="en-US" sz="2000" dirty="0">
                <a:solidFill>
                  <a:srgbClr val="0000FF"/>
                </a:solidFill>
                <a:latin typeface="华文新魏" panose="02010800040101010101" pitchFamily="2" charset="-122"/>
                <a:ea typeface="华文新魏" panose="02010800040101010101" pitchFamily="2" charset="-122"/>
              </a:rPr>
              <a:t>字节表示，二次间接地址支持的文件大小可以是</a:t>
            </a:r>
            <a:r>
              <a:rPr lang="en-US" altLang="zh-CN" sz="2000" dirty="0">
                <a:solidFill>
                  <a:srgbClr val="0000FF"/>
                </a:solidFill>
                <a:latin typeface="华文新魏" panose="02010800040101010101" pitchFamily="2" charset="-122"/>
                <a:ea typeface="华文新魏" panose="02010800040101010101" pitchFamily="2" charset="-122"/>
              </a:rPr>
              <a:t>40KB+1K*4KB+1K*1K*4KB</a:t>
            </a:r>
            <a:endParaRPr lang="zh-CN" altLang="en-US" sz="2000" dirty="0">
              <a:solidFill>
                <a:srgbClr val="0000FF"/>
              </a:solidFill>
              <a:latin typeface="华文新魏" panose="02010800040101010101" pitchFamily="2" charset="-122"/>
              <a:ea typeface="华文新魏" panose="02010800040101010101" pitchFamily="2" charset="-122"/>
            </a:endParaRPr>
          </a:p>
        </p:txBody>
      </p:sp>
    </p:spTree>
    <p:custDataLst>
      <p:tags r:id="rId1"/>
    </p:custData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9</a:t>
            </a:r>
            <a:r>
              <a:rPr lang="en-US" altLang="zh-CN" dirty="0">
                <a:sym typeface="+mn-ea"/>
              </a:rPr>
              <a:t>.3.2  </a:t>
            </a:r>
            <a:r>
              <a:rPr lang="zh-CN" altLang="en-US" dirty="0"/>
              <a:t>磁盘</a:t>
            </a:r>
            <a:r>
              <a:rPr lang="zh-CN" altLang="en-US" dirty="0">
                <a:sym typeface="+mn-ea"/>
              </a:rPr>
              <a:t>空间管理</a:t>
            </a:r>
            <a:endParaRPr lang="zh-CN" altLang="en-US" dirty="0"/>
          </a:p>
        </p:txBody>
      </p:sp>
      <p:sp>
        <p:nvSpPr>
          <p:cNvPr id="3" name="内容占位符 2"/>
          <p:cNvSpPr>
            <a:spLocks noGrp="1"/>
          </p:cNvSpPr>
          <p:nvPr>
            <p:ph idx="1"/>
          </p:nvPr>
        </p:nvSpPr>
        <p:spPr>
          <a:xfrm>
            <a:off x="720871" y="960168"/>
            <a:ext cx="10968990" cy="2179639"/>
          </a:xfrm>
        </p:spPr>
        <p:txBody>
          <a:bodyPr>
            <a:normAutofit fontScale="97500"/>
          </a:bodyPr>
          <a:lstStyle/>
          <a:p>
            <a:pPr marL="0" indent="0">
              <a:buNone/>
            </a:pPr>
            <a:r>
              <a:rPr lang="en-US" altLang="zh-CN" sz="2300" b="1" dirty="0"/>
              <a:t>     1.</a:t>
            </a:r>
            <a:r>
              <a:rPr lang="zh-CN" altLang="zh-CN" sz="2300" b="1" dirty="0"/>
              <a:t>空闲表法</a:t>
            </a:r>
            <a:endParaRPr lang="zh-CN" altLang="zh-CN" sz="2300" dirty="0"/>
          </a:p>
          <a:p>
            <a:pPr marL="0" indent="0">
              <a:buNone/>
            </a:pPr>
            <a:r>
              <a:rPr lang="en-US" altLang="zh-CN" sz="2300" dirty="0"/>
              <a:t>      </a:t>
            </a:r>
            <a:r>
              <a:rPr lang="zh-CN" altLang="zh-CN" sz="2300" dirty="0"/>
              <a:t>空闲表法属于</a:t>
            </a:r>
            <a:r>
              <a:rPr lang="zh-CN" altLang="zh-CN" sz="2300" dirty="0">
                <a:solidFill>
                  <a:srgbClr val="FF0000"/>
                </a:solidFill>
              </a:rPr>
              <a:t>连续分配方式</a:t>
            </a:r>
            <a:r>
              <a:rPr lang="zh-CN" altLang="zh-CN" sz="2300" dirty="0"/>
              <a:t>。它为每个文件分配一个连续的存储空间。系统为外存上的所有空闲区建立一张空闲表（如</a:t>
            </a:r>
            <a:r>
              <a:rPr lang="zh-CN" altLang="en-US" sz="2300" dirty="0"/>
              <a:t>表</a:t>
            </a:r>
            <a:r>
              <a:rPr lang="en-US" altLang="zh-CN" sz="2300" dirty="0"/>
              <a:t>9-2</a:t>
            </a:r>
            <a:r>
              <a:rPr lang="zh-CN" altLang="zh-CN" sz="2300" dirty="0"/>
              <a:t>），每个空闲区对应于一个空闲表项。空闲表中包括：序号、该空闲区的第一个盘块号、该区的空闲盘块数等信息。</a:t>
            </a:r>
          </a:p>
        </p:txBody>
      </p:sp>
      <p:graphicFrame>
        <p:nvGraphicFramePr>
          <p:cNvPr id="4" name="表格 3"/>
          <p:cNvGraphicFramePr>
            <a:graphicFrameLocks noGrp="1"/>
          </p:cNvGraphicFramePr>
          <p:nvPr>
            <p:extLst>
              <p:ext uri="{D42A27DB-BD31-4B8C-83A1-F6EECF244321}">
                <p14:modId xmlns:p14="http://schemas.microsoft.com/office/powerpoint/2010/main" val="4194928625"/>
              </p:ext>
            </p:extLst>
          </p:nvPr>
        </p:nvGraphicFramePr>
        <p:xfrm>
          <a:off x="3222179" y="3849117"/>
          <a:ext cx="6263344" cy="2556086"/>
        </p:xfrm>
        <a:graphic>
          <a:graphicData uri="http://schemas.openxmlformats.org/drawingml/2006/table">
            <a:tbl>
              <a:tblPr>
                <a:tableStyleId>{21E4AEA4-8DFA-4A89-87EB-49C32662AFE0}</a:tableStyleId>
              </a:tblPr>
              <a:tblGrid>
                <a:gridCol w="1418924">
                  <a:extLst>
                    <a:ext uri="{9D8B030D-6E8A-4147-A177-3AD203B41FA5}">
                      <a16:colId xmlns:a16="http://schemas.microsoft.com/office/drawing/2014/main" val="20000"/>
                    </a:ext>
                  </a:extLst>
                </a:gridCol>
                <a:gridCol w="2705054">
                  <a:extLst>
                    <a:ext uri="{9D8B030D-6E8A-4147-A177-3AD203B41FA5}">
                      <a16:colId xmlns:a16="http://schemas.microsoft.com/office/drawing/2014/main" val="20001"/>
                    </a:ext>
                  </a:extLst>
                </a:gridCol>
                <a:gridCol w="2139366">
                  <a:extLst>
                    <a:ext uri="{9D8B030D-6E8A-4147-A177-3AD203B41FA5}">
                      <a16:colId xmlns:a16="http://schemas.microsoft.com/office/drawing/2014/main" val="20002"/>
                    </a:ext>
                  </a:extLst>
                </a:gridCol>
              </a:tblGrid>
              <a:tr h="501831">
                <a:tc>
                  <a:txBody>
                    <a:bodyPr/>
                    <a:lstStyle/>
                    <a:p>
                      <a:pPr algn="ctr">
                        <a:lnSpc>
                          <a:spcPts val="1800"/>
                        </a:lnSpc>
                        <a:spcAft>
                          <a:spcPts val="0"/>
                        </a:spcAft>
                      </a:pPr>
                      <a:endParaRPr lang="en-US" altLang="zh-CN" sz="1800" kern="100" dirty="0">
                        <a:effectLst/>
                      </a:endParaRPr>
                    </a:p>
                    <a:p>
                      <a:pPr algn="ctr">
                        <a:lnSpc>
                          <a:spcPts val="1800"/>
                        </a:lnSpc>
                        <a:spcAft>
                          <a:spcPts val="0"/>
                        </a:spcAft>
                      </a:pPr>
                      <a:r>
                        <a:rPr lang="zh-CN" sz="1800" kern="100" dirty="0">
                          <a:effectLst/>
                        </a:rPr>
                        <a:t>序号</a:t>
                      </a:r>
                      <a:endParaRPr lang="zh-CN" sz="1800" kern="100" dirty="0">
                        <a:effectLst/>
                        <a:latin typeface="Calibri" panose="020F0502020204030204" charset="0"/>
                        <a:ea typeface="宋体" panose="02010600030101010101" pitchFamily="2" charset="-122"/>
                        <a:cs typeface="Times New Roman" panose="02020603050405020304"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1800"/>
                        </a:lnSpc>
                        <a:spcAft>
                          <a:spcPts val="0"/>
                        </a:spcAft>
                      </a:pPr>
                      <a:endParaRPr lang="en-US" altLang="zh-CN" sz="1800" kern="100" dirty="0">
                        <a:effectLst/>
                      </a:endParaRPr>
                    </a:p>
                    <a:p>
                      <a:pPr algn="ctr">
                        <a:lnSpc>
                          <a:spcPts val="1800"/>
                        </a:lnSpc>
                        <a:spcAft>
                          <a:spcPts val="0"/>
                        </a:spcAft>
                      </a:pPr>
                      <a:r>
                        <a:rPr lang="zh-CN" sz="1800" kern="100" dirty="0">
                          <a:effectLst/>
                        </a:rPr>
                        <a:t>第一空闲盘块号</a:t>
                      </a:r>
                      <a:endParaRPr lang="zh-CN" sz="1800" kern="100" dirty="0">
                        <a:effectLst/>
                        <a:latin typeface="Calibri" panose="020F0502020204030204" charset="0"/>
                        <a:ea typeface="宋体" panose="02010600030101010101" pitchFamily="2" charset="-122"/>
                        <a:cs typeface="Times New Roman" panose="02020603050405020304"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1800"/>
                        </a:lnSpc>
                        <a:spcAft>
                          <a:spcPts val="0"/>
                        </a:spcAft>
                      </a:pPr>
                      <a:endParaRPr lang="en-US" altLang="zh-CN" sz="1800" kern="100" dirty="0">
                        <a:effectLst/>
                      </a:endParaRPr>
                    </a:p>
                    <a:p>
                      <a:pPr algn="ctr">
                        <a:lnSpc>
                          <a:spcPts val="1800"/>
                        </a:lnSpc>
                        <a:spcAft>
                          <a:spcPts val="0"/>
                        </a:spcAft>
                      </a:pPr>
                      <a:r>
                        <a:rPr lang="zh-CN" sz="1800" kern="100" dirty="0">
                          <a:effectLst/>
                        </a:rPr>
                        <a:t>空闲盘块数</a:t>
                      </a:r>
                      <a:endParaRPr lang="zh-CN" sz="1800" kern="100" dirty="0">
                        <a:effectLst/>
                        <a:latin typeface="Calibri" panose="020F0502020204030204" charset="0"/>
                        <a:ea typeface="宋体" panose="02010600030101010101" pitchFamily="2" charset="-122"/>
                        <a:cs typeface="Times New Roman" panose="02020603050405020304"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513405">
                <a:tc>
                  <a:txBody>
                    <a:bodyPr/>
                    <a:lstStyle/>
                    <a:p>
                      <a:pPr algn="ctr">
                        <a:lnSpc>
                          <a:spcPts val="1800"/>
                        </a:lnSpc>
                        <a:spcAft>
                          <a:spcPts val="0"/>
                        </a:spcAft>
                      </a:pPr>
                      <a:endParaRPr lang="en-US" sz="1800" kern="100" dirty="0">
                        <a:effectLst/>
                      </a:endParaRPr>
                    </a:p>
                    <a:p>
                      <a:pPr algn="ctr">
                        <a:lnSpc>
                          <a:spcPts val="1800"/>
                        </a:lnSpc>
                        <a:spcAft>
                          <a:spcPts val="0"/>
                        </a:spcAft>
                      </a:pPr>
                      <a:r>
                        <a:rPr lang="en-US" sz="1800" kern="100" dirty="0">
                          <a:effectLst/>
                        </a:rPr>
                        <a:t>1</a:t>
                      </a:r>
                      <a:endParaRPr lang="zh-CN" sz="1800" kern="100" dirty="0">
                        <a:effectLst/>
                        <a:latin typeface="Calibri" panose="020F0502020204030204" charset="0"/>
                        <a:ea typeface="宋体" panose="02010600030101010101" pitchFamily="2" charset="-122"/>
                        <a:cs typeface="Times New Roman" panose="02020603050405020304"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1800"/>
                        </a:lnSpc>
                        <a:spcAft>
                          <a:spcPts val="0"/>
                        </a:spcAft>
                      </a:pPr>
                      <a:endParaRPr lang="en-US" sz="1800" kern="100" dirty="0">
                        <a:effectLst/>
                      </a:endParaRPr>
                    </a:p>
                    <a:p>
                      <a:pPr algn="ctr">
                        <a:lnSpc>
                          <a:spcPts val="1800"/>
                        </a:lnSpc>
                        <a:spcAft>
                          <a:spcPts val="0"/>
                        </a:spcAft>
                      </a:pPr>
                      <a:r>
                        <a:rPr lang="en-US" sz="1800" kern="100" dirty="0">
                          <a:effectLst/>
                        </a:rPr>
                        <a:t>3</a:t>
                      </a:r>
                      <a:endParaRPr lang="zh-CN" sz="1800" kern="100" dirty="0">
                        <a:effectLst/>
                        <a:latin typeface="Calibri" panose="020F0502020204030204" charset="0"/>
                        <a:ea typeface="宋体" panose="02010600030101010101" pitchFamily="2" charset="-122"/>
                        <a:cs typeface="Times New Roman" panose="02020603050405020304"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1800"/>
                        </a:lnSpc>
                        <a:spcAft>
                          <a:spcPts val="0"/>
                        </a:spcAft>
                      </a:pPr>
                      <a:endParaRPr lang="en-US" sz="1800" kern="100" dirty="0">
                        <a:effectLst/>
                      </a:endParaRPr>
                    </a:p>
                    <a:p>
                      <a:pPr algn="ctr">
                        <a:lnSpc>
                          <a:spcPts val="1800"/>
                        </a:lnSpc>
                        <a:spcAft>
                          <a:spcPts val="0"/>
                        </a:spcAft>
                      </a:pPr>
                      <a:r>
                        <a:rPr lang="en-US" sz="1800" kern="100" dirty="0">
                          <a:effectLst/>
                        </a:rPr>
                        <a:t>5</a:t>
                      </a:r>
                      <a:endParaRPr lang="zh-CN" sz="1800" kern="100" dirty="0">
                        <a:effectLst/>
                        <a:latin typeface="Calibri" panose="020F0502020204030204" charset="0"/>
                        <a:ea typeface="宋体" panose="02010600030101010101" pitchFamily="2" charset="-122"/>
                        <a:cs typeface="Times New Roman" panose="02020603050405020304"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13405">
                <a:tc>
                  <a:txBody>
                    <a:bodyPr/>
                    <a:lstStyle/>
                    <a:p>
                      <a:pPr algn="ctr">
                        <a:lnSpc>
                          <a:spcPts val="1800"/>
                        </a:lnSpc>
                        <a:spcAft>
                          <a:spcPts val="0"/>
                        </a:spcAft>
                      </a:pPr>
                      <a:endParaRPr lang="en-US" sz="1800" kern="100" dirty="0">
                        <a:effectLst/>
                      </a:endParaRPr>
                    </a:p>
                    <a:p>
                      <a:pPr algn="ctr">
                        <a:lnSpc>
                          <a:spcPts val="1800"/>
                        </a:lnSpc>
                        <a:spcAft>
                          <a:spcPts val="0"/>
                        </a:spcAft>
                      </a:pPr>
                      <a:r>
                        <a:rPr lang="en-US" sz="1800" kern="100" dirty="0">
                          <a:effectLst/>
                        </a:rPr>
                        <a:t>2</a:t>
                      </a:r>
                      <a:endParaRPr lang="zh-CN" sz="1800" kern="100" dirty="0">
                        <a:effectLst/>
                        <a:latin typeface="Calibri" panose="020F0502020204030204" charset="0"/>
                        <a:ea typeface="宋体" panose="02010600030101010101" pitchFamily="2" charset="-122"/>
                        <a:cs typeface="Times New Roman" panose="02020603050405020304"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1800"/>
                        </a:lnSpc>
                        <a:spcAft>
                          <a:spcPts val="0"/>
                        </a:spcAft>
                      </a:pPr>
                      <a:endParaRPr lang="en-US" sz="1800" kern="100" dirty="0">
                        <a:effectLst/>
                      </a:endParaRPr>
                    </a:p>
                    <a:p>
                      <a:pPr algn="ctr">
                        <a:lnSpc>
                          <a:spcPts val="1800"/>
                        </a:lnSpc>
                        <a:spcAft>
                          <a:spcPts val="0"/>
                        </a:spcAft>
                      </a:pPr>
                      <a:r>
                        <a:rPr lang="en-US" sz="1800" kern="100" dirty="0">
                          <a:effectLst/>
                        </a:rPr>
                        <a:t>12</a:t>
                      </a:r>
                      <a:endParaRPr lang="zh-CN" sz="1800" kern="100" dirty="0">
                        <a:effectLst/>
                        <a:latin typeface="Calibri" panose="020F0502020204030204" charset="0"/>
                        <a:ea typeface="宋体" panose="02010600030101010101" pitchFamily="2" charset="-122"/>
                        <a:cs typeface="Times New Roman" panose="02020603050405020304"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1800"/>
                        </a:lnSpc>
                        <a:spcAft>
                          <a:spcPts val="0"/>
                        </a:spcAft>
                      </a:pPr>
                      <a:endParaRPr lang="en-US" sz="1800" kern="100" dirty="0">
                        <a:effectLst/>
                      </a:endParaRPr>
                    </a:p>
                    <a:p>
                      <a:pPr algn="ctr">
                        <a:lnSpc>
                          <a:spcPts val="1800"/>
                        </a:lnSpc>
                        <a:spcAft>
                          <a:spcPts val="0"/>
                        </a:spcAft>
                      </a:pPr>
                      <a:r>
                        <a:rPr lang="en-US" sz="1800" kern="100" dirty="0">
                          <a:effectLst/>
                        </a:rPr>
                        <a:t>3</a:t>
                      </a:r>
                      <a:endParaRPr lang="zh-CN" sz="1800" kern="100" dirty="0">
                        <a:effectLst/>
                        <a:latin typeface="Calibri" panose="020F0502020204030204" charset="0"/>
                        <a:ea typeface="宋体" panose="02010600030101010101" pitchFamily="2" charset="-122"/>
                        <a:cs typeface="Times New Roman" panose="02020603050405020304"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513405">
                <a:tc>
                  <a:txBody>
                    <a:bodyPr/>
                    <a:lstStyle/>
                    <a:p>
                      <a:pPr algn="ctr">
                        <a:lnSpc>
                          <a:spcPts val="1800"/>
                        </a:lnSpc>
                        <a:spcAft>
                          <a:spcPts val="0"/>
                        </a:spcAft>
                      </a:pPr>
                      <a:endParaRPr lang="en-US" sz="1800" kern="100" dirty="0">
                        <a:effectLst/>
                      </a:endParaRPr>
                    </a:p>
                    <a:p>
                      <a:pPr algn="ctr">
                        <a:lnSpc>
                          <a:spcPts val="1800"/>
                        </a:lnSpc>
                        <a:spcAft>
                          <a:spcPts val="0"/>
                        </a:spcAft>
                      </a:pPr>
                      <a:r>
                        <a:rPr lang="en-US" sz="1800" kern="100" dirty="0">
                          <a:effectLst/>
                        </a:rPr>
                        <a:t>3</a:t>
                      </a:r>
                      <a:endParaRPr lang="zh-CN" sz="1800" kern="100" dirty="0">
                        <a:effectLst/>
                        <a:latin typeface="Calibri" panose="020F0502020204030204" charset="0"/>
                        <a:ea typeface="宋体" panose="02010600030101010101" pitchFamily="2" charset="-122"/>
                        <a:cs typeface="Times New Roman" panose="02020603050405020304"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1800"/>
                        </a:lnSpc>
                        <a:spcAft>
                          <a:spcPts val="0"/>
                        </a:spcAft>
                      </a:pPr>
                      <a:endParaRPr lang="en-US" sz="1800" kern="100" dirty="0">
                        <a:effectLst/>
                      </a:endParaRPr>
                    </a:p>
                    <a:p>
                      <a:pPr algn="ctr">
                        <a:lnSpc>
                          <a:spcPts val="1800"/>
                        </a:lnSpc>
                        <a:spcAft>
                          <a:spcPts val="0"/>
                        </a:spcAft>
                      </a:pPr>
                      <a:r>
                        <a:rPr lang="en-US" sz="1800" kern="100" dirty="0">
                          <a:effectLst/>
                        </a:rPr>
                        <a:t>17</a:t>
                      </a:r>
                      <a:endParaRPr lang="zh-CN" sz="1800" kern="100" dirty="0">
                        <a:effectLst/>
                        <a:latin typeface="Calibri" panose="020F0502020204030204" charset="0"/>
                        <a:ea typeface="宋体" panose="02010600030101010101" pitchFamily="2" charset="-122"/>
                        <a:cs typeface="Times New Roman" panose="02020603050405020304"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1800"/>
                        </a:lnSpc>
                        <a:spcAft>
                          <a:spcPts val="0"/>
                        </a:spcAft>
                      </a:pPr>
                      <a:endParaRPr lang="en-US" sz="1800" kern="100" dirty="0">
                        <a:effectLst/>
                      </a:endParaRPr>
                    </a:p>
                    <a:p>
                      <a:pPr algn="ctr">
                        <a:lnSpc>
                          <a:spcPts val="1800"/>
                        </a:lnSpc>
                        <a:spcAft>
                          <a:spcPts val="0"/>
                        </a:spcAft>
                      </a:pPr>
                      <a:r>
                        <a:rPr lang="en-US" sz="1800" kern="100" dirty="0">
                          <a:effectLst/>
                        </a:rPr>
                        <a:t>4</a:t>
                      </a:r>
                      <a:endParaRPr lang="zh-CN" sz="1800" kern="100" dirty="0">
                        <a:effectLst/>
                        <a:latin typeface="Calibri" panose="020F0502020204030204" charset="0"/>
                        <a:ea typeface="宋体" panose="02010600030101010101" pitchFamily="2" charset="-122"/>
                        <a:cs typeface="Times New Roman" panose="02020603050405020304"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514040">
                <a:tc>
                  <a:txBody>
                    <a:bodyPr/>
                    <a:lstStyle/>
                    <a:p>
                      <a:pPr algn="ctr">
                        <a:lnSpc>
                          <a:spcPts val="1800"/>
                        </a:lnSpc>
                        <a:spcAft>
                          <a:spcPts val="0"/>
                        </a:spcAft>
                      </a:pPr>
                      <a:endParaRPr lang="en-US" sz="1800" kern="100" dirty="0">
                        <a:effectLst/>
                      </a:endParaRPr>
                    </a:p>
                    <a:p>
                      <a:pPr algn="ctr">
                        <a:lnSpc>
                          <a:spcPts val="1800"/>
                        </a:lnSpc>
                        <a:spcAft>
                          <a:spcPts val="0"/>
                        </a:spcAft>
                      </a:pPr>
                      <a:r>
                        <a:rPr lang="en-US" sz="1800" kern="100" dirty="0">
                          <a:effectLst/>
                        </a:rPr>
                        <a:t>4</a:t>
                      </a:r>
                      <a:endParaRPr lang="zh-CN" sz="1800" kern="100" dirty="0">
                        <a:effectLst/>
                        <a:latin typeface="Calibri" panose="020F0502020204030204" charset="0"/>
                        <a:ea typeface="宋体" panose="02010600030101010101" pitchFamily="2" charset="-122"/>
                        <a:cs typeface="Times New Roman" panose="02020603050405020304"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1800"/>
                        </a:lnSpc>
                        <a:spcAft>
                          <a:spcPts val="0"/>
                        </a:spcAft>
                      </a:pPr>
                      <a:endParaRPr lang="en-US" altLang="zh-CN" sz="1800" kern="100" dirty="0">
                        <a:effectLst/>
                      </a:endParaRPr>
                    </a:p>
                    <a:p>
                      <a:pPr algn="ctr">
                        <a:lnSpc>
                          <a:spcPts val="1800"/>
                        </a:lnSpc>
                        <a:spcAft>
                          <a:spcPts val="0"/>
                        </a:spcAft>
                      </a:pPr>
                      <a:r>
                        <a:rPr lang="zh-CN" sz="1800" kern="100" dirty="0">
                          <a:effectLst/>
                        </a:rPr>
                        <a:t>－</a:t>
                      </a:r>
                      <a:endParaRPr lang="zh-CN" sz="1800" kern="100" dirty="0">
                        <a:effectLst/>
                        <a:latin typeface="Calibri" panose="020F0502020204030204" charset="0"/>
                        <a:ea typeface="宋体" panose="02010600030101010101" pitchFamily="2" charset="-122"/>
                        <a:cs typeface="Times New Roman" panose="02020603050405020304"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1800"/>
                        </a:lnSpc>
                        <a:spcAft>
                          <a:spcPts val="0"/>
                        </a:spcAft>
                      </a:pPr>
                      <a:endParaRPr lang="en-US" altLang="zh-CN" sz="1800" kern="100" dirty="0">
                        <a:effectLst/>
                      </a:endParaRPr>
                    </a:p>
                    <a:p>
                      <a:pPr algn="ctr">
                        <a:lnSpc>
                          <a:spcPts val="1800"/>
                        </a:lnSpc>
                        <a:spcAft>
                          <a:spcPts val="0"/>
                        </a:spcAft>
                      </a:pPr>
                      <a:r>
                        <a:rPr lang="zh-CN" sz="1800" kern="100" dirty="0">
                          <a:effectLst/>
                        </a:rPr>
                        <a:t>－</a:t>
                      </a:r>
                      <a:endParaRPr lang="zh-CN" sz="1800" kern="100" dirty="0">
                        <a:effectLst/>
                        <a:latin typeface="Calibri" panose="020F0502020204030204" charset="0"/>
                        <a:ea typeface="宋体" panose="02010600030101010101" pitchFamily="2" charset="-122"/>
                        <a:cs typeface="Times New Roman" panose="02020603050405020304"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文本框 4"/>
          <p:cNvSpPr txBox="1"/>
          <p:nvPr/>
        </p:nvSpPr>
        <p:spPr>
          <a:xfrm>
            <a:off x="5118962" y="3429000"/>
            <a:ext cx="1792478" cy="400110"/>
          </a:xfrm>
          <a:prstGeom prst="rect">
            <a:avLst/>
          </a:prstGeom>
          <a:noFill/>
        </p:spPr>
        <p:txBody>
          <a:bodyPr wrap="none" rtlCol="0">
            <a:spAutoFit/>
          </a:bodyPr>
          <a:lstStyle/>
          <a:p>
            <a:r>
              <a:rPr lang="zh-CN" altLang="en-US" sz="2000" dirty="0"/>
              <a:t>表</a:t>
            </a:r>
            <a:r>
              <a:rPr lang="en-US" altLang="zh-CN" sz="2000" dirty="0"/>
              <a:t>9-2   </a:t>
            </a:r>
            <a:r>
              <a:rPr lang="zh-CN" altLang="zh-CN" sz="2000" dirty="0"/>
              <a:t>空闲表</a:t>
            </a:r>
          </a:p>
        </p:txBody>
      </p:sp>
    </p:spTree>
    <p:custDataLst>
      <p:tags r:id="rId1"/>
    </p:custDataLst>
  </p:cSld>
  <p:clrMapOvr>
    <a:masterClrMapping/>
  </p:clrMapOvr>
  <p:transition>
    <p:random/>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9</a:t>
            </a:r>
            <a:r>
              <a:rPr lang="en-US" altLang="zh-CN" dirty="0">
                <a:sym typeface="+mn-ea"/>
              </a:rPr>
              <a:t>.3.2  </a:t>
            </a:r>
            <a:r>
              <a:rPr lang="zh-CN" altLang="en-US" dirty="0"/>
              <a:t>磁盘</a:t>
            </a:r>
            <a:r>
              <a:rPr lang="zh-CN" altLang="en-US" dirty="0">
                <a:sym typeface="+mn-ea"/>
              </a:rPr>
              <a:t>空间管理</a:t>
            </a:r>
            <a:endParaRPr lang="zh-CN" altLang="en-US" dirty="0"/>
          </a:p>
        </p:txBody>
      </p:sp>
      <p:sp>
        <p:nvSpPr>
          <p:cNvPr id="3" name="内容占位符 2"/>
          <p:cNvSpPr>
            <a:spLocks noGrp="1"/>
          </p:cNvSpPr>
          <p:nvPr>
            <p:ph idx="1"/>
          </p:nvPr>
        </p:nvSpPr>
        <p:spPr>
          <a:xfrm>
            <a:off x="720871" y="960167"/>
            <a:ext cx="10968990" cy="5647462"/>
          </a:xfrm>
        </p:spPr>
        <p:txBody>
          <a:bodyPr>
            <a:normAutofit fontScale="97500"/>
          </a:bodyPr>
          <a:lstStyle/>
          <a:p>
            <a:pPr marL="0" indent="0">
              <a:buNone/>
            </a:pPr>
            <a:r>
              <a:rPr lang="en-US" altLang="zh-CN" b="1" dirty="0"/>
              <a:t>      2.</a:t>
            </a:r>
            <a:r>
              <a:rPr lang="zh-CN" altLang="zh-CN" b="1" dirty="0"/>
              <a:t>空闲块链接法</a:t>
            </a:r>
            <a:endParaRPr lang="zh-CN" altLang="zh-CN" dirty="0"/>
          </a:p>
          <a:p>
            <a:pPr marL="0" indent="0">
              <a:buNone/>
            </a:pPr>
            <a:r>
              <a:rPr lang="en-US" altLang="zh-CN" dirty="0"/>
              <a:t>      </a:t>
            </a:r>
            <a:r>
              <a:rPr lang="zh-CN" altLang="zh-CN" dirty="0"/>
              <a:t>是将所有空闲盘区链接成一条空闲链。根据构成链所用基本元素的不同，可以把链表分成两种形式：</a:t>
            </a:r>
          </a:p>
          <a:p>
            <a:r>
              <a:rPr lang="zh-CN" altLang="zh-CN" dirty="0"/>
              <a:t>（</a:t>
            </a:r>
            <a:r>
              <a:rPr lang="en-US" altLang="zh-CN" dirty="0"/>
              <a:t>1</a:t>
            </a:r>
            <a:r>
              <a:rPr lang="zh-CN" altLang="zh-CN" dirty="0"/>
              <a:t>）空闲盘</a:t>
            </a:r>
            <a:r>
              <a:rPr lang="zh-CN" altLang="zh-CN" dirty="0">
                <a:solidFill>
                  <a:srgbClr val="FF0000"/>
                </a:solidFill>
              </a:rPr>
              <a:t>块</a:t>
            </a:r>
            <a:r>
              <a:rPr lang="zh-CN" altLang="zh-CN" dirty="0"/>
              <a:t>链</a:t>
            </a:r>
            <a:r>
              <a:rPr lang="en-US" altLang="zh-CN" dirty="0"/>
              <a:t>(Free Disk Block Link)</a:t>
            </a:r>
          </a:p>
          <a:p>
            <a:pPr marL="0" indent="0">
              <a:buNone/>
            </a:pPr>
            <a:r>
              <a:rPr lang="en-US" altLang="zh-CN" dirty="0"/>
              <a:t>    </a:t>
            </a:r>
            <a:r>
              <a:rPr lang="zh-CN" altLang="en-US" dirty="0"/>
              <a:t>以盘块为基本元素链接成一条链。</a:t>
            </a:r>
            <a:endParaRPr lang="zh-CN" altLang="zh-CN" dirty="0"/>
          </a:p>
          <a:p>
            <a:pPr marL="0" indent="0">
              <a:buNone/>
            </a:pPr>
            <a:r>
              <a:rPr lang="zh-CN" altLang="zh-CN" dirty="0"/>
              <a:t>优点：分配和回收过程简单；缺点：空闲盘块链可能很长，要重复操作多次。</a:t>
            </a:r>
          </a:p>
          <a:p>
            <a:r>
              <a:rPr lang="zh-CN" altLang="zh-CN" dirty="0"/>
              <a:t>（</a:t>
            </a:r>
            <a:r>
              <a:rPr lang="en-US" altLang="zh-CN" dirty="0"/>
              <a:t>2</a:t>
            </a:r>
            <a:r>
              <a:rPr lang="zh-CN" altLang="zh-CN" dirty="0"/>
              <a:t>）空闲盘</a:t>
            </a:r>
            <a:r>
              <a:rPr lang="zh-CN" altLang="zh-CN" dirty="0">
                <a:solidFill>
                  <a:srgbClr val="FF0000"/>
                </a:solidFill>
              </a:rPr>
              <a:t>区</a:t>
            </a:r>
            <a:r>
              <a:rPr lang="zh-CN" altLang="zh-CN" dirty="0"/>
              <a:t>链</a:t>
            </a:r>
            <a:r>
              <a:rPr lang="en-US" altLang="zh-CN" dirty="0"/>
              <a:t>(Free Disk Area Link)</a:t>
            </a:r>
            <a:endParaRPr lang="zh-CN" altLang="zh-CN" dirty="0"/>
          </a:p>
          <a:p>
            <a:pPr marL="0" indent="0">
              <a:buNone/>
            </a:pPr>
            <a:r>
              <a:rPr lang="en-US" altLang="zh-CN" dirty="0"/>
              <a:t>     </a:t>
            </a:r>
            <a:r>
              <a:rPr lang="zh-CN" altLang="en-US" dirty="0"/>
              <a:t>相邻的空闲盘块组合成空闲盘区。</a:t>
            </a:r>
            <a:endParaRPr lang="en-US" altLang="zh-CN" dirty="0"/>
          </a:p>
          <a:p>
            <a:pPr marL="0" indent="0">
              <a:buNone/>
            </a:pPr>
            <a:r>
              <a:rPr lang="en-US" altLang="zh-CN" dirty="0"/>
              <a:t>     </a:t>
            </a:r>
            <a:r>
              <a:rPr lang="zh-CN" altLang="en-US" dirty="0"/>
              <a:t>分配算法通常采用首次适应算法，回收要合并。</a:t>
            </a:r>
            <a:endParaRPr lang="zh-CN" altLang="zh-CN" dirty="0"/>
          </a:p>
        </p:txBody>
      </p:sp>
    </p:spTree>
    <p:custDataLst>
      <p:tags r:id="rId1"/>
    </p:custDataLst>
  </p:cSld>
  <p:clrMapOvr>
    <a:masterClrMapping/>
  </p:clrMapOvr>
  <p:transition>
    <p:random/>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9</a:t>
            </a:r>
            <a:r>
              <a:rPr lang="en-US" altLang="zh-CN" dirty="0">
                <a:sym typeface="+mn-ea"/>
              </a:rPr>
              <a:t>.3.2  </a:t>
            </a:r>
            <a:r>
              <a:rPr lang="zh-CN" altLang="en-US" dirty="0"/>
              <a:t>磁盘</a:t>
            </a:r>
            <a:r>
              <a:rPr lang="zh-CN" altLang="en-US" dirty="0">
                <a:sym typeface="+mn-ea"/>
              </a:rPr>
              <a:t>空间管理</a:t>
            </a:r>
            <a:endParaRPr lang="zh-CN" altLang="en-US" dirty="0"/>
          </a:p>
        </p:txBody>
      </p:sp>
      <p:sp>
        <p:nvSpPr>
          <p:cNvPr id="3" name="内容占位符 2"/>
          <p:cNvSpPr>
            <a:spLocks noGrp="1"/>
          </p:cNvSpPr>
          <p:nvPr>
            <p:ph idx="1"/>
          </p:nvPr>
        </p:nvSpPr>
        <p:spPr>
          <a:xfrm>
            <a:off x="720871" y="960168"/>
            <a:ext cx="10968990" cy="6059610"/>
          </a:xfrm>
        </p:spPr>
        <p:txBody>
          <a:bodyPr>
            <a:normAutofit fontScale="97500"/>
          </a:bodyPr>
          <a:lstStyle/>
          <a:p>
            <a:pPr marL="0" indent="0">
              <a:buNone/>
            </a:pPr>
            <a:r>
              <a:rPr lang="en-US" altLang="zh-CN" sz="2300" b="1" dirty="0"/>
              <a:t>      3.</a:t>
            </a:r>
            <a:r>
              <a:rPr lang="zh-CN" altLang="en-US" sz="2300" b="1" dirty="0"/>
              <a:t>位示图</a:t>
            </a:r>
            <a:r>
              <a:rPr lang="zh-CN" altLang="zh-CN" sz="2300" b="1" dirty="0"/>
              <a:t>法</a:t>
            </a:r>
            <a:endParaRPr lang="zh-CN" altLang="zh-CN" sz="2300" dirty="0"/>
          </a:p>
          <a:p>
            <a:pPr marL="0" indent="0">
              <a:buNone/>
            </a:pPr>
            <a:r>
              <a:rPr lang="en-US" altLang="zh-CN" dirty="0"/>
              <a:t>      </a:t>
            </a:r>
            <a:r>
              <a:rPr lang="zh-CN" altLang="zh-CN" sz="2300" dirty="0"/>
              <a:t>位示图是利用二进制的一位</a:t>
            </a:r>
            <a:r>
              <a:rPr lang="en-US" altLang="zh-CN" sz="2300" dirty="0"/>
              <a:t>(bit)</a:t>
            </a:r>
            <a:r>
              <a:rPr lang="zh-CN" altLang="zh-CN" sz="2300" dirty="0"/>
              <a:t>来表示磁盘中一个盘块的使用情况。若</a:t>
            </a:r>
            <a:r>
              <a:rPr lang="en-US" altLang="zh-CN" sz="2300" dirty="0"/>
              <a:t>bit=0</a:t>
            </a:r>
            <a:r>
              <a:rPr lang="zh-CN" altLang="zh-CN" sz="2300" dirty="0"/>
              <a:t>，则表示该盘块空闲；若</a:t>
            </a:r>
            <a:r>
              <a:rPr lang="en-US" altLang="zh-CN" sz="2300" dirty="0"/>
              <a:t>bit=1</a:t>
            </a:r>
            <a:r>
              <a:rPr lang="zh-CN" altLang="en-US" sz="2300" dirty="0"/>
              <a:t>，</a:t>
            </a:r>
            <a:r>
              <a:rPr lang="zh-CN" altLang="zh-CN" sz="2300" dirty="0"/>
              <a:t>则表示已分配。</a:t>
            </a:r>
            <a:r>
              <a:rPr lang="en-US" altLang="zh-CN" sz="2300" dirty="0"/>
              <a:t> </a:t>
            </a:r>
            <a:endParaRPr lang="zh-CN" altLang="zh-CN" sz="2300" dirty="0"/>
          </a:p>
          <a:p>
            <a:pPr marL="0" indent="0">
              <a:buNone/>
            </a:pPr>
            <a:endParaRPr lang="zh-CN" altLang="zh-CN" dirty="0"/>
          </a:p>
        </p:txBody>
      </p:sp>
      <p:graphicFrame>
        <p:nvGraphicFramePr>
          <p:cNvPr id="5" name="对象 4"/>
          <p:cNvGraphicFramePr>
            <a:graphicFrameLocks noChangeAspect="1"/>
          </p:cNvGraphicFramePr>
          <p:nvPr>
            <p:extLst>
              <p:ext uri="{D42A27DB-BD31-4B8C-83A1-F6EECF244321}">
                <p14:modId xmlns:p14="http://schemas.microsoft.com/office/powerpoint/2010/main" val="2506404119"/>
              </p:ext>
            </p:extLst>
          </p:nvPr>
        </p:nvGraphicFramePr>
        <p:xfrm>
          <a:off x="1953522" y="2538187"/>
          <a:ext cx="6403307" cy="3138523"/>
        </p:xfrm>
        <a:graphic>
          <a:graphicData uri="http://schemas.openxmlformats.org/presentationml/2006/ole">
            <mc:AlternateContent xmlns:mc="http://schemas.openxmlformats.org/markup-compatibility/2006">
              <mc:Choice xmlns:v="urn:schemas-microsoft-com:vml" Requires="v">
                <p:oleObj name="Visio" r:id="rId3" imgW="4308475" imgH="1989455" progId="Visio.Drawing.11">
                  <p:embed/>
                </p:oleObj>
              </mc:Choice>
              <mc:Fallback>
                <p:oleObj name="Visio" r:id="rId3" imgW="4308475" imgH="1989455" progId="Visio.Drawing.11">
                  <p:embed/>
                  <p:pic>
                    <p:nvPicPr>
                      <p:cNvPr id="0" name="对象 16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53522" y="2538187"/>
                        <a:ext cx="6403307" cy="3138523"/>
                      </a:xfrm>
                      <a:prstGeom prst="rect">
                        <a:avLst/>
                      </a:prstGeom>
                      <a:noFill/>
                    </p:spPr>
                  </p:pic>
                </p:oleObj>
              </mc:Fallback>
            </mc:AlternateContent>
          </a:graphicData>
        </a:graphic>
      </p:graphicFrame>
      <p:sp>
        <p:nvSpPr>
          <p:cNvPr id="6" name="文本框 5"/>
          <p:cNvSpPr txBox="1"/>
          <p:nvPr/>
        </p:nvSpPr>
        <p:spPr>
          <a:xfrm>
            <a:off x="4130917" y="5816908"/>
            <a:ext cx="1721946" cy="400110"/>
          </a:xfrm>
          <a:prstGeom prst="rect">
            <a:avLst/>
          </a:prstGeom>
          <a:noFill/>
        </p:spPr>
        <p:txBody>
          <a:bodyPr wrap="none" rtlCol="0">
            <a:spAutoFit/>
          </a:bodyPr>
          <a:lstStyle/>
          <a:p>
            <a:r>
              <a:rPr lang="zh-CN" altLang="zh-CN" sz="2000" dirty="0"/>
              <a:t>图</a:t>
            </a:r>
            <a:r>
              <a:rPr lang="en-US" altLang="zh-CN" sz="2000" dirty="0"/>
              <a:t>9-9  </a:t>
            </a:r>
            <a:r>
              <a:rPr lang="zh-CN" altLang="en-US" sz="2000" dirty="0"/>
              <a:t>位示图</a:t>
            </a:r>
            <a:endParaRPr lang="zh-CN" altLang="zh-CN" sz="2000" dirty="0"/>
          </a:p>
        </p:txBody>
      </p:sp>
      <p:sp>
        <p:nvSpPr>
          <p:cNvPr id="4" name="文本框 3">
            <a:extLst>
              <a:ext uri="{FF2B5EF4-FFF2-40B4-BE49-F238E27FC236}">
                <a16:creationId xmlns:a16="http://schemas.microsoft.com/office/drawing/2014/main" id="{3CD9B5DD-6ECA-C8AD-6B15-FFDCBE061674}"/>
              </a:ext>
            </a:extLst>
          </p:cNvPr>
          <p:cNvSpPr txBox="1"/>
          <p:nvPr/>
        </p:nvSpPr>
        <p:spPr>
          <a:xfrm>
            <a:off x="8605788" y="3244334"/>
            <a:ext cx="3205212" cy="1338552"/>
          </a:xfrm>
          <a:prstGeom prst="rect">
            <a:avLst/>
          </a:prstGeom>
          <a:noFill/>
        </p:spPr>
        <p:txBody>
          <a:bodyPr wrap="square" rtlCol="0">
            <a:spAutoFit/>
          </a:bodyPr>
          <a:lstStyle/>
          <a:p>
            <a:r>
              <a:rPr lang="zh-CN" altLang="en-US" sz="2000" dirty="0"/>
              <a:t>盘块号</a:t>
            </a:r>
            <a:r>
              <a:rPr lang="en-US" altLang="zh-CN" sz="2000" dirty="0"/>
              <a:t>=n</a:t>
            </a:r>
            <a:r>
              <a:rPr lang="zh-CN" altLang="en-US" sz="2000" dirty="0"/>
              <a:t>（</a:t>
            </a:r>
            <a:r>
              <a:rPr lang="en-US" altLang="zh-CN" sz="2000" dirty="0"/>
              <a:t>i-1</a:t>
            </a:r>
            <a:r>
              <a:rPr lang="zh-CN" altLang="en-US" sz="2000" dirty="0"/>
              <a:t>）</a:t>
            </a:r>
            <a:r>
              <a:rPr lang="en-US" altLang="zh-CN" sz="2000" dirty="0"/>
              <a:t>+j</a:t>
            </a:r>
          </a:p>
          <a:p>
            <a:endParaRPr lang="en-US" altLang="zh-CN" sz="2000" dirty="0"/>
          </a:p>
          <a:p>
            <a:r>
              <a:rPr lang="zh-CN" altLang="en-US" sz="2000" dirty="0"/>
              <a:t>行 </a:t>
            </a:r>
            <a:r>
              <a:rPr lang="en-US" altLang="zh-CN" sz="2000" dirty="0" err="1"/>
              <a:t>i</a:t>
            </a:r>
            <a:r>
              <a:rPr lang="en-US" altLang="zh-CN" sz="2000" dirty="0"/>
              <a:t>=(b-1)/n+1</a:t>
            </a:r>
          </a:p>
          <a:p>
            <a:r>
              <a:rPr lang="zh-CN" altLang="en-US" sz="2000" dirty="0"/>
              <a:t>列 </a:t>
            </a:r>
            <a:r>
              <a:rPr lang="en-US" altLang="zh-CN" sz="2000" dirty="0"/>
              <a:t>j=(b-1)/n+1</a:t>
            </a:r>
            <a:endParaRPr lang="zh-CN" altLang="en-US" sz="2000" dirty="0"/>
          </a:p>
        </p:txBody>
      </p:sp>
    </p:spTree>
    <p:custDataLst>
      <p:tags r:id="rId1"/>
    </p:custDataLst>
  </p:cSld>
  <p:clrMapOvr>
    <a:masterClrMapping/>
  </p:clrMapOvr>
  <p:transition>
    <p:random/>
  </p:transition>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9</a:t>
            </a:r>
            <a:r>
              <a:rPr lang="en-US" altLang="zh-CN" dirty="0">
                <a:sym typeface="+mn-ea"/>
              </a:rPr>
              <a:t>.3.2  </a:t>
            </a:r>
            <a:r>
              <a:rPr lang="zh-CN" altLang="en-US" dirty="0"/>
              <a:t>磁盘</a:t>
            </a:r>
            <a:r>
              <a:rPr lang="zh-CN" altLang="en-US" dirty="0">
                <a:sym typeface="+mn-ea"/>
              </a:rPr>
              <a:t>空间管理</a:t>
            </a:r>
            <a:endParaRPr lang="zh-CN" altLang="en-US" dirty="0"/>
          </a:p>
        </p:txBody>
      </p:sp>
      <p:sp>
        <p:nvSpPr>
          <p:cNvPr id="3" name="内容占位符 2"/>
          <p:cNvSpPr>
            <a:spLocks noGrp="1"/>
          </p:cNvSpPr>
          <p:nvPr>
            <p:ph idx="1"/>
          </p:nvPr>
        </p:nvSpPr>
        <p:spPr>
          <a:xfrm>
            <a:off x="720871" y="960168"/>
            <a:ext cx="10968990" cy="6059610"/>
          </a:xfrm>
        </p:spPr>
        <p:txBody>
          <a:bodyPr>
            <a:normAutofit fontScale="97500"/>
          </a:bodyPr>
          <a:lstStyle/>
          <a:p>
            <a:pPr marL="0" indent="0">
              <a:buNone/>
            </a:pPr>
            <a:r>
              <a:rPr lang="en-US" altLang="zh-CN" sz="2200" dirty="0"/>
              <a:t>   </a:t>
            </a:r>
            <a:r>
              <a:rPr lang="zh-CN" altLang="zh-CN" sz="2200" dirty="0"/>
              <a:t>盘块的</a:t>
            </a:r>
            <a:r>
              <a:rPr lang="zh-CN" altLang="zh-CN" sz="2200" b="1" dirty="0"/>
              <a:t>分配</a:t>
            </a:r>
            <a:r>
              <a:rPr lang="zh-CN" altLang="zh-CN" sz="2200" dirty="0"/>
              <a:t>过程：根据位示图进行盘块分配时，可分三步进行：</a:t>
            </a:r>
          </a:p>
          <a:p>
            <a:r>
              <a:rPr lang="en-US" altLang="zh-CN" sz="2200" dirty="0"/>
              <a:t>(1) </a:t>
            </a:r>
            <a:r>
              <a:rPr lang="zh-CN" altLang="zh-CN" sz="2200" dirty="0"/>
              <a:t>顺序扫描位示图，从中找出一个或一组其值均为</a:t>
            </a:r>
            <a:r>
              <a:rPr lang="en-US" altLang="zh-CN" sz="2200" dirty="0"/>
              <a:t>“0”</a:t>
            </a:r>
            <a:r>
              <a:rPr lang="zh-CN" altLang="zh-CN" sz="2200" dirty="0"/>
              <a:t>的二进制位（</a:t>
            </a:r>
            <a:r>
              <a:rPr lang="en-US" altLang="zh-CN" sz="2200" dirty="0"/>
              <a:t>“0”</a:t>
            </a:r>
            <a:r>
              <a:rPr lang="zh-CN" altLang="zh-CN" sz="2200" dirty="0"/>
              <a:t>表示空闲）。</a:t>
            </a:r>
          </a:p>
          <a:p>
            <a:r>
              <a:rPr lang="en-US" altLang="zh-CN" sz="2200" dirty="0"/>
              <a:t>(2) </a:t>
            </a:r>
            <a:r>
              <a:rPr lang="zh-CN" altLang="zh-CN" sz="2200" dirty="0"/>
              <a:t>将所找到的一个或一组二进制位，转换成与之相应的盘块号。盘块号的计算公式为：</a:t>
            </a:r>
            <a:r>
              <a:rPr lang="en-US" altLang="zh-CN" sz="2200" dirty="0"/>
              <a:t>b=n(i-1)+j</a:t>
            </a:r>
            <a:endParaRPr lang="zh-CN" altLang="zh-CN" sz="2200" dirty="0"/>
          </a:p>
          <a:p>
            <a:r>
              <a:rPr lang="en-US" altLang="zh-CN" sz="2200" dirty="0"/>
              <a:t>(3) </a:t>
            </a:r>
            <a:r>
              <a:rPr lang="zh-CN" altLang="zh-CN" sz="2200" dirty="0"/>
              <a:t>修改位示图：找到图中相应的位，将</a:t>
            </a:r>
            <a:r>
              <a:rPr lang="en-US" altLang="zh-CN" sz="2200" dirty="0"/>
              <a:t>“0”</a:t>
            </a:r>
            <a:r>
              <a:rPr lang="zh-CN" altLang="zh-CN" sz="2200" dirty="0"/>
              <a:t>改为</a:t>
            </a:r>
            <a:r>
              <a:rPr lang="en-US" altLang="zh-CN" sz="2200" dirty="0"/>
              <a:t>“1”</a:t>
            </a:r>
            <a:r>
              <a:rPr lang="zh-CN" altLang="zh-CN" sz="2200" dirty="0"/>
              <a:t>即可。</a:t>
            </a:r>
          </a:p>
          <a:p>
            <a:pPr marL="0" indent="0">
              <a:buNone/>
            </a:pPr>
            <a:r>
              <a:rPr lang="en-US" altLang="zh-CN" sz="2200" dirty="0"/>
              <a:t>   </a:t>
            </a:r>
            <a:r>
              <a:rPr lang="zh-CN" altLang="zh-CN" sz="2200" dirty="0"/>
              <a:t>盘块的</a:t>
            </a:r>
            <a:r>
              <a:rPr lang="zh-CN" altLang="zh-CN" sz="2200" b="1" dirty="0"/>
              <a:t>回收</a:t>
            </a:r>
            <a:r>
              <a:rPr lang="zh-CN" altLang="zh-CN" sz="2200" dirty="0"/>
              <a:t>分为两步：</a:t>
            </a:r>
            <a:r>
              <a:rPr lang="en-US" altLang="zh-CN" sz="2200" dirty="0"/>
              <a:t>	</a:t>
            </a:r>
            <a:endParaRPr lang="zh-CN" altLang="zh-CN" sz="2200" dirty="0"/>
          </a:p>
          <a:p>
            <a:r>
              <a:rPr lang="en-US" altLang="zh-CN" sz="2200" dirty="0"/>
              <a:t>(1) </a:t>
            </a:r>
            <a:r>
              <a:rPr lang="zh-CN" altLang="zh-CN" sz="2200" dirty="0"/>
              <a:t>将回收盘块的盘块号转换成位于图中的位置号</a:t>
            </a:r>
            <a:r>
              <a:rPr lang="en-US" altLang="zh-CN" sz="2200" dirty="0"/>
              <a:t>;</a:t>
            </a:r>
            <a:endParaRPr lang="zh-CN" altLang="zh-CN" sz="2200" dirty="0"/>
          </a:p>
          <a:p>
            <a:pPr marL="0" indent="0">
              <a:buNone/>
            </a:pPr>
            <a:r>
              <a:rPr lang="en-US" altLang="zh-CN" sz="2200" dirty="0"/>
              <a:t>        </a:t>
            </a:r>
            <a:r>
              <a:rPr lang="pt-BR" altLang="zh-CN" sz="2200" dirty="0"/>
              <a:t>i=(b-1) div n +1</a:t>
            </a:r>
            <a:r>
              <a:rPr lang="en-US" altLang="zh-CN" sz="2200" dirty="0"/>
              <a:t>      </a:t>
            </a:r>
          </a:p>
          <a:p>
            <a:pPr marL="0" indent="0">
              <a:buNone/>
            </a:pPr>
            <a:r>
              <a:rPr lang="en-US" altLang="zh-CN" sz="2200" dirty="0"/>
              <a:t>        </a:t>
            </a:r>
            <a:r>
              <a:rPr lang="pt-BR" altLang="zh-CN" sz="2200" dirty="0"/>
              <a:t>j=(b-1) mod n +1</a:t>
            </a:r>
            <a:endParaRPr lang="zh-CN" altLang="zh-CN" sz="2200" dirty="0"/>
          </a:p>
          <a:p>
            <a:r>
              <a:rPr lang="en-US" altLang="zh-CN" sz="2200" dirty="0"/>
              <a:t>(2) </a:t>
            </a:r>
            <a:r>
              <a:rPr lang="zh-CN" altLang="zh-CN" sz="2200" dirty="0"/>
              <a:t>修改位示图：找到图中相应的位，将</a:t>
            </a:r>
            <a:r>
              <a:rPr lang="en-US" altLang="zh-CN" sz="2200" dirty="0"/>
              <a:t>“1”</a:t>
            </a:r>
            <a:r>
              <a:rPr lang="zh-CN" altLang="zh-CN" sz="2200" dirty="0"/>
              <a:t>改为</a:t>
            </a:r>
            <a:r>
              <a:rPr lang="en-US" altLang="zh-CN" sz="2200" dirty="0"/>
              <a:t>“0”</a:t>
            </a:r>
            <a:r>
              <a:rPr lang="zh-CN" altLang="zh-CN" sz="2200" dirty="0"/>
              <a:t>即可。</a:t>
            </a:r>
          </a:p>
        </p:txBody>
      </p:sp>
    </p:spTree>
    <p:custDataLst>
      <p:tags r:id="rId1"/>
    </p:custData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23C3B59-0A18-4513-930A-16092271A899}"/>
              </a:ext>
            </a:extLst>
          </p:cNvPr>
          <p:cNvSpPr>
            <a:spLocks noGrp="1"/>
          </p:cNvSpPr>
          <p:nvPr>
            <p:ph idx="1"/>
          </p:nvPr>
        </p:nvSpPr>
        <p:spPr>
          <a:xfrm>
            <a:off x="1720850" y="579438"/>
            <a:ext cx="8750300" cy="5803900"/>
          </a:xfrm>
        </p:spPr>
        <p:txBody>
          <a:bodyPr/>
          <a:lstStyle/>
          <a:p>
            <a:pPr algn="just" eaLnBrk="1" hangingPunct="1">
              <a:spcBef>
                <a:spcPct val="40000"/>
              </a:spcBef>
              <a:spcAft>
                <a:spcPct val="20000"/>
              </a:spcAft>
              <a:buFont typeface="Wingdings" panose="05000000000000000000" pitchFamily="2" charset="2"/>
              <a:buNone/>
            </a:pPr>
            <a:r>
              <a:rPr lang="zh-CN" altLang="en-US" sz="3600" b="1" dirty="0">
                <a:solidFill>
                  <a:schemeClr val="tx1"/>
                </a:solidFill>
                <a:latin typeface="黑体" panose="02010609060101010101" pitchFamily="49" charset="-122"/>
                <a:ea typeface="黑体" panose="02010609060101010101" pitchFamily="49" charset="-122"/>
              </a:rPr>
              <a:t>位示图</a:t>
            </a:r>
            <a:r>
              <a:rPr lang="zh-CN" altLang="en-US" b="1" dirty="0">
                <a:solidFill>
                  <a:schemeClr val="tx1"/>
                </a:solidFill>
                <a:latin typeface="黑体" panose="02010609060101010101" pitchFamily="49" charset="-122"/>
                <a:ea typeface="黑体" panose="02010609060101010101" pitchFamily="49" charset="-122"/>
              </a:rPr>
              <a:t> </a:t>
            </a:r>
          </a:p>
          <a:p>
            <a:pPr algn="just" eaLnBrk="1" hangingPunct="1">
              <a:spcBef>
                <a:spcPct val="40000"/>
              </a:spcBef>
              <a:spcAft>
                <a:spcPct val="20000"/>
              </a:spcAft>
              <a:buFont typeface="Wingdings" panose="05000000000000000000" pitchFamily="2" charset="2"/>
              <a:buNone/>
            </a:pPr>
            <a:endParaRPr lang="zh-CN" altLang="en-US" b="1" dirty="0">
              <a:latin typeface="黑体" panose="02010609060101010101" pitchFamily="49" charset="-122"/>
              <a:ea typeface="黑体" panose="02010609060101010101" pitchFamily="49" charset="-122"/>
            </a:endParaRPr>
          </a:p>
          <a:p>
            <a:pPr algn="just" eaLnBrk="1" hangingPunct="1">
              <a:spcBef>
                <a:spcPct val="40000"/>
              </a:spcBef>
              <a:spcAft>
                <a:spcPct val="20000"/>
              </a:spcAft>
              <a:buFont typeface="Wingdings" panose="05000000000000000000" pitchFamily="2" charset="2"/>
              <a:buNone/>
            </a:pPr>
            <a:endParaRPr lang="zh-CN" altLang="en-US" b="1" dirty="0">
              <a:latin typeface="黑体" panose="02010609060101010101" pitchFamily="49" charset="-122"/>
              <a:ea typeface="黑体" panose="02010609060101010101" pitchFamily="49" charset="-122"/>
            </a:endParaRPr>
          </a:p>
          <a:p>
            <a:pPr algn="just" eaLnBrk="1" hangingPunct="1">
              <a:spcBef>
                <a:spcPct val="40000"/>
              </a:spcBef>
              <a:spcAft>
                <a:spcPct val="20000"/>
              </a:spcAft>
              <a:buFont typeface="Wingdings" panose="05000000000000000000" pitchFamily="2" charset="2"/>
              <a:buNone/>
            </a:pPr>
            <a:endParaRPr lang="en-US" altLang="zh-CN" b="1" dirty="0">
              <a:latin typeface="黑体" panose="02010609060101010101" pitchFamily="49" charset="-122"/>
              <a:ea typeface="黑体" panose="02010609060101010101" pitchFamily="49" charset="-122"/>
            </a:endParaRPr>
          </a:p>
          <a:p>
            <a:pPr algn="just" eaLnBrk="1" hangingPunct="1">
              <a:spcBef>
                <a:spcPct val="0"/>
              </a:spcBef>
              <a:spcAft>
                <a:spcPct val="0"/>
              </a:spcAft>
              <a:buFont typeface="Wingdings" panose="05000000000000000000" pitchFamily="2" charset="2"/>
              <a:buNone/>
            </a:pPr>
            <a:endParaRPr lang="en-US" altLang="zh-CN" b="1" dirty="0">
              <a:solidFill>
                <a:schemeClr val="tx1"/>
              </a:solidFill>
              <a:latin typeface="黑体" panose="02010609060101010101" pitchFamily="49" charset="-122"/>
              <a:ea typeface="黑体" panose="02010609060101010101" pitchFamily="49" charset="-122"/>
            </a:endParaRPr>
          </a:p>
          <a:p>
            <a:pPr algn="just" eaLnBrk="1" hangingPunct="1">
              <a:spcBef>
                <a:spcPct val="0"/>
              </a:spcBef>
              <a:spcAft>
                <a:spcPct val="0"/>
              </a:spcAft>
              <a:buFont typeface="Wingdings" panose="05000000000000000000" pitchFamily="2" charset="2"/>
              <a:buNone/>
            </a:pPr>
            <a:endParaRPr lang="en-US" altLang="zh-CN" b="1" dirty="0">
              <a:solidFill>
                <a:schemeClr val="tx1"/>
              </a:solidFill>
              <a:latin typeface="黑体" panose="02010609060101010101" pitchFamily="49" charset="-122"/>
              <a:ea typeface="黑体" panose="02010609060101010101" pitchFamily="49" charset="-122"/>
            </a:endParaRPr>
          </a:p>
          <a:p>
            <a:pPr algn="just" eaLnBrk="1" hangingPunct="1">
              <a:spcBef>
                <a:spcPct val="0"/>
              </a:spcBef>
              <a:spcAft>
                <a:spcPct val="0"/>
              </a:spcAft>
              <a:buFont typeface="Wingdings" panose="05000000000000000000" pitchFamily="2" charset="2"/>
              <a:buNone/>
            </a:pPr>
            <a:r>
              <a:rPr lang="zh-CN" altLang="en-US" b="1" dirty="0">
                <a:solidFill>
                  <a:schemeClr val="tx1"/>
                </a:solidFill>
                <a:latin typeface="黑体" panose="02010609060101010101" pitchFamily="49" charset="-122"/>
                <a:ea typeface="黑体" panose="02010609060101010101" pitchFamily="49" charset="-122"/>
              </a:rPr>
              <a:t> </a:t>
            </a:r>
            <a:r>
              <a:rPr lang="en-US" altLang="zh-CN" b="1" dirty="0">
                <a:solidFill>
                  <a:schemeClr val="tx1"/>
                </a:solidFill>
                <a:latin typeface="黑体" panose="02010609060101010101" pitchFamily="49" charset="-122"/>
                <a:ea typeface="黑体" panose="02010609060101010101" pitchFamily="49" charset="-122"/>
              </a:rPr>
              <a:t>    </a:t>
            </a:r>
            <a:r>
              <a:rPr lang="zh-CN" altLang="en-US" b="1" dirty="0">
                <a:solidFill>
                  <a:schemeClr val="tx1"/>
                </a:solidFill>
                <a:latin typeface="黑体" panose="02010609060101010101" pitchFamily="49" charset="-122"/>
                <a:ea typeface="黑体" panose="02010609060101010101" pitchFamily="49" charset="-122"/>
              </a:rPr>
              <a:t>物理块号 </a:t>
            </a:r>
            <a:r>
              <a:rPr lang="en-US" altLang="zh-CN" b="1" dirty="0">
                <a:solidFill>
                  <a:schemeClr val="tx1"/>
                </a:solidFill>
                <a:latin typeface="黑体" panose="02010609060101010101" pitchFamily="49" charset="-122"/>
                <a:ea typeface="黑体" panose="02010609060101010101" pitchFamily="49" charset="-122"/>
              </a:rPr>
              <a:t>=</a:t>
            </a:r>
            <a:r>
              <a:rPr lang="zh-CN" altLang="en-US" b="1" dirty="0">
                <a:solidFill>
                  <a:schemeClr val="tx1"/>
                </a:solidFill>
                <a:latin typeface="黑体" panose="02010609060101010101" pitchFamily="49" charset="-122"/>
                <a:ea typeface="黑体" panose="02010609060101010101" pitchFamily="49" charset="-122"/>
              </a:rPr>
              <a:t>字</a:t>
            </a:r>
            <a:r>
              <a:rPr lang="en-US" altLang="zh-CN" b="1" dirty="0">
                <a:solidFill>
                  <a:schemeClr val="tx1"/>
                </a:solidFill>
                <a:latin typeface="黑体" panose="02010609060101010101" pitchFamily="49" charset="-122"/>
                <a:ea typeface="黑体" panose="02010609060101010101" pitchFamily="49" charset="-122"/>
              </a:rPr>
              <a:t>(</a:t>
            </a:r>
            <a:r>
              <a:rPr lang="zh-CN" altLang="en-US" b="1" dirty="0">
                <a:solidFill>
                  <a:schemeClr val="tx1"/>
                </a:solidFill>
                <a:latin typeface="黑体" panose="02010609060101010101" pitchFamily="49" charset="-122"/>
                <a:ea typeface="黑体" panose="02010609060101010101" pitchFamily="49" charset="-122"/>
              </a:rPr>
              <a:t>节</a:t>
            </a:r>
            <a:r>
              <a:rPr lang="en-US" altLang="zh-CN" b="1" dirty="0">
                <a:solidFill>
                  <a:schemeClr val="tx1"/>
                </a:solidFill>
                <a:latin typeface="黑体" panose="02010609060101010101" pitchFamily="49" charset="-122"/>
                <a:ea typeface="黑体" panose="02010609060101010101" pitchFamily="49" charset="-122"/>
              </a:rPr>
              <a:t>)</a:t>
            </a:r>
            <a:r>
              <a:rPr lang="zh-CN" altLang="en-US" b="1" dirty="0">
                <a:solidFill>
                  <a:schemeClr val="tx1"/>
                </a:solidFill>
                <a:latin typeface="黑体" panose="02010609060101010101" pitchFamily="49" charset="-122"/>
                <a:ea typeface="黑体" panose="02010609060101010101" pitchFamily="49" charset="-122"/>
              </a:rPr>
              <a:t>号 * 字</a:t>
            </a:r>
            <a:r>
              <a:rPr lang="en-US" altLang="zh-CN" b="1" dirty="0">
                <a:solidFill>
                  <a:schemeClr val="tx1"/>
                </a:solidFill>
                <a:latin typeface="黑体" panose="02010609060101010101" pitchFamily="49" charset="-122"/>
                <a:ea typeface="黑体" panose="02010609060101010101" pitchFamily="49" charset="-122"/>
              </a:rPr>
              <a:t>(</a:t>
            </a:r>
            <a:r>
              <a:rPr lang="zh-CN" altLang="en-US" b="1" dirty="0">
                <a:solidFill>
                  <a:schemeClr val="tx1"/>
                </a:solidFill>
                <a:latin typeface="黑体" panose="02010609060101010101" pitchFamily="49" charset="-122"/>
                <a:ea typeface="黑体" panose="02010609060101010101" pitchFamily="49" charset="-122"/>
              </a:rPr>
              <a:t>节</a:t>
            </a:r>
            <a:r>
              <a:rPr lang="en-US" altLang="zh-CN" b="1" dirty="0">
                <a:solidFill>
                  <a:schemeClr val="tx1"/>
                </a:solidFill>
                <a:latin typeface="黑体" panose="02010609060101010101" pitchFamily="49" charset="-122"/>
                <a:ea typeface="黑体" panose="02010609060101010101" pitchFamily="49" charset="-122"/>
              </a:rPr>
              <a:t>)</a:t>
            </a:r>
            <a:r>
              <a:rPr lang="zh-CN" altLang="en-US" b="1" dirty="0">
                <a:solidFill>
                  <a:schemeClr val="tx1"/>
                </a:solidFill>
                <a:latin typeface="黑体" panose="02010609060101010101" pitchFamily="49" charset="-122"/>
                <a:ea typeface="黑体" panose="02010609060101010101" pitchFamily="49" charset="-122"/>
              </a:rPr>
              <a:t>长 </a:t>
            </a:r>
            <a:r>
              <a:rPr lang="en-US" altLang="zh-CN" b="1" dirty="0">
                <a:solidFill>
                  <a:schemeClr val="tx1"/>
                </a:solidFill>
                <a:latin typeface="黑体" panose="02010609060101010101" pitchFamily="49" charset="-122"/>
                <a:ea typeface="黑体" panose="02010609060101010101" pitchFamily="49" charset="-122"/>
              </a:rPr>
              <a:t>+ </a:t>
            </a:r>
            <a:r>
              <a:rPr lang="zh-CN" altLang="en-US" b="1" dirty="0">
                <a:solidFill>
                  <a:schemeClr val="tx1"/>
                </a:solidFill>
                <a:latin typeface="黑体" panose="02010609060101010101" pitchFamily="49" charset="-122"/>
                <a:ea typeface="黑体" panose="02010609060101010101" pitchFamily="49" charset="-122"/>
              </a:rPr>
              <a:t>位号</a:t>
            </a:r>
            <a:endParaRPr lang="en-US" altLang="zh-CN" b="1" dirty="0">
              <a:solidFill>
                <a:schemeClr val="tx1"/>
              </a:solidFill>
              <a:latin typeface="黑体" panose="02010609060101010101" pitchFamily="49" charset="-122"/>
              <a:ea typeface="黑体" panose="02010609060101010101" pitchFamily="49" charset="-122"/>
            </a:endParaRPr>
          </a:p>
          <a:p>
            <a:pPr algn="just" eaLnBrk="1" hangingPunct="1">
              <a:spcBef>
                <a:spcPct val="0"/>
              </a:spcBef>
              <a:spcAft>
                <a:spcPct val="0"/>
              </a:spcAft>
              <a:buFont typeface="Wingdings" panose="05000000000000000000" pitchFamily="2" charset="2"/>
              <a:buNone/>
            </a:pPr>
            <a:r>
              <a:rPr lang="en-US" altLang="zh-CN" b="1" dirty="0">
                <a:solidFill>
                  <a:schemeClr val="tx1"/>
                </a:solidFill>
                <a:latin typeface="黑体" panose="02010609060101010101" pitchFamily="49" charset="-122"/>
                <a:ea typeface="黑体" panose="02010609060101010101" pitchFamily="49" charset="-122"/>
              </a:rPr>
              <a:t>     </a:t>
            </a:r>
            <a:r>
              <a:rPr lang="zh-CN" altLang="en-US" b="1" dirty="0">
                <a:solidFill>
                  <a:schemeClr val="tx1"/>
                </a:solidFill>
                <a:latin typeface="黑体" panose="02010609060101010101" pitchFamily="49" charset="-122"/>
                <a:ea typeface="黑体" panose="02010609060101010101" pitchFamily="49" charset="-122"/>
              </a:rPr>
              <a:t>字号 </a:t>
            </a:r>
            <a:r>
              <a:rPr lang="en-US" altLang="zh-CN" b="1" dirty="0">
                <a:solidFill>
                  <a:schemeClr val="tx1"/>
                </a:solidFill>
                <a:latin typeface="黑体" panose="02010609060101010101" pitchFamily="49" charset="-122"/>
                <a:ea typeface="黑体" panose="02010609060101010101" pitchFamily="49" charset="-122"/>
              </a:rPr>
              <a:t>= </a:t>
            </a:r>
            <a:r>
              <a:rPr lang="zh-CN" altLang="en-US" b="1" dirty="0">
                <a:solidFill>
                  <a:schemeClr val="tx1"/>
                </a:solidFill>
                <a:latin typeface="黑体" panose="02010609060101010101" pitchFamily="49" charset="-122"/>
                <a:ea typeface="黑体" panose="02010609060101010101" pitchFamily="49" charset="-122"/>
              </a:rPr>
              <a:t>物理块号 </a:t>
            </a:r>
            <a:r>
              <a:rPr lang="en-US" altLang="zh-CN" b="1" dirty="0">
                <a:solidFill>
                  <a:schemeClr val="tx1"/>
                </a:solidFill>
                <a:latin typeface="黑体" panose="02010609060101010101" pitchFamily="49" charset="-122"/>
                <a:ea typeface="黑体" panose="02010609060101010101" pitchFamily="49" charset="-122"/>
              </a:rPr>
              <a:t>/ </a:t>
            </a:r>
            <a:r>
              <a:rPr lang="zh-CN" altLang="en-US" b="1" dirty="0">
                <a:solidFill>
                  <a:schemeClr val="tx1"/>
                </a:solidFill>
                <a:latin typeface="黑体" panose="02010609060101010101" pitchFamily="49" charset="-122"/>
                <a:ea typeface="黑体" panose="02010609060101010101" pitchFamily="49" charset="-122"/>
              </a:rPr>
              <a:t>字长 </a:t>
            </a:r>
            <a:endParaRPr lang="en-US" altLang="zh-CN" b="1" dirty="0">
              <a:solidFill>
                <a:schemeClr val="tx1"/>
              </a:solidFill>
              <a:latin typeface="黑体" panose="02010609060101010101" pitchFamily="49" charset="-122"/>
              <a:ea typeface="黑体" panose="02010609060101010101" pitchFamily="49" charset="-122"/>
            </a:endParaRPr>
          </a:p>
          <a:p>
            <a:pPr algn="just" eaLnBrk="1" hangingPunct="1">
              <a:spcBef>
                <a:spcPct val="0"/>
              </a:spcBef>
              <a:spcAft>
                <a:spcPct val="0"/>
              </a:spcAft>
              <a:buFont typeface="Wingdings" panose="05000000000000000000" pitchFamily="2" charset="2"/>
              <a:buNone/>
            </a:pPr>
            <a:r>
              <a:rPr lang="en-US" altLang="zh-CN" b="1" dirty="0">
                <a:solidFill>
                  <a:schemeClr val="tx1"/>
                </a:solidFill>
                <a:latin typeface="黑体" panose="02010609060101010101" pitchFamily="49" charset="-122"/>
                <a:ea typeface="黑体" panose="02010609060101010101" pitchFamily="49" charset="-122"/>
              </a:rPr>
              <a:t>     </a:t>
            </a:r>
            <a:r>
              <a:rPr lang="zh-CN" altLang="en-US" b="1" dirty="0">
                <a:solidFill>
                  <a:schemeClr val="tx1"/>
                </a:solidFill>
                <a:latin typeface="黑体" panose="02010609060101010101" pitchFamily="49" charset="-122"/>
                <a:ea typeface="黑体" panose="02010609060101010101" pitchFamily="49" charset="-122"/>
              </a:rPr>
              <a:t>位号 </a:t>
            </a:r>
            <a:r>
              <a:rPr lang="en-US" altLang="zh-CN" b="1" dirty="0">
                <a:solidFill>
                  <a:schemeClr val="tx1"/>
                </a:solidFill>
                <a:latin typeface="黑体" panose="02010609060101010101" pitchFamily="49" charset="-122"/>
                <a:ea typeface="黑体" panose="02010609060101010101" pitchFamily="49" charset="-122"/>
              </a:rPr>
              <a:t>= </a:t>
            </a:r>
            <a:r>
              <a:rPr lang="zh-CN" altLang="en-US" b="1" dirty="0">
                <a:solidFill>
                  <a:schemeClr val="tx1"/>
                </a:solidFill>
                <a:latin typeface="黑体" panose="02010609060101010101" pitchFamily="49" charset="-122"/>
                <a:ea typeface="黑体" panose="02010609060101010101" pitchFamily="49" charset="-122"/>
              </a:rPr>
              <a:t>物理块号 </a:t>
            </a:r>
            <a:r>
              <a:rPr lang="en-US" altLang="zh-CN" b="1" dirty="0">
                <a:solidFill>
                  <a:schemeClr val="tx1"/>
                </a:solidFill>
                <a:latin typeface="黑体" panose="02010609060101010101" pitchFamily="49" charset="-122"/>
                <a:ea typeface="黑体" panose="02010609060101010101" pitchFamily="49" charset="-122"/>
              </a:rPr>
              <a:t>% </a:t>
            </a:r>
            <a:r>
              <a:rPr lang="zh-CN" altLang="en-US" b="1" dirty="0">
                <a:solidFill>
                  <a:schemeClr val="tx1"/>
                </a:solidFill>
                <a:latin typeface="黑体" panose="02010609060101010101" pitchFamily="49" charset="-122"/>
                <a:ea typeface="黑体" panose="02010609060101010101" pitchFamily="49" charset="-122"/>
              </a:rPr>
              <a:t>字长</a:t>
            </a:r>
            <a:endParaRPr lang="en-US" altLang="zh-CN" b="1" dirty="0">
              <a:solidFill>
                <a:schemeClr val="tx1"/>
              </a:solidFill>
              <a:latin typeface="黑体" panose="02010609060101010101" pitchFamily="49" charset="-122"/>
              <a:ea typeface="黑体" panose="02010609060101010101" pitchFamily="49" charset="-122"/>
            </a:endParaRPr>
          </a:p>
        </p:txBody>
      </p:sp>
      <p:grpSp>
        <p:nvGrpSpPr>
          <p:cNvPr id="5" name="Group 145">
            <a:extLst>
              <a:ext uri="{FF2B5EF4-FFF2-40B4-BE49-F238E27FC236}">
                <a16:creationId xmlns:a16="http://schemas.microsoft.com/office/drawing/2014/main" id="{493F79B2-928C-41BE-AD39-BD38BE24EE72}"/>
              </a:ext>
            </a:extLst>
          </p:cNvPr>
          <p:cNvGrpSpPr>
            <a:grpSpLocks/>
          </p:cNvGrpSpPr>
          <p:nvPr/>
        </p:nvGrpSpPr>
        <p:grpSpPr bwMode="auto">
          <a:xfrm>
            <a:off x="1181482" y="1717541"/>
            <a:ext cx="9615047" cy="2446835"/>
            <a:chOff x="624" y="2558"/>
            <a:chExt cx="4848" cy="1384"/>
          </a:xfrm>
        </p:grpSpPr>
        <p:grpSp>
          <p:nvGrpSpPr>
            <p:cNvPr id="6" name="Group 143">
              <a:extLst>
                <a:ext uri="{FF2B5EF4-FFF2-40B4-BE49-F238E27FC236}">
                  <a16:creationId xmlns:a16="http://schemas.microsoft.com/office/drawing/2014/main" id="{49C96DD7-B921-41E1-874B-FC9DA5953858}"/>
                </a:ext>
              </a:extLst>
            </p:cNvPr>
            <p:cNvGrpSpPr>
              <a:grpSpLocks/>
            </p:cNvGrpSpPr>
            <p:nvPr/>
          </p:nvGrpSpPr>
          <p:grpSpPr bwMode="auto">
            <a:xfrm>
              <a:off x="624" y="2558"/>
              <a:ext cx="4848" cy="1384"/>
              <a:chOff x="-3" y="-132"/>
              <a:chExt cx="3930" cy="2055"/>
            </a:xfrm>
          </p:grpSpPr>
          <p:grpSp>
            <p:nvGrpSpPr>
              <p:cNvPr id="8" name="Group 141">
                <a:extLst>
                  <a:ext uri="{FF2B5EF4-FFF2-40B4-BE49-F238E27FC236}">
                    <a16:creationId xmlns:a16="http://schemas.microsoft.com/office/drawing/2014/main" id="{26360660-D698-470F-9EB5-4DCA914FA50C}"/>
                  </a:ext>
                </a:extLst>
              </p:cNvPr>
              <p:cNvGrpSpPr>
                <a:grpSpLocks/>
              </p:cNvGrpSpPr>
              <p:nvPr/>
            </p:nvGrpSpPr>
            <p:grpSpPr bwMode="auto">
              <a:xfrm>
                <a:off x="0" y="-132"/>
                <a:ext cx="3924" cy="2052"/>
                <a:chOff x="0" y="-132"/>
                <a:chExt cx="3924" cy="2052"/>
              </a:xfrm>
            </p:grpSpPr>
            <p:grpSp>
              <p:nvGrpSpPr>
                <p:cNvPr id="10" name="Group 52">
                  <a:extLst>
                    <a:ext uri="{FF2B5EF4-FFF2-40B4-BE49-F238E27FC236}">
                      <a16:creationId xmlns:a16="http://schemas.microsoft.com/office/drawing/2014/main" id="{B43514BB-B092-4953-9E21-9B7760FB0424}"/>
                    </a:ext>
                  </a:extLst>
                </p:cNvPr>
                <p:cNvGrpSpPr>
                  <a:grpSpLocks/>
                </p:cNvGrpSpPr>
                <p:nvPr/>
              </p:nvGrpSpPr>
              <p:grpSpPr bwMode="auto">
                <a:xfrm>
                  <a:off x="0" y="-132"/>
                  <a:ext cx="436" cy="516"/>
                  <a:chOff x="0" y="-132"/>
                  <a:chExt cx="436" cy="516"/>
                </a:xfrm>
              </p:grpSpPr>
              <p:sp>
                <p:nvSpPr>
                  <p:cNvPr id="143" name="Rectangle 5">
                    <a:extLst>
                      <a:ext uri="{FF2B5EF4-FFF2-40B4-BE49-F238E27FC236}">
                        <a16:creationId xmlns:a16="http://schemas.microsoft.com/office/drawing/2014/main" id="{DE1F2201-4EA1-408E-AF01-7B9EACABF58A}"/>
                      </a:ext>
                    </a:extLst>
                  </p:cNvPr>
                  <p:cNvSpPr>
                    <a:spLocks noChangeArrowheads="1"/>
                  </p:cNvSpPr>
                  <p:nvPr/>
                </p:nvSpPr>
                <p:spPr bwMode="auto">
                  <a:xfrm>
                    <a:off x="43" y="-132"/>
                    <a:ext cx="350"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algn="just" eaLnBrk="1" hangingPunct="1">
                      <a:lnSpc>
                        <a:spcPct val="100000"/>
                      </a:lnSpc>
                      <a:spcAft>
                        <a:spcPct val="0"/>
                      </a:spcAft>
                      <a:buClrTx/>
                      <a:buSzTx/>
                      <a:buFontTx/>
                      <a:buNone/>
                    </a:pPr>
                    <a:r>
                      <a:rPr kumimoji="1" lang="zh-CN" altLang="en-US" b="1">
                        <a:solidFill>
                          <a:schemeClr val="tx1"/>
                        </a:solidFill>
                        <a:latin typeface="黑体" panose="02010609060101010101" pitchFamily="49" charset="-122"/>
                        <a:ea typeface="黑体" panose="02010609060101010101" pitchFamily="49" charset="-122"/>
                      </a:rPr>
                      <a:t>  </a:t>
                    </a:r>
                    <a:r>
                      <a:rPr kumimoji="1" lang="zh-CN" altLang="en-US" sz="1800" b="1">
                        <a:solidFill>
                          <a:schemeClr val="tx1"/>
                        </a:solidFill>
                        <a:latin typeface="黑体" panose="02010609060101010101" pitchFamily="49" charset="-122"/>
                        <a:ea typeface="黑体" panose="02010609060101010101" pitchFamily="49" charset="-122"/>
                      </a:rPr>
                      <a:t>位</a:t>
                    </a:r>
                    <a:r>
                      <a:rPr kumimoji="1" lang="zh-CN" altLang="en-US" b="1">
                        <a:solidFill>
                          <a:schemeClr val="tx1"/>
                        </a:solidFill>
                        <a:latin typeface="黑体" panose="02010609060101010101" pitchFamily="49" charset="-122"/>
                        <a:ea typeface="黑体" panose="02010609060101010101" pitchFamily="49" charset="-122"/>
                      </a:rPr>
                      <a:t> </a:t>
                    </a:r>
                  </a:p>
                  <a:p>
                    <a:pPr algn="just" eaLnBrk="1" hangingPunct="1">
                      <a:lnSpc>
                        <a:spcPct val="100000"/>
                      </a:lnSpc>
                      <a:spcAft>
                        <a:spcPct val="0"/>
                      </a:spcAft>
                      <a:buClrTx/>
                      <a:buSzTx/>
                      <a:buFontTx/>
                      <a:buNone/>
                    </a:pPr>
                    <a:r>
                      <a:rPr kumimoji="1" lang="zh-CN" altLang="en-US" sz="1600" b="1">
                        <a:solidFill>
                          <a:schemeClr val="tx1"/>
                        </a:solidFill>
                        <a:latin typeface="黑体" panose="02010609060101010101" pitchFamily="49" charset="-122"/>
                        <a:ea typeface="黑体" panose="02010609060101010101" pitchFamily="49" charset="-122"/>
                      </a:rPr>
                      <a:t>字节</a:t>
                    </a:r>
                  </a:p>
                </p:txBody>
              </p:sp>
              <p:sp>
                <p:nvSpPr>
                  <p:cNvPr id="144" name="Rectangle 51">
                    <a:extLst>
                      <a:ext uri="{FF2B5EF4-FFF2-40B4-BE49-F238E27FC236}">
                        <a16:creationId xmlns:a16="http://schemas.microsoft.com/office/drawing/2014/main" id="{9E285B22-C57D-4589-9637-97F2ACA7576B}"/>
                      </a:ext>
                    </a:extLst>
                  </p:cNvPr>
                  <p:cNvSpPr>
                    <a:spLocks noChangeArrowheads="1"/>
                  </p:cNvSpPr>
                  <p:nvPr/>
                </p:nvSpPr>
                <p:spPr bwMode="auto">
                  <a:xfrm>
                    <a:off x="0" y="0"/>
                    <a:ext cx="43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kumimoji="1" lang="zh-CN" altLang="en-US" sz="2800" b="1">
                      <a:solidFill>
                        <a:schemeClr val="tx1"/>
                      </a:solidFill>
                      <a:latin typeface="Verdana" panose="020B0604030504040204" pitchFamily="34" charset="0"/>
                      <a:ea typeface="宋体" panose="02010600030101010101" pitchFamily="2" charset="-122"/>
                    </a:endParaRPr>
                  </a:p>
                </p:txBody>
              </p:sp>
            </p:grpSp>
            <p:grpSp>
              <p:nvGrpSpPr>
                <p:cNvPr id="11" name="Group 54">
                  <a:extLst>
                    <a:ext uri="{FF2B5EF4-FFF2-40B4-BE49-F238E27FC236}">
                      <a16:creationId xmlns:a16="http://schemas.microsoft.com/office/drawing/2014/main" id="{7A37C3DC-8E24-480A-9841-9DC2688D9CF0}"/>
                    </a:ext>
                  </a:extLst>
                </p:cNvPr>
                <p:cNvGrpSpPr>
                  <a:grpSpLocks/>
                </p:cNvGrpSpPr>
                <p:nvPr/>
              </p:nvGrpSpPr>
              <p:grpSpPr bwMode="auto">
                <a:xfrm>
                  <a:off x="436" y="0"/>
                  <a:ext cx="436" cy="384"/>
                  <a:chOff x="436" y="0"/>
                  <a:chExt cx="436" cy="384"/>
                </a:xfrm>
              </p:grpSpPr>
              <p:sp>
                <p:nvSpPr>
                  <p:cNvPr id="141" name="Rectangle 7">
                    <a:extLst>
                      <a:ext uri="{FF2B5EF4-FFF2-40B4-BE49-F238E27FC236}">
                        <a16:creationId xmlns:a16="http://schemas.microsoft.com/office/drawing/2014/main" id="{9C138DEC-CD79-4413-BDB1-019412ECA637}"/>
                      </a:ext>
                    </a:extLst>
                  </p:cNvPr>
                  <p:cNvSpPr>
                    <a:spLocks noChangeArrowheads="1"/>
                  </p:cNvSpPr>
                  <p:nvPr/>
                </p:nvSpPr>
                <p:spPr bwMode="auto">
                  <a:xfrm>
                    <a:off x="479" y="0"/>
                    <a:ext cx="3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algn="ctr" eaLnBrk="1" hangingPunct="1">
                      <a:lnSpc>
                        <a:spcPct val="100000"/>
                      </a:lnSpc>
                      <a:spcAft>
                        <a:spcPct val="0"/>
                      </a:spcAft>
                      <a:buClrTx/>
                      <a:buSzTx/>
                      <a:buFontTx/>
                      <a:buNone/>
                    </a:pPr>
                    <a:r>
                      <a:rPr kumimoji="1" lang="zh-CN" altLang="en-US" b="1">
                        <a:solidFill>
                          <a:srgbClr val="FF0000"/>
                        </a:solidFill>
                        <a:latin typeface="黑体" panose="02010609060101010101" pitchFamily="49" charset="-122"/>
                        <a:ea typeface="黑体" panose="02010609060101010101" pitchFamily="49" charset="-122"/>
                      </a:rPr>
                      <a:t>0</a:t>
                    </a:r>
                  </a:p>
                </p:txBody>
              </p:sp>
              <p:sp>
                <p:nvSpPr>
                  <p:cNvPr id="142" name="Rectangle 53">
                    <a:extLst>
                      <a:ext uri="{FF2B5EF4-FFF2-40B4-BE49-F238E27FC236}">
                        <a16:creationId xmlns:a16="http://schemas.microsoft.com/office/drawing/2014/main" id="{DFA77C44-79ED-48D3-B64B-AE9D88899212}"/>
                      </a:ext>
                    </a:extLst>
                  </p:cNvPr>
                  <p:cNvSpPr>
                    <a:spLocks noChangeArrowheads="1"/>
                  </p:cNvSpPr>
                  <p:nvPr/>
                </p:nvSpPr>
                <p:spPr bwMode="auto">
                  <a:xfrm>
                    <a:off x="436" y="0"/>
                    <a:ext cx="43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kumimoji="1" lang="zh-CN" altLang="en-US" sz="2800" b="1">
                      <a:solidFill>
                        <a:schemeClr val="tx1"/>
                      </a:solidFill>
                      <a:latin typeface="Verdana" panose="020B0604030504040204" pitchFamily="34" charset="0"/>
                      <a:ea typeface="宋体" panose="02010600030101010101" pitchFamily="2" charset="-122"/>
                    </a:endParaRPr>
                  </a:p>
                </p:txBody>
              </p:sp>
            </p:grpSp>
            <p:grpSp>
              <p:nvGrpSpPr>
                <p:cNvPr id="12" name="Group 56">
                  <a:extLst>
                    <a:ext uri="{FF2B5EF4-FFF2-40B4-BE49-F238E27FC236}">
                      <a16:creationId xmlns:a16="http://schemas.microsoft.com/office/drawing/2014/main" id="{FC4DD0A9-5DC6-4EE8-AB55-CE7901B69600}"/>
                    </a:ext>
                  </a:extLst>
                </p:cNvPr>
                <p:cNvGrpSpPr>
                  <a:grpSpLocks/>
                </p:cNvGrpSpPr>
                <p:nvPr/>
              </p:nvGrpSpPr>
              <p:grpSpPr bwMode="auto">
                <a:xfrm>
                  <a:off x="872" y="0"/>
                  <a:ext cx="436" cy="384"/>
                  <a:chOff x="872" y="0"/>
                  <a:chExt cx="436" cy="384"/>
                </a:xfrm>
              </p:grpSpPr>
              <p:sp>
                <p:nvSpPr>
                  <p:cNvPr id="139" name="Rectangle 8">
                    <a:extLst>
                      <a:ext uri="{FF2B5EF4-FFF2-40B4-BE49-F238E27FC236}">
                        <a16:creationId xmlns:a16="http://schemas.microsoft.com/office/drawing/2014/main" id="{E1B2713D-15F5-4218-80BB-08CEC87E5E0B}"/>
                      </a:ext>
                    </a:extLst>
                  </p:cNvPr>
                  <p:cNvSpPr>
                    <a:spLocks noChangeArrowheads="1"/>
                  </p:cNvSpPr>
                  <p:nvPr/>
                </p:nvSpPr>
                <p:spPr bwMode="auto">
                  <a:xfrm>
                    <a:off x="915" y="0"/>
                    <a:ext cx="3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algn="ctr" eaLnBrk="1" hangingPunct="1">
                      <a:lnSpc>
                        <a:spcPct val="100000"/>
                      </a:lnSpc>
                      <a:spcAft>
                        <a:spcPct val="0"/>
                      </a:spcAft>
                      <a:buClrTx/>
                      <a:buSzTx/>
                      <a:buFontTx/>
                      <a:buNone/>
                    </a:pPr>
                    <a:r>
                      <a:rPr kumimoji="1" lang="zh-CN" altLang="en-US" b="1">
                        <a:solidFill>
                          <a:schemeClr val="tx1"/>
                        </a:solidFill>
                        <a:latin typeface="黑体" panose="02010609060101010101" pitchFamily="49" charset="-122"/>
                        <a:ea typeface="黑体" panose="02010609060101010101" pitchFamily="49" charset="-122"/>
                      </a:rPr>
                      <a:t>1</a:t>
                    </a:r>
                  </a:p>
                </p:txBody>
              </p:sp>
              <p:sp>
                <p:nvSpPr>
                  <p:cNvPr id="140" name="Rectangle 55">
                    <a:extLst>
                      <a:ext uri="{FF2B5EF4-FFF2-40B4-BE49-F238E27FC236}">
                        <a16:creationId xmlns:a16="http://schemas.microsoft.com/office/drawing/2014/main" id="{F4FF23F0-4268-4F10-9F19-57BF229391A7}"/>
                      </a:ext>
                    </a:extLst>
                  </p:cNvPr>
                  <p:cNvSpPr>
                    <a:spLocks noChangeArrowheads="1"/>
                  </p:cNvSpPr>
                  <p:nvPr/>
                </p:nvSpPr>
                <p:spPr bwMode="auto">
                  <a:xfrm>
                    <a:off x="872" y="0"/>
                    <a:ext cx="43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kumimoji="1" lang="zh-CN" altLang="en-US" sz="2800" b="1">
                      <a:solidFill>
                        <a:schemeClr val="tx1"/>
                      </a:solidFill>
                      <a:latin typeface="Verdana" panose="020B0604030504040204" pitchFamily="34" charset="0"/>
                      <a:ea typeface="宋体" panose="02010600030101010101" pitchFamily="2" charset="-122"/>
                    </a:endParaRPr>
                  </a:p>
                </p:txBody>
              </p:sp>
            </p:grpSp>
            <p:grpSp>
              <p:nvGrpSpPr>
                <p:cNvPr id="13" name="Group 58">
                  <a:extLst>
                    <a:ext uri="{FF2B5EF4-FFF2-40B4-BE49-F238E27FC236}">
                      <a16:creationId xmlns:a16="http://schemas.microsoft.com/office/drawing/2014/main" id="{2559DE73-64E7-400E-AD22-A7EF734A1F1C}"/>
                    </a:ext>
                  </a:extLst>
                </p:cNvPr>
                <p:cNvGrpSpPr>
                  <a:grpSpLocks/>
                </p:cNvGrpSpPr>
                <p:nvPr/>
              </p:nvGrpSpPr>
              <p:grpSpPr bwMode="auto">
                <a:xfrm>
                  <a:off x="1308" y="0"/>
                  <a:ext cx="436" cy="384"/>
                  <a:chOff x="1308" y="0"/>
                  <a:chExt cx="436" cy="384"/>
                </a:xfrm>
              </p:grpSpPr>
              <p:sp>
                <p:nvSpPr>
                  <p:cNvPr id="137" name="Rectangle 9">
                    <a:extLst>
                      <a:ext uri="{FF2B5EF4-FFF2-40B4-BE49-F238E27FC236}">
                        <a16:creationId xmlns:a16="http://schemas.microsoft.com/office/drawing/2014/main" id="{3C8E961F-CE62-42EC-85FB-E7BBC3C8915C}"/>
                      </a:ext>
                    </a:extLst>
                  </p:cNvPr>
                  <p:cNvSpPr>
                    <a:spLocks noChangeArrowheads="1"/>
                  </p:cNvSpPr>
                  <p:nvPr/>
                </p:nvSpPr>
                <p:spPr bwMode="auto">
                  <a:xfrm>
                    <a:off x="1351" y="0"/>
                    <a:ext cx="3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algn="ctr" eaLnBrk="1" hangingPunct="1">
                      <a:lnSpc>
                        <a:spcPct val="100000"/>
                      </a:lnSpc>
                      <a:spcAft>
                        <a:spcPct val="0"/>
                      </a:spcAft>
                      <a:buClrTx/>
                      <a:buSzTx/>
                      <a:buFontTx/>
                      <a:buNone/>
                    </a:pPr>
                    <a:r>
                      <a:rPr kumimoji="1" lang="zh-CN" altLang="en-US" b="1">
                        <a:solidFill>
                          <a:schemeClr val="tx1"/>
                        </a:solidFill>
                        <a:latin typeface="黑体" panose="02010609060101010101" pitchFamily="49" charset="-122"/>
                        <a:ea typeface="黑体" panose="02010609060101010101" pitchFamily="49" charset="-122"/>
                      </a:rPr>
                      <a:t>2</a:t>
                    </a:r>
                  </a:p>
                </p:txBody>
              </p:sp>
              <p:sp>
                <p:nvSpPr>
                  <p:cNvPr id="138" name="Rectangle 57">
                    <a:extLst>
                      <a:ext uri="{FF2B5EF4-FFF2-40B4-BE49-F238E27FC236}">
                        <a16:creationId xmlns:a16="http://schemas.microsoft.com/office/drawing/2014/main" id="{26DC49FC-C5F9-4729-AC79-D229188E4304}"/>
                      </a:ext>
                    </a:extLst>
                  </p:cNvPr>
                  <p:cNvSpPr>
                    <a:spLocks noChangeArrowheads="1"/>
                  </p:cNvSpPr>
                  <p:nvPr/>
                </p:nvSpPr>
                <p:spPr bwMode="auto">
                  <a:xfrm>
                    <a:off x="1308" y="0"/>
                    <a:ext cx="43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kumimoji="1" lang="zh-CN" altLang="en-US" sz="2800" b="1">
                      <a:solidFill>
                        <a:schemeClr val="tx1"/>
                      </a:solidFill>
                      <a:latin typeface="Verdana" panose="020B0604030504040204" pitchFamily="34" charset="0"/>
                      <a:ea typeface="宋体" panose="02010600030101010101" pitchFamily="2" charset="-122"/>
                    </a:endParaRPr>
                  </a:p>
                </p:txBody>
              </p:sp>
            </p:grpSp>
            <p:grpSp>
              <p:nvGrpSpPr>
                <p:cNvPr id="14" name="Group 60">
                  <a:extLst>
                    <a:ext uri="{FF2B5EF4-FFF2-40B4-BE49-F238E27FC236}">
                      <a16:creationId xmlns:a16="http://schemas.microsoft.com/office/drawing/2014/main" id="{E4518B07-9622-4DC4-AF66-D041A7A0D75B}"/>
                    </a:ext>
                  </a:extLst>
                </p:cNvPr>
                <p:cNvGrpSpPr>
                  <a:grpSpLocks/>
                </p:cNvGrpSpPr>
                <p:nvPr/>
              </p:nvGrpSpPr>
              <p:grpSpPr bwMode="auto">
                <a:xfrm>
                  <a:off x="1744" y="0"/>
                  <a:ext cx="436" cy="384"/>
                  <a:chOff x="1744" y="0"/>
                  <a:chExt cx="436" cy="384"/>
                </a:xfrm>
              </p:grpSpPr>
              <p:sp>
                <p:nvSpPr>
                  <p:cNvPr id="135" name="Rectangle 10">
                    <a:extLst>
                      <a:ext uri="{FF2B5EF4-FFF2-40B4-BE49-F238E27FC236}">
                        <a16:creationId xmlns:a16="http://schemas.microsoft.com/office/drawing/2014/main" id="{4E2049D3-44C2-40BA-BD2D-F346C62E7916}"/>
                      </a:ext>
                    </a:extLst>
                  </p:cNvPr>
                  <p:cNvSpPr>
                    <a:spLocks noChangeArrowheads="1"/>
                  </p:cNvSpPr>
                  <p:nvPr/>
                </p:nvSpPr>
                <p:spPr bwMode="auto">
                  <a:xfrm>
                    <a:off x="1787" y="0"/>
                    <a:ext cx="3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algn="ctr" eaLnBrk="1" hangingPunct="1">
                      <a:lnSpc>
                        <a:spcPct val="100000"/>
                      </a:lnSpc>
                      <a:spcAft>
                        <a:spcPct val="0"/>
                      </a:spcAft>
                      <a:buClrTx/>
                      <a:buSzTx/>
                      <a:buFontTx/>
                      <a:buNone/>
                    </a:pPr>
                    <a:r>
                      <a:rPr kumimoji="1" lang="zh-CN" altLang="en-US" b="1">
                        <a:solidFill>
                          <a:schemeClr val="tx1"/>
                        </a:solidFill>
                        <a:latin typeface="黑体" panose="02010609060101010101" pitchFamily="49" charset="-122"/>
                        <a:ea typeface="黑体" panose="02010609060101010101" pitchFamily="49" charset="-122"/>
                      </a:rPr>
                      <a:t>3</a:t>
                    </a:r>
                  </a:p>
                </p:txBody>
              </p:sp>
              <p:sp>
                <p:nvSpPr>
                  <p:cNvPr id="136" name="Rectangle 59">
                    <a:extLst>
                      <a:ext uri="{FF2B5EF4-FFF2-40B4-BE49-F238E27FC236}">
                        <a16:creationId xmlns:a16="http://schemas.microsoft.com/office/drawing/2014/main" id="{88135716-C527-4D12-95C6-82EEED4E3256}"/>
                      </a:ext>
                    </a:extLst>
                  </p:cNvPr>
                  <p:cNvSpPr>
                    <a:spLocks noChangeArrowheads="1"/>
                  </p:cNvSpPr>
                  <p:nvPr/>
                </p:nvSpPr>
                <p:spPr bwMode="auto">
                  <a:xfrm>
                    <a:off x="1744" y="0"/>
                    <a:ext cx="43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kumimoji="1" lang="zh-CN" altLang="en-US" sz="2800" b="1">
                      <a:solidFill>
                        <a:schemeClr val="tx1"/>
                      </a:solidFill>
                      <a:latin typeface="Verdana" panose="020B0604030504040204" pitchFamily="34" charset="0"/>
                      <a:ea typeface="宋体" panose="02010600030101010101" pitchFamily="2" charset="-122"/>
                    </a:endParaRPr>
                  </a:p>
                </p:txBody>
              </p:sp>
            </p:grpSp>
            <p:grpSp>
              <p:nvGrpSpPr>
                <p:cNvPr id="15" name="Group 62">
                  <a:extLst>
                    <a:ext uri="{FF2B5EF4-FFF2-40B4-BE49-F238E27FC236}">
                      <a16:creationId xmlns:a16="http://schemas.microsoft.com/office/drawing/2014/main" id="{4B2A0213-0C06-4C13-A285-BE5F3DB61EE7}"/>
                    </a:ext>
                  </a:extLst>
                </p:cNvPr>
                <p:cNvGrpSpPr>
                  <a:grpSpLocks/>
                </p:cNvGrpSpPr>
                <p:nvPr/>
              </p:nvGrpSpPr>
              <p:grpSpPr bwMode="auto">
                <a:xfrm>
                  <a:off x="2180" y="0"/>
                  <a:ext cx="436" cy="384"/>
                  <a:chOff x="2180" y="0"/>
                  <a:chExt cx="436" cy="384"/>
                </a:xfrm>
              </p:grpSpPr>
              <p:sp>
                <p:nvSpPr>
                  <p:cNvPr id="133" name="Rectangle 11">
                    <a:extLst>
                      <a:ext uri="{FF2B5EF4-FFF2-40B4-BE49-F238E27FC236}">
                        <a16:creationId xmlns:a16="http://schemas.microsoft.com/office/drawing/2014/main" id="{C103907F-4272-497B-9603-B40D374AE7B8}"/>
                      </a:ext>
                    </a:extLst>
                  </p:cNvPr>
                  <p:cNvSpPr>
                    <a:spLocks noChangeArrowheads="1"/>
                  </p:cNvSpPr>
                  <p:nvPr/>
                </p:nvSpPr>
                <p:spPr bwMode="auto">
                  <a:xfrm>
                    <a:off x="2223" y="0"/>
                    <a:ext cx="3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algn="ctr" eaLnBrk="1" hangingPunct="1">
                      <a:lnSpc>
                        <a:spcPct val="100000"/>
                      </a:lnSpc>
                      <a:spcAft>
                        <a:spcPct val="0"/>
                      </a:spcAft>
                      <a:buClrTx/>
                      <a:buSzTx/>
                      <a:buFontTx/>
                      <a:buNone/>
                    </a:pPr>
                    <a:r>
                      <a:rPr kumimoji="1" lang="zh-CN" altLang="en-US" b="1">
                        <a:solidFill>
                          <a:schemeClr val="tx1"/>
                        </a:solidFill>
                        <a:latin typeface="黑体" panose="02010609060101010101" pitchFamily="49" charset="-122"/>
                        <a:ea typeface="黑体" panose="02010609060101010101" pitchFamily="49" charset="-122"/>
                      </a:rPr>
                      <a:t>4</a:t>
                    </a:r>
                  </a:p>
                </p:txBody>
              </p:sp>
              <p:sp>
                <p:nvSpPr>
                  <p:cNvPr id="134" name="Rectangle 61">
                    <a:extLst>
                      <a:ext uri="{FF2B5EF4-FFF2-40B4-BE49-F238E27FC236}">
                        <a16:creationId xmlns:a16="http://schemas.microsoft.com/office/drawing/2014/main" id="{B40334E2-2796-4C06-9CFF-8A1AE0604314}"/>
                      </a:ext>
                    </a:extLst>
                  </p:cNvPr>
                  <p:cNvSpPr>
                    <a:spLocks noChangeArrowheads="1"/>
                  </p:cNvSpPr>
                  <p:nvPr/>
                </p:nvSpPr>
                <p:spPr bwMode="auto">
                  <a:xfrm>
                    <a:off x="2180" y="0"/>
                    <a:ext cx="43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kumimoji="1" lang="zh-CN" altLang="en-US" sz="2800" b="1">
                      <a:solidFill>
                        <a:schemeClr val="tx1"/>
                      </a:solidFill>
                      <a:latin typeface="Verdana" panose="020B0604030504040204" pitchFamily="34" charset="0"/>
                      <a:ea typeface="宋体" panose="02010600030101010101" pitchFamily="2" charset="-122"/>
                    </a:endParaRPr>
                  </a:p>
                </p:txBody>
              </p:sp>
            </p:grpSp>
            <p:grpSp>
              <p:nvGrpSpPr>
                <p:cNvPr id="16" name="Group 64">
                  <a:extLst>
                    <a:ext uri="{FF2B5EF4-FFF2-40B4-BE49-F238E27FC236}">
                      <a16:creationId xmlns:a16="http://schemas.microsoft.com/office/drawing/2014/main" id="{1F0C23C1-30BA-497B-B503-5ACF38E8926F}"/>
                    </a:ext>
                  </a:extLst>
                </p:cNvPr>
                <p:cNvGrpSpPr>
                  <a:grpSpLocks/>
                </p:cNvGrpSpPr>
                <p:nvPr/>
              </p:nvGrpSpPr>
              <p:grpSpPr bwMode="auto">
                <a:xfrm>
                  <a:off x="2616" y="0"/>
                  <a:ext cx="436" cy="384"/>
                  <a:chOff x="2616" y="0"/>
                  <a:chExt cx="436" cy="384"/>
                </a:xfrm>
              </p:grpSpPr>
              <p:sp>
                <p:nvSpPr>
                  <p:cNvPr id="131" name="Rectangle 12">
                    <a:extLst>
                      <a:ext uri="{FF2B5EF4-FFF2-40B4-BE49-F238E27FC236}">
                        <a16:creationId xmlns:a16="http://schemas.microsoft.com/office/drawing/2014/main" id="{E5C80D16-DC46-48C1-95EA-7902CEAE9A99}"/>
                      </a:ext>
                    </a:extLst>
                  </p:cNvPr>
                  <p:cNvSpPr>
                    <a:spLocks noChangeArrowheads="1"/>
                  </p:cNvSpPr>
                  <p:nvPr/>
                </p:nvSpPr>
                <p:spPr bwMode="auto">
                  <a:xfrm>
                    <a:off x="2659" y="0"/>
                    <a:ext cx="3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algn="ctr" eaLnBrk="1" hangingPunct="1">
                      <a:lnSpc>
                        <a:spcPct val="100000"/>
                      </a:lnSpc>
                      <a:spcAft>
                        <a:spcPct val="0"/>
                      </a:spcAft>
                      <a:buClrTx/>
                      <a:buSzTx/>
                      <a:buFontTx/>
                      <a:buNone/>
                    </a:pPr>
                    <a:r>
                      <a:rPr kumimoji="1" lang="zh-CN" altLang="en-US" b="1">
                        <a:solidFill>
                          <a:schemeClr val="tx1"/>
                        </a:solidFill>
                        <a:latin typeface="黑体" panose="02010609060101010101" pitchFamily="49" charset="-122"/>
                        <a:ea typeface="黑体" panose="02010609060101010101" pitchFamily="49" charset="-122"/>
                      </a:rPr>
                      <a:t>5</a:t>
                    </a:r>
                  </a:p>
                </p:txBody>
              </p:sp>
              <p:sp>
                <p:nvSpPr>
                  <p:cNvPr id="132" name="Rectangle 63">
                    <a:extLst>
                      <a:ext uri="{FF2B5EF4-FFF2-40B4-BE49-F238E27FC236}">
                        <a16:creationId xmlns:a16="http://schemas.microsoft.com/office/drawing/2014/main" id="{46330613-5BB7-4E0D-B274-DC7BA45FB775}"/>
                      </a:ext>
                    </a:extLst>
                  </p:cNvPr>
                  <p:cNvSpPr>
                    <a:spLocks noChangeArrowheads="1"/>
                  </p:cNvSpPr>
                  <p:nvPr/>
                </p:nvSpPr>
                <p:spPr bwMode="auto">
                  <a:xfrm>
                    <a:off x="2616" y="0"/>
                    <a:ext cx="43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kumimoji="1" lang="zh-CN" altLang="en-US" sz="2800" b="1">
                      <a:solidFill>
                        <a:schemeClr val="tx1"/>
                      </a:solidFill>
                      <a:latin typeface="Verdana" panose="020B0604030504040204" pitchFamily="34" charset="0"/>
                      <a:ea typeface="宋体" panose="02010600030101010101" pitchFamily="2" charset="-122"/>
                    </a:endParaRPr>
                  </a:p>
                </p:txBody>
              </p:sp>
            </p:grpSp>
            <p:grpSp>
              <p:nvGrpSpPr>
                <p:cNvPr id="17" name="Group 66">
                  <a:extLst>
                    <a:ext uri="{FF2B5EF4-FFF2-40B4-BE49-F238E27FC236}">
                      <a16:creationId xmlns:a16="http://schemas.microsoft.com/office/drawing/2014/main" id="{FC33B9C7-E24E-4FCA-942E-DF9A939C668B}"/>
                    </a:ext>
                  </a:extLst>
                </p:cNvPr>
                <p:cNvGrpSpPr>
                  <a:grpSpLocks/>
                </p:cNvGrpSpPr>
                <p:nvPr/>
              </p:nvGrpSpPr>
              <p:grpSpPr bwMode="auto">
                <a:xfrm>
                  <a:off x="3052" y="0"/>
                  <a:ext cx="436" cy="384"/>
                  <a:chOff x="3052" y="0"/>
                  <a:chExt cx="436" cy="384"/>
                </a:xfrm>
              </p:grpSpPr>
              <p:sp>
                <p:nvSpPr>
                  <p:cNvPr id="129" name="Rectangle 13">
                    <a:extLst>
                      <a:ext uri="{FF2B5EF4-FFF2-40B4-BE49-F238E27FC236}">
                        <a16:creationId xmlns:a16="http://schemas.microsoft.com/office/drawing/2014/main" id="{93BE439E-F07B-4921-9F5D-33E4C6B2C0E7}"/>
                      </a:ext>
                    </a:extLst>
                  </p:cNvPr>
                  <p:cNvSpPr>
                    <a:spLocks noChangeArrowheads="1"/>
                  </p:cNvSpPr>
                  <p:nvPr/>
                </p:nvSpPr>
                <p:spPr bwMode="auto">
                  <a:xfrm>
                    <a:off x="3095" y="0"/>
                    <a:ext cx="3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algn="ctr" eaLnBrk="1" hangingPunct="1">
                      <a:lnSpc>
                        <a:spcPct val="100000"/>
                      </a:lnSpc>
                      <a:spcAft>
                        <a:spcPct val="0"/>
                      </a:spcAft>
                      <a:buClrTx/>
                      <a:buSzTx/>
                      <a:buFontTx/>
                      <a:buNone/>
                    </a:pPr>
                    <a:r>
                      <a:rPr kumimoji="1" lang="zh-CN" altLang="en-US" b="1">
                        <a:solidFill>
                          <a:schemeClr val="tx1"/>
                        </a:solidFill>
                        <a:latin typeface="黑体" panose="02010609060101010101" pitchFamily="49" charset="-122"/>
                        <a:ea typeface="黑体" panose="02010609060101010101" pitchFamily="49" charset="-122"/>
                      </a:rPr>
                      <a:t>6</a:t>
                    </a:r>
                  </a:p>
                </p:txBody>
              </p:sp>
              <p:sp>
                <p:nvSpPr>
                  <p:cNvPr id="130" name="Rectangle 65">
                    <a:extLst>
                      <a:ext uri="{FF2B5EF4-FFF2-40B4-BE49-F238E27FC236}">
                        <a16:creationId xmlns:a16="http://schemas.microsoft.com/office/drawing/2014/main" id="{6B4331F7-AD4C-4DCC-8F3E-5CF23F1D9168}"/>
                      </a:ext>
                    </a:extLst>
                  </p:cNvPr>
                  <p:cNvSpPr>
                    <a:spLocks noChangeArrowheads="1"/>
                  </p:cNvSpPr>
                  <p:nvPr/>
                </p:nvSpPr>
                <p:spPr bwMode="auto">
                  <a:xfrm>
                    <a:off x="3052" y="0"/>
                    <a:ext cx="43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kumimoji="1" lang="zh-CN" altLang="en-US" sz="2800" b="1">
                      <a:solidFill>
                        <a:schemeClr val="tx1"/>
                      </a:solidFill>
                      <a:latin typeface="Verdana" panose="020B0604030504040204" pitchFamily="34" charset="0"/>
                      <a:ea typeface="宋体" panose="02010600030101010101" pitchFamily="2" charset="-122"/>
                    </a:endParaRPr>
                  </a:p>
                </p:txBody>
              </p:sp>
            </p:grpSp>
            <p:grpSp>
              <p:nvGrpSpPr>
                <p:cNvPr id="18" name="Group 68">
                  <a:extLst>
                    <a:ext uri="{FF2B5EF4-FFF2-40B4-BE49-F238E27FC236}">
                      <a16:creationId xmlns:a16="http://schemas.microsoft.com/office/drawing/2014/main" id="{DFAFBFAE-50FA-4777-BAC2-E85CA71507D4}"/>
                    </a:ext>
                  </a:extLst>
                </p:cNvPr>
                <p:cNvGrpSpPr>
                  <a:grpSpLocks/>
                </p:cNvGrpSpPr>
                <p:nvPr/>
              </p:nvGrpSpPr>
              <p:grpSpPr bwMode="auto">
                <a:xfrm>
                  <a:off x="3488" y="0"/>
                  <a:ext cx="436" cy="384"/>
                  <a:chOff x="3488" y="0"/>
                  <a:chExt cx="436" cy="384"/>
                </a:xfrm>
              </p:grpSpPr>
              <p:sp>
                <p:nvSpPr>
                  <p:cNvPr id="127" name="Rectangle 14">
                    <a:extLst>
                      <a:ext uri="{FF2B5EF4-FFF2-40B4-BE49-F238E27FC236}">
                        <a16:creationId xmlns:a16="http://schemas.microsoft.com/office/drawing/2014/main" id="{7F5E9B99-4B0D-44F8-89E5-D083B6407EDB}"/>
                      </a:ext>
                    </a:extLst>
                  </p:cNvPr>
                  <p:cNvSpPr>
                    <a:spLocks noChangeArrowheads="1"/>
                  </p:cNvSpPr>
                  <p:nvPr/>
                </p:nvSpPr>
                <p:spPr bwMode="auto">
                  <a:xfrm>
                    <a:off x="3531" y="0"/>
                    <a:ext cx="3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algn="ctr" eaLnBrk="1" hangingPunct="1">
                      <a:lnSpc>
                        <a:spcPct val="100000"/>
                      </a:lnSpc>
                      <a:spcAft>
                        <a:spcPct val="0"/>
                      </a:spcAft>
                      <a:buClrTx/>
                      <a:buSzTx/>
                      <a:buFontTx/>
                      <a:buNone/>
                    </a:pPr>
                    <a:r>
                      <a:rPr kumimoji="1" lang="zh-CN" altLang="en-US" b="1">
                        <a:solidFill>
                          <a:schemeClr val="tx1"/>
                        </a:solidFill>
                        <a:latin typeface="黑体" panose="02010609060101010101" pitchFamily="49" charset="-122"/>
                        <a:ea typeface="黑体" panose="02010609060101010101" pitchFamily="49" charset="-122"/>
                      </a:rPr>
                      <a:t>7</a:t>
                    </a:r>
                  </a:p>
                </p:txBody>
              </p:sp>
              <p:sp>
                <p:nvSpPr>
                  <p:cNvPr id="128" name="Rectangle 67">
                    <a:extLst>
                      <a:ext uri="{FF2B5EF4-FFF2-40B4-BE49-F238E27FC236}">
                        <a16:creationId xmlns:a16="http://schemas.microsoft.com/office/drawing/2014/main" id="{D1759E5A-F897-4003-94E6-28D0E9D1CFCC}"/>
                      </a:ext>
                    </a:extLst>
                  </p:cNvPr>
                  <p:cNvSpPr>
                    <a:spLocks noChangeArrowheads="1"/>
                  </p:cNvSpPr>
                  <p:nvPr/>
                </p:nvSpPr>
                <p:spPr bwMode="auto">
                  <a:xfrm>
                    <a:off x="3488" y="0"/>
                    <a:ext cx="43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kumimoji="1" lang="zh-CN" altLang="en-US" sz="2800" b="1">
                      <a:solidFill>
                        <a:schemeClr val="tx1"/>
                      </a:solidFill>
                      <a:latin typeface="Verdana" panose="020B0604030504040204" pitchFamily="34" charset="0"/>
                      <a:ea typeface="宋体" panose="02010600030101010101" pitchFamily="2" charset="-122"/>
                    </a:endParaRPr>
                  </a:p>
                </p:txBody>
              </p:sp>
            </p:grpSp>
            <p:grpSp>
              <p:nvGrpSpPr>
                <p:cNvPr id="19" name="Group 70">
                  <a:extLst>
                    <a:ext uri="{FF2B5EF4-FFF2-40B4-BE49-F238E27FC236}">
                      <a16:creationId xmlns:a16="http://schemas.microsoft.com/office/drawing/2014/main" id="{9D25F8BF-1B9F-4249-84B5-C4281E5F5B95}"/>
                    </a:ext>
                  </a:extLst>
                </p:cNvPr>
                <p:cNvGrpSpPr>
                  <a:grpSpLocks/>
                </p:cNvGrpSpPr>
                <p:nvPr/>
              </p:nvGrpSpPr>
              <p:grpSpPr bwMode="auto">
                <a:xfrm>
                  <a:off x="0" y="384"/>
                  <a:ext cx="436" cy="384"/>
                  <a:chOff x="0" y="384"/>
                  <a:chExt cx="436" cy="384"/>
                </a:xfrm>
              </p:grpSpPr>
              <p:sp>
                <p:nvSpPr>
                  <p:cNvPr id="125" name="Rectangle 15">
                    <a:extLst>
                      <a:ext uri="{FF2B5EF4-FFF2-40B4-BE49-F238E27FC236}">
                        <a16:creationId xmlns:a16="http://schemas.microsoft.com/office/drawing/2014/main" id="{A833FAE3-C3D2-4D07-AE1E-5014410604A9}"/>
                      </a:ext>
                    </a:extLst>
                  </p:cNvPr>
                  <p:cNvSpPr>
                    <a:spLocks noChangeArrowheads="1"/>
                  </p:cNvSpPr>
                  <p:nvPr/>
                </p:nvSpPr>
                <p:spPr bwMode="auto">
                  <a:xfrm>
                    <a:off x="43" y="384"/>
                    <a:ext cx="3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algn="ctr" eaLnBrk="1" hangingPunct="1">
                      <a:lnSpc>
                        <a:spcPct val="100000"/>
                      </a:lnSpc>
                      <a:spcAft>
                        <a:spcPct val="0"/>
                      </a:spcAft>
                      <a:buClrTx/>
                      <a:buSzTx/>
                      <a:buFontTx/>
                      <a:buNone/>
                    </a:pPr>
                    <a:r>
                      <a:rPr kumimoji="1" lang="zh-CN" altLang="en-US" b="1">
                        <a:solidFill>
                          <a:srgbClr val="FF0000"/>
                        </a:solidFill>
                        <a:latin typeface="黑体" panose="02010609060101010101" pitchFamily="49" charset="-122"/>
                        <a:ea typeface="黑体" panose="02010609060101010101" pitchFamily="49" charset="-122"/>
                      </a:rPr>
                      <a:t>0</a:t>
                    </a:r>
                  </a:p>
                </p:txBody>
              </p:sp>
              <p:sp>
                <p:nvSpPr>
                  <p:cNvPr id="126" name="Rectangle 69">
                    <a:extLst>
                      <a:ext uri="{FF2B5EF4-FFF2-40B4-BE49-F238E27FC236}">
                        <a16:creationId xmlns:a16="http://schemas.microsoft.com/office/drawing/2014/main" id="{8AED9FA1-5FCF-4535-B2BD-14E5AAA89C50}"/>
                      </a:ext>
                    </a:extLst>
                  </p:cNvPr>
                  <p:cNvSpPr>
                    <a:spLocks noChangeArrowheads="1"/>
                  </p:cNvSpPr>
                  <p:nvPr/>
                </p:nvSpPr>
                <p:spPr bwMode="auto">
                  <a:xfrm>
                    <a:off x="0" y="384"/>
                    <a:ext cx="43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kumimoji="1" lang="zh-CN" altLang="en-US" sz="2800" b="1">
                      <a:solidFill>
                        <a:schemeClr val="tx1"/>
                      </a:solidFill>
                      <a:latin typeface="Verdana" panose="020B0604030504040204" pitchFamily="34" charset="0"/>
                      <a:ea typeface="宋体" panose="02010600030101010101" pitchFamily="2" charset="-122"/>
                    </a:endParaRPr>
                  </a:p>
                </p:txBody>
              </p:sp>
            </p:grpSp>
            <p:grpSp>
              <p:nvGrpSpPr>
                <p:cNvPr id="20" name="Group 72">
                  <a:extLst>
                    <a:ext uri="{FF2B5EF4-FFF2-40B4-BE49-F238E27FC236}">
                      <a16:creationId xmlns:a16="http://schemas.microsoft.com/office/drawing/2014/main" id="{C7A3C3CD-9BA8-47BA-8692-123EB1690FF6}"/>
                    </a:ext>
                  </a:extLst>
                </p:cNvPr>
                <p:cNvGrpSpPr>
                  <a:grpSpLocks/>
                </p:cNvGrpSpPr>
                <p:nvPr/>
              </p:nvGrpSpPr>
              <p:grpSpPr bwMode="auto">
                <a:xfrm>
                  <a:off x="436" y="384"/>
                  <a:ext cx="436" cy="384"/>
                  <a:chOff x="436" y="384"/>
                  <a:chExt cx="436" cy="384"/>
                </a:xfrm>
              </p:grpSpPr>
              <p:sp>
                <p:nvSpPr>
                  <p:cNvPr id="123" name="Rectangle 16">
                    <a:extLst>
                      <a:ext uri="{FF2B5EF4-FFF2-40B4-BE49-F238E27FC236}">
                        <a16:creationId xmlns:a16="http://schemas.microsoft.com/office/drawing/2014/main" id="{2CE2A12F-0886-46BB-8AC6-07722055A051}"/>
                      </a:ext>
                    </a:extLst>
                  </p:cNvPr>
                  <p:cNvSpPr>
                    <a:spLocks noChangeArrowheads="1"/>
                  </p:cNvSpPr>
                  <p:nvPr/>
                </p:nvSpPr>
                <p:spPr bwMode="auto">
                  <a:xfrm>
                    <a:off x="479" y="384"/>
                    <a:ext cx="3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algn="ctr" eaLnBrk="1" hangingPunct="1">
                      <a:lnSpc>
                        <a:spcPct val="100000"/>
                      </a:lnSpc>
                      <a:spcAft>
                        <a:spcPct val="0"/>
                      </a:spcAft>
                      <a:buClrTx/>
                      <a:buSzTx/>
                      <a:buFontTx/>
                      <a:buNone/>
                    </a:pPr>
                    <a:r>
                      <a:rPr kumimoji="1" lang="zh-CN" altLang="en-US" b="1">
                        <a:solidFill>
                          <a:schemeClr val="tx1"/>
                        </a:solidFill>
                        <a:latin typeface="黑体" panose="02010609060101010101" pitchFamily="49" charset="-122"/>
                        <a:ea typeface="黑体" panose="02010609060101010101" pitchFamily="49" charset="-122"/>
                      </a:rPr>
                      <a:t>1</a:t>
                    </a:r>
                  </a:p>
                </p:txBody>
              </p:sp>
              <p:sp>
                <p:nvSpPr>
                  <p:cNvPr id="124" name="Rectangle 71">
                    <a:extLst>
                      <a:ext uri="{FF2B5EF4-FFF2-40B4-BE49-F238E27FC236}">
                        <a16:creationId xmlns:a16="http://schemas.microsoft.com/office/drawing/2014/main" id="{25F37FE8-0BA7-4F2F-91B5-530E6048316A}"/>
                      </a:ext>
                    </a:extLst>
                  </p:cNvPr>
                  <p:cNvSpPr>
                    <a:spLocks noChangeArrowheads="1"/>
                  </p:cNvSpPr>
                  <p:nvPr/>
                </p:nvSpPr>
                <p:spPr bwMode="auto">
                  <a:xfrm>
                    <a:off x="436" y="384"/>
                    <a:ext cx="43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kumimoji="1" lang="zh-CN" altLang="en-US" sz="2800" b="1">
                      <a:solidFill>
                        <a:schemeClr val="tx1"/>
                      </a:solidFill>
                      <a:latin typeface="Verdana" panose="020B0604030504040204" pitchFamily="34" charset="0"/>
                      <a:ea typeface="宋体" panose="02010600030101010101" pitchFamily="2" charset="-122"/>
                    </a:endParaRPr>
                  </a:p>
                </p:txBody>
              </p:sp>
            </p:grpSp>
            <p:grpSp>
              <p:nvGrpSpPr>
                <p:cNvPr id="21" name="Group 74">
                  <a:extLst>
                    <a:ext uri="{FF2B5EF4-FFF2-40B4-BE49-F238E27FC236}">
                      <a16:creationId xmlns:a16="http://schemas.microsoft.com/office/drawing/2014/main" id="{55C2361C-3D65-44D6-BEB7-3C04BC0BDF11}"/>
                    </a:ext>
                  </a:extLst>
                </p:cNvPr>
                <p:cNvGrpSpPr>
                  <a:grpSpLocks/>
                </p:cNvGrpSpPr>
                <p:nvPr/>
              </p:nvGrpSpPr>
              <p:grpSpPr bwMode="auto">
                <a:xfrm>
                  <a:off x="872" y="384"/>
                  <a:ext cx="436" cy="384"/>
                  <a:chOff x="872" y="384"/>
                  <a:chExt cx="436" cy="384"/>
                </a:xfrm>
              </p:grpSpPr>
              <p:sp>
                <p:nvSpPr>
                  <p:cNvPr id="121" name="Rectangle 17">
                    <a:extLst>
                      <a:ext uri="{FF2B5EF4-FFF2-40B4-BE49-F238E27FC236}">
                        <a16:creationId xmlns:a16="http://schemas.microsoft.com/office/drawing/2014/main" id="{1AC8549C-AF8B-423A-A82E-8A9FCD79DC9F}"/>
                      </a:ext>
                    </a:extLst>
                  </p:cNvPr>
                  <p:cNvSpPr>
                    <a:spLocks noChangeArrowheads="1"/>
                  </p:cNvSpPr>
                  <p:nvPr/>
                </p:nvSpPr>
                <p:spPr bwMode="auto">
                  <a:xfrm>
                    <a:off x="915" y="384"/>
                    <a:ext cx="3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algn="ctr" eaLnBrk="1" hangingPunct="1">
                      <a:lnSpc>
                        <a:spcPct val="100000"/>
                      </a:lnSpc>
                      <a:spcAft>
                        <a:spcPct val="0"/>
                      </a:spcAft>
                      <a:buClrTx/>
                      <a:buSzTx/>
                      <a:buFontTx/>
                      <a:buNone/>
                    </a:pPr>
                    <a:r>
                      <a:rPr kumimoji="1" lang="zh-CN" altLang="en-US" b="1">
                        <a:solidFill>
                          <a:schemeClr val="tx1"/>
                        </a:solidFill>
                        <a:latin typeface="黑体" panose="02010609060101010101" pitchFamily="49" charset="-122"/>
                        <a:ea typeface="黑体" panose="02010609060101010101" pitchFamily="49" charset="-122"/>
                      </a:rPr>
                      <a:t>1</a:t>
                    </a:r>
                  </a:p>
                </p:txBody>
              </p:sp>
              <p:sp>
                <p:nvSpPr>
                  <p:cNvPr id="122" name="Rectangle 73">
                    <a:extLst>
                      <a:ext uri="{FF2B5EF4-FFF2-40B4-BE49-F238E27FC236}">
                        <a16:creationId xmlns:a16="http://schemas.microsoft.com/office/drawing/2014/main" id="{592EEA7B-BC19-4F47-A198-AD5AA904908E}"/>
                      </a:ext>
                    </a:extLst>
                  </p:cNvPr>
                  <p:cNvSpPr>
                    <a:spLocks noChangeArrowheads="1"/>
                  </p:cNvSpPr>
                  <p:nvPr/>
                </p:nvSpPr>
                <p:spPr bwMode="auto">
                  <a:xfrm>
                    <a:off x="872" y="384"/>
                    <a:ext cx="43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kumimoji="1" lang="zh-CN" altLang="en-US" sz="2800" b="1">
                      <a:solidFill>
                        <a:schemeClr val="tx1"/>
                      </a:solidFill>
                      <a:latin typeface="Verdana" panose="020B0604030504040204" pitchFamily="34" charset="0"/>
                      <a:ea typeface="宋体" panose="02010600030101010101" pitchFamily="2" charset="-122"/>
                    </a:endParaRPr>
                  </a:p>
                </p:txBody>
              </p:sp>
            </p:grpSp>
            <p:grpSp>
              <p:nvGrpSpPr>
                <p:cNvPr id="22" name="Group 76">
                  <a:extLst>
                    <a:ext uri="{FF2B5EF4-FFF2-40B4-BE49-F238E27FC236}">
                      <a16:creationId xmlns:a16="http://schemas.microsoft.com/office/drawing/2014/main" id="{864BEC0B-E241-4394-9D24-41192DE1CDA0}"/>
                    </a:ext>
                  </a:extLst>
                </p:cNvPr>
                <p:cNvGrpSpPr>
                  <a:grpSpLocks/>
                </p:cNvGrpSpPr>
                <p:nvPr/>
              </p:nvGrpSpPr>
              <p:grpSpPr bwMode="auto">
                <a:xfrm>
                  <a:off x="1308" y="384"/>
                  <a:ext cx="436" cy="384"/>
                  <a:chOff x="1308" y="384"/>
                  <a:chExt cx="436" cy="384"/>
                </a:xfrm>
              </p:grpSpPr>
              <p:sp>
                <p:nvSpPr>
                  <p:cNvPr id="119" name="Rectangle 18">
                    <a:extLst>
                      <a:ext uri="{FF2B5EF4-FFF2-40B4-BE49-F238E27FC236}">
                        <a16:creationId xmlns:a16="http://schemas.microsoft.com/office/drawing/2014/main" id="{F8D290CC-2784-4622-B604-185AA5112DF0}"/>
                      </a:ext>
                    </a:extLst>
                  </p:cNvPr>
                  <p:cNvSpPr>
                    <a:spLocks noChangeArrowheads="1"/>
                  </p:cNvSpPr>
                  <p:nvPr/>
                </p:nvSpPr>
                <p:spPr bwMode="auto">
                  <a:xfrm>
                    <a:off x="1351" y="384"/>
                    <a:ext cx="3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algn="ctr" eaLnBrk="1" hangingPunct="1">
                      <a:lnSpc>
                        <a:spcPct val="100000"/>
                      </a:lnSpc>
                      <a:spcAft>
                        <a:spcPct val="0"/>
                      </a:spcAft>
                      <a:buClrTx/>
                      <a:buSzTx/>
                      <a:buFontTx/>
                      <a:buNone/>
                    </a:pPr>
                    <a:r>
                      <a:rPr kumimoji="1" lang="zh-CN" altLang="en-US" b="1">
                        <a:solidFill>
                          <a:schemeClr val="tx1"/>
                        </a:solidFill>
                        <a:latin typeface="黑体" panose="02010609060101010101" pitchFamily="49" charset="-122"/>
                        <a:ea typeface="黑体" panose="02010609060101010101" pitchFamily="49" charset="-122"/>
                      </a:rPr>
                      <a:t>1</a:t>
                    </a:r>
                  </a:p>
                </p:txBody>
              </p:sp>
              <p:sp>
                <p:nvSpPr>
                  <p:cNvPr id="120" name="Rectangle 75">
                    <a:extLst>
                      <a:ext uri="{FF2B5EF4-FFF2-40B4-BE49-F238E27FC236}">
                        <a16:creationId xmlns:a16="http://schemas.microsoft.com/office/drawing/2014/main" id="{FA5338F9-7587-4807-A7D9-27CC853DEC17}"/>
                      </a:ext>
                    </a:extLst>
                  </p:cNvPr>
                  <p:cNvSpPr>
                    <a:spLocks noChangeArrowheads="1"/>
                  </p:cNvSpPr>
                  <p:nvPr/>
                </p:nvSpPr>
                <p:spPr bwMode="auto">
                  <a:xfrm>
                    <a:off x="1308" y="384"/>
                    <a:ext cx="43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kumimoji="1" lang="zh-CN" altLang="en-US" sz="2800" b="1">
                      <a:solidFill>
                        <a:schemeClr val="tx1"/>
                      </a:solidFill>
                      <a:latin typeface="Verdana" panose="020B0604030504040204" pitchFamily="34" charset="0"/>
                      <a:ea typeface="宋体" panose="02010600030101010101" pitchFamily="2" charset="-122"/>
                    </a:endParaRPr>
                  </a:p>
                </p:txBody>
              </p:sp>
            </p:grpSp>
            <p:grpSp>
              <p:nvGrpSpPr>
                <p:cNvPr id="23" name="Group 78">
                  <a:extLst>
                    <a:ext uri="{FF2B5EF4-FFF2-40B4-BE49-F238E27FC236}">
                      <a16:creationId xmlns:a16="http://schemas.microsoft.com/office/drawing/2014/main" id="{C1A96B35-096B-434B-8D83-246716174D9B}"/>
                    </a:ext>
                  </a:extLst>
                </p:cNvPr>
                <p:cNvGrpSpPr>
                  <a:grpSpLocks/>
                </p:cNvGrpSpPr>
                <p:nvPr/>
              </p:nvGrpSpPr>
              <p:grpSpPr bwMode="auto">
                <a:xfrm>
                  <a:off x="1744" y="384"/>
                  <a:ext cx="436" cy="384"/>
                  <a:chOff x="1744" y="384"/>
                  <a:chExt cx="436" cy="384"/>
                </a:xfrm>
              </p:grpSpPr>
              <p:sp>
                <p:nvSpPr>
                  <p:cNvPr id="117" name="Rectangle 19">
                    <a:extLst>
                      <a:ext uri="{FF2B5EF4-FFF2-40B4-BE49-F238E27FC236}">
                        <a16:creationId xmlns:a16="http://schemas.microsoft.com/office/drawing/2014/main" id="{76A155B6-0671-4C0B-B4A1-8705BB9198DE}"/>
                      </a:ext>
                    </a:extLst>
                  </p:cNvPr>
                  <p:cNvSpPr>
                    <a:spLocks noChangeArrowheads="1"/>
                  </p:cNvSpPr>
                  <p:nvPr/>
                </p:nvSpPr>
                <p:spPr bwMode="auto">
                  <a:xfrm>
                    <a:off x="1787" y="384"/>
                    <a:ext cx="3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algn="ctr" eaLnBrk="1" hangingPunct="1">
                      <a:lnSpc>
                        <a:spcPct val="100000"/>
                      </a:lnSpc>
                      <a:spcAft>
                        <a:spcPct val="0"/>
                      </a:spcAft>
                      <a:buClrTx/>
                      <a:buSzTx/>
                      <a:buFontTx/>
                      <a:buNone/>
                    </a:pPr>
                    <a:r>
                      <a:rPr kumimoji="1" lang="zh-CN" altLang="en-US" b="1">
                        <a:solidFill>
                          <a:schemeClr val="tx1"/>
                        </a:solidFill>
                        <a:latin typeface="黑体" panose="02010609060101010101" pitchFamily="49" charset="-122"/>
                        <a:ea typeface="黑体" panose="02010609060101010101" pitchFamily="49" charset="-122"/>
                      </a:rPr>
                      <a:t>0</a:t>
                    </a:r>
                  </a:p>
                </p:txBody>
              </p:sp>
              <p:sp>
                <p:nvSpPr>
                  <p:cNvPr id="118" name="Rectangle 77">
                    <a:extLst>
                      <a:ext uri="{FF2B5EF4-FFF2-40B4-BE49-F238E27FC236}">
                        <a16:creationId xmlns:a16="http://schemas.microsoft.com/office/drawing/2014/main" id="{1AD2F718-D9D1-4261-9667-62FF45558647}"/>
                      </a:ext>
                    </a:extLst>
                  </p:cNvPr>
                  <p:cNvSpPr>
                    <a:spLocks noChangeArrowheads="1"/>
                  </p:cNvSpPr>
                  <p:nvPr/>
                </p:nvSpPr>
                <p:spPr bwMode="auto">
                  <a:xfrm>
                    <a:off x="1744" y="384"/>
                    <a:ext cx="43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kumimoji="1" lang="zh-CN" altLang="en-US" sz="2800" b="1">
                      <a:solidFill>
                        <a:schemeClr val="tx1"/>
                      </a:solidFill>
                      <a:latin typeface="Verdana" panose="020B0604030504040204" pitchFamily="34" charset="0"/>
                      <a:ea typeface="宋体" panose="02010600030101010101" pitchFamily="2" charset="-122"/>
                    </a:endParaRPr>
                  </a:p>
                </p:txBody>
              </p:sp>
            </p:grpSp>
            <p:grpSp>
              <p:nvGrpSpPr>
                <p:cNvPr id="24" name="Group 80">
                  <a:extLst>
                    <a:ext uri="{FF2B5EF4-FFF2-40B4-BE49-F238E27FC236}">
                      <a16:creationId xmlns:a16="http://schemas.microsoft.com/office/drawing/2014/main" id="{2FD678CD-3CEC-4362-B415-8F8BFF2E9010}"/>
                    </a:ext>
                  </a:extLst>
                </p:cNvPr>
                <p:cNvGrpSpPr>
                  <a:grpSpLocks/>
                </p:cNvGrpSpPr>
                <p:nvPr/>
              </p:nvGrpSpPr>
              <p:grpSpPr bwMode="auto">
                <a:xfrm>
                  <a:off x="2180" y="384"/>
                  <a:ext cx="436" cy="384"/>
                  <a:chOff x="2180" y="384"/>
                  <a:chExt cx="436" cy="384"/>
                </a:xfrm>
              </p:grpSpPr>
              <p:sp>
                <p:nvSpPr>
                  <p:cNvPr id="115" name="Rectangle 20">
                    <a:extLst>
                      <a:ext uri="{FF2B5EF4-FFF2-40B4-BE49-F238E27FC236}">
                        <a16:creationId xmlns:a16="http://schemas.microsoft.com/office/drawing/2014/main" id="{648B8571-4120-4C13-84B9-FD5E0E2937DC}"/>
                      </a:ext>
                    </a:extLst>
                  </p:cNvPr>
                  <p:cNvSpPr>
                    <a:spLocks noChangeArrowheads="1"/>
                  </p:cNvSpPr>
                  <p:nvPr/>
                </p:nvSpPr>
                <p:spPr bwMode="auto">
                  <a:xfrm>
                    <a:off x="2223" y="384"/>
                    <a:ext cx="3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algn="ctr" eaLnBrk="1" hangingPunct="1">
                      <a:lnSpc>
                        <a:spcPct val="100000"/>
                      </a:lnSpc>
                      <a:spcAft>
                        <a:spcPct val="0"/>
                      </a:spcAft>
                      <a:buClrTx/>
                      <a:buSzTx/>
                      <a:buFontTx/>
                      <a:buNone/>
                    </a:pPr>
                    <a:r>
                      <a:rPr kumimoji="1" lang="zh-CN" altLang="en-US" b="1">
                        <a:solidFill>
                          <a:schemeClr val="tx1"/>
                        </a:solidFill>
                        <a:latin typeface="黑体" panose="02010609060101010101" pitchFamily="49" charset="-122"/>
                        <a:ea typeface="黑体" panose="02010609060101010101" pitchFamily="49" charset="-122"/>
                      </a:rPr>
                      <a:t>0</a:t>
                    </a:r>
                  </a:p>
                </p:txBody>
              </p:sp>
              <p:sp>
                <p:nvSpPr>
                  <p:cNvPr id="116" name="Rectangle 79">
                    <a:extLst>
                      <a:ext uri="{FF2B5EF4-FFF2-40B4-BE49-F238E27FC236}">
                        <a16:creationId xmlns:a16="http://schemas.microsoft.com/office/drawing/2014/main" id="{B0E5B642-1611-4363-823B-D0B466EFFA15}"/>
                      </a:ext>
                    </a:extLst>
                  </p:cNvPr>
                  <p:cNvSpPr>
                    <a:spLocks noChangeArrowheads="1"/>
                  </p:cNvSpPr>
                  <p:nvPr/>
                </p:nvSpPr>
                <p:spPr bwMode="auto">
                  <a:xfrm>
                    <a:off x="2180" y="384"/>
                    <a:ext cx="43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kumimoji="1" lang="zh-CN" altLang="en-US" sz="2800" b="1">
                      <a:solidFill>
                        <a:schemeClr val="tx1"/>
                      </a:solidFill>
                      <a:latin typeface="Verdana" panose="020B0604030504040204" pitchFamily="34" charset="0"/>
                      <a:ea typeface="宋体" panose="02010600030101010101" pitchFamily="2" charset="-122"/>
                    </a:endParaRPr>
                  </a:p>
                </p:txBody>
              </p:sp>
            </p:grpSp>
            <p:grpSp>
              <p:nvGrpSpPr>
                <p:cNvPr id="25" name="Group 82">
                  <a:extLst>
                    <a:ext uri="{FF2B5EF4-FFF2-40B4-BE49-F238E27FC236}">
                      <a16:creationId xmlns:a16="http://schemas.microsoft.com/office/drawing/2014/main" id="{36C5BACF-94DE-4026-B431-1FAA410CE034}"/>
                    </a:ext>
                  </a:extLst>
                </p:cNvPr>
                <p:cNvGrpSpPr>
                  <a:grpSpLocks/>
                </p:cNvGrpSpPr>
                <p:nvPr/>
              </p:nvGrpSpPr>
              <p:grpSpPr bwMode="auto">
                <a:xfrm>
                  <a:off x="2616" y="384"/>
                  <a:ext cx="436" cy="384"/>
                  <a:chOff x="2616" y="384"/>
                  <a:chExt cx="436" cy="384"/>
                </a:xfrm>
              </p:grpSpPr>
              <p:sp>
                <p:nvSpPr>
                  <p:cNvPr id="113" name="Rectangle 21">
                    <a:extLst>
                      <a:ext uri="{FF2B5EF4-FFF2-40B4-BE49-F238E27FC236}">
                        <a16:creationId xmlns:a16="http://schemas.microsoft.com/office/drawing/2014/main" id="{49FD958E-0B94-495D-A160-361256C1A29F}"/>
                      </a:ext>
                    </a:extLst>
                  </p:cNvPr>
                  <p:cNvSpPr>
                    <a:spLocks noChangeArrowheads="1"/>
                  </p:cNvSpPr>
                  <p:nvPr/>
                </p:nvSpPr>
                <p:spPr bwMode="auto">
                  <a:xfrm>
                    <a:off x="2659" y="384"/>
                    <a:ext cx="3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algn="ctr" eaLnBrk="1" hangingPunct="1">
                      <a:lnSpc>
                        <a:spcPct val="100000"/>
                      </a:lnSpc>
                      <a:spcAft>
                        <a:spcPct val="0"/>
                      </a:spcAft>
                      <a:buClrTx/>
                      <a:buSzTx/>
                      <a:buFontTx/>
                      <a:buNone/>
                    </a:pPr>
                    <a:r>
                      <a:rPr kumimoji="1" lang="zh-CN" altLang="en-US" b="1">
                        <a:solidFill>
                          <a:schemeClr val="tx1"/>
                        </a:solidFill>
                        <a:latin typeface="黑体" panose="02010609060101010101" pitchFamily="49" charset="-122"/>
                        <a:ea typeface="黑体" panose="02010609060101010101" pitchFamily="49" charset="-122"/>
                      </a:rPr>
                      <a:t>0</a:t>
                    </a:r>
                  </a:p>
                </p:txBody>
              </p:sp>
              <p:sp>
                <p:nvSpPr>
                  <p:cNvPr id="114" name="Rectangle 81">
                    <a:extLst>
                      <a:ext uri="{FF2B5EF4-FFF2-40B4-BE49-F238E27FC236}">
                        <a16:creationId xmlns:a16="http://schemas.microsoft.com/office/drawing/2014/main" id="{16C52F3C-2C09-4DAD-839D-0AE7FC3FDA80}"/>
                      </a:ext>
                    </a:extLst>
                  </p:cNvPr>
                  <p:cNvSpPr>
                    <a:spLocks noChangeArrowheads="1"/>
                  </p:cNvSpPr>
                  <p:nvPr/>
                </p:nvSpPr>
                <p:spPr bwMode="auto">
                  <a:xfrm>
                    <a:off x="2616" y="384"/>
                    <a:ext cx="43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kumimoji="1" lang="zh-CN" altLang="en-US" sz="2800" b="1">
                      <a:solidFill>
                        <a:schemeClr val="tx1"/>
                      </a:solidFill>
                      <a:latin typeface="Verdana" panose="020B0604030504040204" pitchFamily="34" charset="0"/>
                      <a:ea typeface="宋体" panose="02010600030101010101" pitchFamily="2" charset="-122"/>
                    </a:endParaRPr>
                  </a:p>
                </p:txBody>
              </p:sp>
            </p:grpSp>
            <p:grpSp>
              <p:nvGrpSpPr>
                <p:cNvPr id="26" name="Group 84">
                  <a:extLst>
                    <a:ext uri="{FF2B5EF4-FFF2-40B4-BE49-F238E27FC236}">
                      <a16:creationId xmlns:a16="http://schemas.microsoft.com/office/drawing/2014/main" id="{DE5086F8-AF58-473D-B65B-7632A14A7127}"/>
                    </a:ext>
                  </a:extLst>
                </p:cNvPr>
                <p:cNvGrpSpPr>
                  <a:grpSpLocks/>
                </p:cNvGrpSpPr>
                <p:nvPr/>
              </p:nvGrpSpPr>
              <p:grpSpPr bwMode="auto">
                <a:xfrm>
                  <a:off x="3052" y="384"/>
                  <a:ext cx="436" cy="384"/>
                  <a:chOff x="3052" y="384"/>
                  <a:chExt cx="436" cy="384"/>
                </a:xfrm>
              </p:grpSpPr>
              <p:sp>
                <p:nvSpPr>
                  <p:cNvPr id="111" name="Rectangle 22">
                    <a:extLst>
                      <a:ext uri="{FF2B5EF4-FFF2-40B4-BE49-F238E27FC236}">
                        <a16:creationId xmlns:a16="http://schemas.microsoft.com/office/drawing/2014/main" id="{63C58472-18A4-4B9F-8681-F66ABF162D0C}"/>
                      </a:ext>
                    </a:extLst>
                  </p:cNvPr>
                  <p:cNvSpPr>
                    <a:spLocks noChangeArrowheads="1"/>
                  </p:cNvSpPr>
                  <p:nvPr/>
                </p:nvSpPr>
                <p:spPr bwMode="auto">
                  <a:xfrm>
                    <a:off x="3095" y="384"/>
                    <a:ext cx="3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algn="ctr" eaLnBrk="1" hangingPunct="1">
                      <a:lnSpc>
                        <a:spcPct val="100000"/>
                      </a:lnSpc>
                      <a:spcAft>
                        <a:spcPct val="0"/>
                      </a:spcAft>
                      <a:buClrTx/>
                      <a:buSzTx/>
                      <a:buFontTx/>
                      <a:buNone/>
                    </a:pPr>
                    <a:r>
                      <a:rPr kumimoji="1" lang="zh-CN" altLang="en-US" b="1">
                        <a:solidFill>
                          <a:schemeClr val="tx1"/>
                        </a:solidFill>
                        <a:latin typeface="黑体" panose="02010609060101010101" pitchFamily="49" charset="-122"/>
                        <a:ea typeface="黑体" panose="02010609060101010101" pitchFamily="49" charset="-122"/>
                      </a:rPr>
                      <a:t>1</a:t>
                    </a:r>
                  </a:p>
                </p:txBody>
              </p:sp>
              <p:sp>
                <p:nvSpPr>
                  <p:cNvPr id="112" name="Rectangle 83">
                    <a:extLst>
                      <a:ext uri="{FF2B5EF4-FFF2-40B4-BE49-F238E27FC236}">
                        <a16:creationId xmlns:a16="http://schemas.microsoft.com/office/drawing/2014/main" id="{0872E72B-72EE-4B3C-8202-8ACBDF80138B}"/>
                      </a:ext>
                    </a:extLst>
                  </p:cNvPr>
                  <p:cNvSpPr>
                    <a:spLocks noChangeArrowheads="1"/>
                  </p:cNvSpPr>
                  <p:nvPr/>
                </p:nvSpPr>
                <p:spPr bwMode="auto">
                  <a:xfrm>
                    <a:off x="3052" y="384"/>
                    <a:ext cx="43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kumimoji="1" lang="zh-CN" altLang="en-US" sz="2800" b="1">
                      <a:solidFill>
                        <a:schemeClr val="tx1"/>
                      </a:solidFill>
                      <a:latin typeface="Verdana" panose="020B0604030504040204" pitchFamily="34" charset="0"/>
                      <a:ea typeface="宋体" panose="02010600030101010101" pitchFamily="2" charset="-122"/>
                    </a:endParaRPr>
                  </a:p>
                </p:txBody>
              </p:sp>
            </p:grpSp>
            <p:grpSp>
              <p:nvGrpSpPr>
                <p:cNvPr id="27" name="Group 86">
                  <a:extLst>
                    <a:ext uri="{FF2B5EF4-FFF2-40B4-BE49-F238E27FC236}">
                      <a16:creationId xmlns:a16="http://schemas.microsoft.com/office/drawing/2014/main" id="{F1F7AF03-97A1-4F3C-A956-5E2EB7094142}"/>
                    </a:ext>
                  </a:extLst>
                </p:cNvPr>
                <p:cNvGrpSpPr>
                  <a:grpSpLocks/>
                </p:cNvGrpSpPr>
                <p:nvPr/>
              </p:nvGrpSpPr>
              <p:grpSpPr bwMode="auto">
                <a:xfrm>
                  <a:off x="3488" y="384"/>
                  <a:ext cx="436" cy="384"/>
                  <a:chOff x="3488" y="384"/>
                  <a:chExt cx="436" cy="384"/>
                </a:xfrm>
              </p:grpSpPr>
              <p:sp>
                <p:nvSpPr>
                  <p:cNvPr id="109" name="Rectangle 23">
                    <a:extLst>
                      <a:ext uri="{FF2B5EF4-FFF2-40B4-BE49-F238E27FC236}">
                        <a16:creationId xmlns:a16="http://schemas.microsoft.com/office/drawing/2014/main" id="{C35369C7-2ED6-4F8B-8706-08DC871E0022}"/>
                      </a:ext>
                    </a:extLst>
                  </p:cNvPr>
                  <p:cNvSpPr>
                    <a:spLocks noChangeArrowheads="1"/>
                  </p:cNvSpPr>
                  <p:nvPr/>
                </p:nvSpPr>
                <p:spPr bwMode="auto">
                  <a:xfrm>
                    <a:off x="3531" y="384"/>
                    <a:ext cx="3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algn="ctr" eaLnBrk="1" hangingPunct="1">
                      <a:lnSpc>
                        <a:spcPct val="100000"/>
                      </a:lnSpc>
                      <a:spcAft>
                        <a:spcPct val="0"/>
                      </a:spcAft>
                      <a:buClrTx/>
                      <a:buSzTx/>
                      <a:buFontTx/>
                      <a:buNone/>
                    </a:pPr>
                    <a:r>
                      <a:rPr kumimoji="1" lang="zh-CN" altLang="en-US" b="1">
                        <a:solidFill>
                          <a:schemeClr val="tx1"/>
                        </a:solidFill>
                        <a:latin typeface="黑体" panose="02010609060101010101" pitchFamily="49" charset="-122"/>
                        <a:ea typeface="黑体" panose="02010609060101010101" pitchFamily="49" charset="-122"/>
                      </a:rPr>
                      <a:t>1</a:t>
                    </a:r>
                  </a:p>
                </p:txBody>
              </p:sp>
              <p:sp>
                <p:nvSpPr>
                  <p:cNvPr id="110" name="Rectangle 85">
                    <a:extLst>
                      <a:ext uri="{FF2B5EF4-FFF2-40B4-BE49-F238E27FC236}">
                        <a16:creationId xmlns:a16="http://schemas.microsoft.com/office/drawing/2014/main" id="{FD152569-2356-4DD0-9572-7D62CFAC6F4B}"/>
                      </a:ext>
                    </a:extLst>
                  </p:cNvPr>
                  <p:cNvSpPr>
                    <a:spLocks noChangeArrowheads="1"/>
                  </p:cNvSpPr>
                  <p:nvPr/>
                </p:nvSpPr>
                <p:spPr bwMode="auto">
                  <a:xfrm>
                    <a:off x="3488" y="384"/>
                    <a:ext cx="43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kumimoji="1" lang="zh-CN" altLang="en-US" sz="2800" b="1">
                      <a:solidFill>
                        <a:schemeClr val="tx1"/>
                      </a:solidFill>
                      <a:latin typeface="Verdana" panose="020B0604030504040204" pitchFamily="34" charset="0"/>
                      <a:ea typeface="宋体" panose="02010600030101010101" pitchFamily="2" charset="-122"/>
                    </a:endParaRPr>
                  </a:p>
                </p:txBody>
              </p:sp>
            </p:grpSp>
            <p:grpSp>
              <p:nvGrpSpPr>
                <p:cNvPr id="28" name="Group 88">
                  <a:extLst>
                    <a:ext uri="{FF2B5EF4-FFF2-40B4-BE49-F238E27FC236}">
                      <a16:creationId xmlns:a16="http://schemas.microsoft.com/office/drawing/2014/main" id="{A4CB78F1-94BF-46DB-9CDD-FE59D8DF19BC}"/>
                    </a:ext>
                  </a:extLst>
                </p:cNvPr>
                <p:cNvGrpSpPr>
                  <a:grpSpLocks/>
                </p:cNvGrpSpPr>
                <p:nvPr/>
              </p:nvGrpSpPr>
              <p:grpSpPr bwMode="auto">
                <a:xfrm>
                  <a:off x="0" y="768"/>
                  <a:ext cx="436" cy="384"/>
                  <a:chOff x="0" y="768"/>
                  <a:chExt cx="436" cy="384"/>
                </a:xfrm>
              </p:grpSpPr>
              <p:sp>
                <p:nvSpPr>
                  <p:cNvPr id="107" name="Rectangle 24">
                    <a:extLst>
                      <a:ext uri="{FF2B5EF4-FFF2-40B4-BE49-F238E27FC236}">
                        <a16:creationId xmlns:a16="http://schemas.microsoft.com/office/drawing/2014/main" id="{715BC03E-C6EF-465C-812A-B0E489D41822}"/>
                      </a:ext>
                    </a:extLst>
                  </p:cNvPr>
                  <p:cNvSpPr>
                    <a:spLocks noChangeArrowheads="1"/>
                  </p:cNvSpPr>
                  <p:nvPr/>
                </p:nvSpPr>
                <p:spPr bwMode="auto">
                  <a:xfrm>
                    <a:off x="43" y="768"/>
                    <a:ext cx="3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algn="ctr" eaLnBrk="1" hangingPunct="1">
                      <a:lnSpc>
                        <a:spcPct val="100000"/>
                      </a:lnSpc>
                      <a:spcAft>
                        <a:spcPct val="0"/>
                      </a:spcAft>
                      <a:buClrTx/>
                      <a:buSzTx/>
                      <a:buFontTx/>
                      <a:buNone/>
                    </a:pPr>
                    <a:r>
                      <a:rPr kumimoji="1" lang="zh-CN" altLang="en-US" b="1">
                        <a:solidFill>
                          <a:schemeClr val="tx1"/>
                        </a:solidFill>
                        <a:latin typeface="黑体" panose="02010609060101010101" pitchFamily="49" charset="-122"/>
                        <a:ea typeface="黑体" panose="02010609060101010101" pitchFamily="49" charset="-122"/>
                      </a:rPr>
                      <a:t>1</a:t>
                    </a:r>
                  </a:p>
                </p:txBody>
              </p:sp>
              <p:sp>
                <p:nvSpPr>
                  <p:cNvPr id="108" name="Rectangle 87">
                    <a:extLst>
                      <a:ext uri="{FF2B5EF4-FFF2-40B4-BE49-F238E27FC236}">
                        <a16:creationId xmlns:a16="http://schemas.microsoft.com/office/drawing/2014/main" id="{58D02388-A351-4541-850E-1A4EF99A9CBA}"/>
                      </a:ext>
                    </a:extLst>
                  </p:cNvPr>
                  <p:cNvSpPr>
                    <a:spLocks noChangeArrowheads="1"/>
                  </p:cNvSpPr>
                  <p:nvPr/>
                </p:nvSpPr>
                <p:spPr bwMode="auto">
                  <a:xfrm>
                    <a:off x="0" y="768"/>
                    <a:ext cx="43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kumimoji="1" lang="zh-CN" altLang="en-US" sz="2800" b="1">
                      <a:solidFill>
                        <a:schemeClr val="tx1"/>
                      </a:solidFill>
                      <a:latin typeface="Verdana" panose="020B0604030504040204" pitchFamily="34" charset="0"/>
                      <a:ea typeface="宋体" panose="02010600030101010101" pitchFamily="2" charset="-122"/>
                    </a:endParaRPr>
                  </a:p>
                </p:txBody>
              </p:sp>
            </p:grpSp>
            <p:grpSp>
              <p:nvGrpSpPr>
                <p:cNvPr id="29" name="Group 90">
                  <a:extLst>
                    <a:ext uri="{FF2B5EF4-FFF2-40B4-BE49-F238E27FC236}">
                      <a16:creationId xmlns:a16="http://schemas.microsoft.com/office/drawing/2014/main" id="{268D30FC-4710-441C-ACAC-28C605D9D775}"/>
                    </a:ext>
                  </a:extLst>
                </p:cNvPr>
                <p:cNvGrpSpPr>
                  <a:grpSpLocks/>
                </p:cNvGrpSpPr>
                <p:nvPr/>
              </p:nvGrpSpPr>
              <p:grpSpPr bwMode="auto">
                <a:xfrm>
                  <a:off x="436" y="768"/>
                  <a:ext cx="436" cy="384"/>
                  <a:chOff x="436" y="768"/>
                  <a:chExt cx="436" cy="384"/>
                </a:xfrm>
              </p:grpSpPr>
              <p:sp>
                <p:nvSpPr>
                  <p:cNvPr id="105" name="Rectangle 25">
                    <a:extLst>
                      <a:ext uri="{FF2B5EF4-FFF2-40B4-BE49-F238E27FC236}">
                        <a16:creationId xmlns:a16="http://schemas.microsoft.com/office/drawing/2014/main" id="{5D038B4A-545F-4C72-8991-733911671A69}"/>
                      </a:ext>
                    </a:extLst>
                  </p:cNvPr>
                  <p:cNvSpPr>
                    <a:spLocks noChangeArrowheads="1"/>
                  </p:cNvSpPr>
                  <p:nvPr/>
                </p:nvSpPr>
                <p:spPr bwMode="auto">
                  <a:xfrm>
                    <a:off x="479" y="768"/>
                    <a:ext cx="3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algn="ctr" eaLnBrk="1" hangingPunct="1">
                      <a:lnSpc>
                        <a:spcPct val="100000"/>
                      </a:lnSpc>
                      <a:spcAft>
                        <a:spcPct val="0"/>
                      </a:spcAft>
                      <a:buClrTx/>
                      <a:buSzTx/>
                      <a:buFontTx/>
                      <a:buNone/>
                    </a:pPr>
                    <a:r>
                      <a:rPr kumimoji="1" lang="zh-CN" altLang="en-US" b="1">
                        <a:solidFill>
                          <a:schemeClr val="tx1"/>
                        </a:solidFill>
                        <a:latin typeface="黑体" panose="02010609060101010101" pitchFamily="49" charset="-122"/>
                        <a:ea typeface="黑体" panose="02010609060101010101" pitchFamily="49" charset="-122"/>
                      </a:rPr>
                      <a:t>0</a:t>
                    </a:r>
                  </a:p>
                </p:txBody>
              </p:sp>
              <p:sp>
                <p:nvSpPr>
                  <p:cNvPr id="106" name="Rectangle 89">
                    <a:extLst>
                      <a:ext uri="{FF2B5EF4-FFF2-40B4-BE49-F238E27FC236}">
                        <a16:creationId xmlns:a16="http://schemas.microsoft.com/office/drawing/2014/main" id="{BBA4E7D5-8769-4389-A442-2BFC555FEA09}"/>
                      </a:ext>
                    </a:extLst>
                  </p:cNvPr>
                  <p:cNvSpPr>
                    <a:spLocks noChangeArrowheads="1"/>
                  </p:cNvSpPr>
                  <p:nvPr/>
                </p:nvSpPr>
                <p:spPr bwMode="auto">
                  <a:xfrm>
                    <a:off x="436" y="768"/>
                    <a:ext cx="43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kumimoji="1" lang="zh-CN" altLang="en-US" sz="2800" b="1">
                      <a:solidFill>
                        <a:schemeClr val="tx1"/>
                      </a:solidFill>
                      <a:latin typeface="Verdana" panose="020B0604030504040204" pitchFamily="34" charset="0"/>
                      <a:ea typeface="宋体" panose="02010600030101010101" pitchFamily="2" charset="-122"/>
                    </a:endParaRPr>
                  </a:p>
                </p:txBody>
              </p:sp>
            </p:grpSp>
            <p:grpSp>
              <p:nvGrpSpPr>
                <p:cNvPr id="30" name="Group 92">
                  <a:extLst>
                    <a:ext uri="{FF2B5EF4-FFF2-40B4-BE49-F238E27FC236}">
                      <a16:creationId xmlns:a16="http://schemas.microsoft.com/office/drawing/2014/main" id="{73625017-7CA4-4D60-8901-575DA3395B05}"/>
                    </a:ext>
                  </a:extLst>
                </p:cNvPr>
                <p:cNvGrpSpPr>
                  <a:grpSpLocks/>
                </p:cNvGrpSpPr>
                <p:nvPr/>
              </p:nvGrpSpPr>
              <p:grpSpPr bwMode="auto">
                <a:xfrm>
                  <a:off x="872" y="768"/>
                  <a:ext cx="436" cy="384"/>
                  <a:chOff x="872" y="768"/>
                  <a:chExt cx="436" cy="384"/>
                </a:xfrm>
              </p:grpSpPr>
              <p:sp>
                <p:nvSpPr>
                  <p:cNvPr id="103" name="Rectangle 26">
                    <a:extLst>
                      <a:ext uri="{FF2B5EF4-FFF2-40B4-BE49-F238E27FC236}">
                        <a16:creationId xmlns:a16="http://schemas.microsoft.com/office/drawing/2014/main" id="{D467E5D5-2BA9-4B73-AB25-BDC2BD06E31D}"/>
                      </a:ext>
                    </a:extLst>
                  </p:cNvPr>
                  <p:cNvSpPr>
                    <a:spLocks noChangeArrowheads="1"/>
                  </p:cNvSpPr>
                  <p:nvPr/>
                </p:nvSpPr>
                <p:spPr bwMode="auto">
                  <a:xfrm>
                    <a:off x="915" y="768"/>
                    <a:ext cx="3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algn="ctr" eaLnBrk="1" hangingPunct="1">
                      <a:lnSpc>
                        <a:spcPct val="100000"/>
                      </a:lnSpc>
                      <a:spcAft>
                        <a:spcPct val="0"/>
                      </a:spcAft>
                      <a:buClrTx/>
                      <a:buSzTx/>
                      <a:buFontTx/>
                      <a:buNone/>
                    </a:pPr>
                    <a:r>
                      <a:rPr kumimoji="1" lang="zh-CN" altLang="en-US" b="1">
                        <a:solidFill>
                          <a:schemeClr val="tx1"/>
                        </a:solidFill>
                        <a:latin typeface="黑体" panose="02010609060101010101" pitchFamily="49" charset="-122"/>
                        <a:ea typeface="黑体" panose="02010609060101010101" pitchFamily="49" charset="-122"/>
                      </a:rPr>
                      <a:t>0</a:t>
                    </a:r>
                  </a:p>
                </p:txBody>
              </p:sp>
              <p:sp>
                <p:nvSpPr>
                  <p:cNvPr id="104" name="Rectangle 91">
                    <a:extLst>
                      <a:ext uri="{FF2B5EF4-FFF2-40B4-BE49-F238E27FC236}">
                        <a16:creationId xmlns:a16="http://schemas.microsoft.com/office/drawing/2014/main" id="{56B413E3-3FE8-492F-A6B3-D340CD52DE2C}"/>
                      </a:ext>
                    </a:extLst>
                  </p:cNvPr>
                  <p:cNvSpPr>
                    <a:spLocks noChangeArrowheads="1"/>
                  </p:cNvSpPr>
                  <p:nvPr/>
                </p:nvSpPr>
                <p:spPr bwMode="auto">
                  <a:xfrm>
                    <a:off x="872" y="768"/>
                    <a:ext cx="43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kumimoji="1" lang="zh-CN" altLang="en-US" sz="2800" b="1">
                      <a:solidFill>
                        <a:schemeClr val="tx1"/>
                      </a:solidFill>
                      <a:latin typeface="Verdana" panose="020B0604030504040204" pitchFamily="34" charset="0"/>
                      <a:ea typeface="宋体" panose="02010600030101010101" pitchFamily="2" charset="-122"/>
                    </a:endParaRPr>
                  </a:p>
                </p:txBody>
              </p:sp>
            </p:grpSp>
            <p:grpSp>
              <p:nvGrpSpPr>
                <p:cNvPr id="31" name="Group 94">
                  <a:extLst>
                    <a:ext uri="{FF2B5EF4-FFF2-40B4-BE49-F238E27FC236}">
                      <a16:creationId xmlns:a16="http://schemas.microsoft.com/office/drawing/2014/main" id="{052A57AE-A608-4B44-9ABF-10BE8F317930}"/>
                    </a:ext>
                  </a:extLst>
                </p:cNvPr>
                <p:cNvGrpSpPr>
                  <a:grpSpLocks/>
                </p:cNvGrpSpPr>
                <p:nvPr/>
              </p:nvGrpSpPr>
              <p:grpSpPr bwMode="auto">
                <a:xfrm>
                  <a:off x="1308" y="768"/>
                  <a:ext cx="436" cy="384"/>
                  <a:chOff x="1308" y="768"/>
                  <a:chExt cx="436" cy="384"/>
                </a:xfrm>
              </p:grpSpPr>
              <p:sp>
                <p:nvSpPr>
                  <p:cNvPr id="101" name="Rectangle 27">
                    <a:extLst>
                      <a:ext uri="{FF2B5EF4-FFF2-40B4-BE49-F238E27FC236}">
                        <a16:creationId xmlns:a16="http://schemas.microsoft.com/office/drawing/2014/main" id="{66B55E96-DEB7-489C-920B-68B075DE5577}"/>
                      </a:ext>
                    </a:extLst>
                  </p:cNvPr>
                  <p:cNvSpPr>
                    <a:spLocks noChangeArrowheads="1"/>
                  </p:cNvSpPr>
                  <p:nvPr/>
                </p:nvSpPr>
                <p:spPr bwMode="auto">
                  <a:xfrm>
                    <a:off x="1351" y="768"/>
                    <a:ext cx="3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algn="ctr" eaLnBrk="1" hangingPunct="1">
                      <a:lnSpc>
                        <a:spcPct val="100000"/>
                      </a:lnSpc>
                      <a:spcAft>
                        <a:spcPct val="0"/>
                      </a:spcAft>
                      <a:buClrTx/>
                      <a:buSzTx/>
                      <a:buFontTx/>
                      <a:buNone/>
                    </a:pPr>
                    <a:r>
                      <a:rPr kumimoji="1" lang="zh-CN" altLang="en-US" b="1" dirty="0">
                        <a:solidFill>
                          <a:schemeClr val="tx1"/>
                        </a:solidFill>
                        <a:latin typeface="黑体" panose="02010609060101010101" pitchFamily="49" charset="-122"/>
                        <a:ea typeface="黑体" panose="02010609060101010101" pitchFamily="49" charset="-122"/>
                      </a:rPr>
                      <a:t>0</a:t>
                    </a:r>
                  </a:p>
                </p:txBody>
              </p:sp>
              <p:sp>
                <p:nvSpPr>
                  <p:cNvPr id="102" name="Rectangle 93">
                    <a:extLst>
                      <a:ext uri="{FF2B5EF4-FFF2-40B4-BE49-F238E27FC236}">
                        <a16:creationId xmlns:a16="http://schemas.microsoft.com/office/drawing/2014/main" id="{BC227C80-4DAD-43C3-B07F-80981A084740}"/>
                      </a:ext>
                    </a:extLst>
                  </p:cNvPr>
                  <p:cNvSpPr>
                    <a:spLocks noChangeArrowheads="1"/>
                  </p:cNvSpPr>
                  <p:nvPr/>
                </p:nvSpPr>
                <p:spPr bwMode="auto">
                  <a:xfrm>
                    <a:off x="1308" y="768"/>
                    <a:ext cx="43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kumimoji="1" lang="zh-CN" altLang="en-US" sz="2800" b="1">
                      <a:solidFill>
                        <a:schemeClr val="tx1"/>
                      </a:solidFill>
                      <a:latin typeface="Verdana" panose="020B0604030504040204" pitchFamily="34" charset="0"/>
                      <a:ea typeface="宋体" panose="02010600030101010101" pitchFamily="2" charset="-122"/>
                    </a:endParaRPr>
                  </a:p>
                </p:txBody>
              </p:sp>
            </p:grpSp>
            <p:grpSp>
              <p:nvGrpSpPr>
                <p:cNvPr id="32" name="Group 96">
                  <a:extLst>
                    <a:ext uri="{FF2B5EF4-FFF2-40B4-BE49-F238E27FC236}">
                      <a16:creationId xmlns:a16="http://schemas.microsoft.com/office/drawing/2014/main" id="{888948F8-2C57-40F1-8B74-AA5821F13FEF}"/>
                    </a:ext>
                  </a:extLst>
                </p:cNvPr>
                <p:cNvGrpSpPr>
                  <a:grpSpLocks/>
                </p:cNvGrpSpPr>
                <p:nvPr/>
              </p:nvGrpSpPr>
              <p:grpSpPr bwMode="auto">
                <a:xfrm>
                  <a:off x="1744" y="768"/>
                  <a:ext cx="436" cy="384"/>
                  <a:chOff x="1744" y="768"/>
                  <a:chExt cx="436" cy="384"/>
                </a:xfrm>
              </p:grpSpPr>
              <p:sp>
                <p:nvSpPr>
                  <p:cNvPr id="99" name="Rectangle 28">
                    <a:extLst>
                      <a:ext uri="{FF2B5EF4-FFF2-40B4-BE49-F238E27FC236}">
                        <a16:creationId xmlns:a16="http://schemas.microsoft.com/office/drawing/2014/main" id="{68705282-4F5A-4B63-B06B-09107E39A3DA}"/>
                      </a:ext>
                    </a:extLst>
                  </p:cNvPr>
                  <p:cNvSpPr>
                    <a:spLocks noChangeArrowheads="1"/>
                  </p:cNvSpPr>
                  <p:nvPr/>
                </p:nvSpPr>
                <p:spPr bwMode="auto">
                  <a:xfrm>
                    <a:off x="1787" y="768"/>
                    <a:ext cx="3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algn="ctr" eaLnBrk="1" hangingPunct="1">
                      <a:lnSpc>
                        <a:spcPct val="100000"/>
                      </a:lnSpc>
                      <a:spcAft>
                        <a:spcPct val="0"/>
                      </a:spcAft>
                      <a:buClrTx/>
                      <a:buSzTx/>
                      <a:buFontTx/>
                      <a:buNone/>
                    </a:pPr>
                    <a:r>
                      <a:rPr kumimoji="1" lang="zh-CN" altLang="en-US" b="1">
                        <a:solidFill>
                          <a:schemeClr val="tx1"/>
                        </a:solidFill>
                        <a:latin typeface="黑体" panose="02010609060101010101" pitchFamily="49" charset="-122"/>
                        <a:ea typeface="黑体" panose="02010609060101010101" pitchFamily="49" charset="-122"/>
                      </a:rPr>
                      <a:t>0</a:t>
                    </a:r>
                  </a:p>
                </p:txBody>
              </p:sp>
              <p:sp>
                <p:nvSpPr>
                  <p:cNvPr id="100" name="Rectangle 95">
                    <a:extLst>
                      <a:ext uri="{FF2B5EF4-FFF2-40B4-BE49-F238E27FC236}">
                        <a16:creationId xmlns:a16="http://schemas.microsoft.com/office/drawing/2014/main" id="{50EAE648-314B-4878-80A6-0EA8F94A9EA7}"/>
                      </a:ext>
                    </a:extLst>
                  </p:cNvPr>
                  <p:cNvSpPr>
                    <a:spLocks noChangeArrowheads="1"/>
                  </p:cNvSpPr>
                  <p:nvPr/>
                </p:nvSpPr>
                <p:spPr bwMode="auto">
                  <a:xfrm>
                    <a:off x="1744" y="768"/>
                    <a:ext cx="43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kumimoji="1" lang="zh-CN" altLang="en-US" sz="2800" b="1">
                      <a:solidFill>
                        <a:schemeClr val="tx1"/>
                      </a:solidFill>
                      <a:latin typeface="Verdana" panose="020B0604030504040204" pitchFamily="34" charset="0"/>
                      <a:ea typeface="宋体" panose="02010600030101010101" pitchFamily="2" charset="-122"/>
                    </a:endParaRPr>
                  </a:p>
                </p:txBody>
              </p:sp>
            </p:grpSp>
            <p:grpSp>
              <p:nvGrpSpPr>
                <p:cNvPr id="33" name="Group 98">
                  <a:extLst>
                    <a:ext uri="{FF2B5EF4-FFF2-40B4-BE49-F238E27FC236}">
                      <a16:creationId xmlns:a16="http://schemas.microsoft.com/office/drawing/2014/main" id="{E470F380-6937-496A-8721-AC5CCA90DC97}"/>
                    </a:ext>
                  </a:extLst>
                </p:cNvPr>
                <p:cNvGrpSpPr>
                  <a:grpSpLocks/>
                </p:cNvGrpSpPr>
                <p:nvPr/>
              </p:nvGrpSpPr>
              <p:grpSpPr bwMode="auto">
                <a:xfrm>
                  <a:off x="2180" y="768"/>
                  <a:ext cx="436" cy="384"/>
                  <a:chOff x="2180" y="768"/>
                  <a:chExt cx="436" cy="384"/>
                </a:xfrm>
              </p:grpSpPr>
              <p:sp>
                <p:nvSpPr>
                  <p:cNvPr id="97" name="Rectangle 29">
                    <a:extLst>
                      <a:ext uri="{FF2B5EF4-FFF2-40B4-BE49-F238E27FC236}">
                        <a16:creationId xmlns:a16="http://schemas.microsoft.com/office/drawing/2014/main" id="{B02A30F1-D765-4FF4-A0E5-B667C993EADF}"/>
                      </a:ext>
                    </a:extLst>
                  </p:cNvPr>
                  <p:cNvSpPr>
                    <a:spLocks noChangeArrowheads="1"/>
                  </p:cNvSpPr>
                  <p:nvPr/>
                </p:nvSpPr>
                <p:spPr bwMode="auto">
                  <a:xfrm>
                    <a:off x="2223" y="768"/>
                    <a:ext cx="3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algn="ctr" eaLnBrk="1" hangingPunct="1">
                      <a:lnSpc>
                        <a:spcPct val="100000"/>
                      </a:lnSpc>
                      <a:spcAft>
                        <a:spcPct val="0"/>
                      </a:spcAft>
                      <a:buClrTx/>
                      <a:buSzTx/>
                      <a:buFontTx/>
                      <a:buNone/>
                    </a:pPr>
                    <a:r>
                      <a:rPr kumimoji="1" lang="zh-CN" altLang="en-US" b="1">
                        <a:solidFill>
                          <a:schemeClr val="tx1"/>
                        </a:solidFill>
                        <a:latin typeface="黑体" panose="02010609060101010101" pitchFamily="49" charset="-122"/>
                        <a:ea typeface="黑体" panose="02010609060101010101" pitchFamily="49" charset="-122"/>
                      </a:rPr>
                      <a:t>1</a:t>
                    </a:r>
                  </a:p>
                </p:txBody>
              </p:sp>
              <p:sp>
                <p:nvSpPr>
                  <p:cNvPr id="98" name="Rectangle 97">
                    <a:extLst>
                      <a:ext uri="{FF2B5EF4-FFF2-40B4-BE49-F238E27FC236}">
                        <a16:creationId xmlns:a16="http://schemas.microsoft.com/office/drawing/2014/main" id="{BF47C5FD-65DE-478B-A2EF-935826E67D7B}"/>
                      </a:ext>
                    </a:extLst>
                  </p:cNvPr>
                  <p:cNvSpPr>
                    <a:spLocks noChangeArrowheads="1"/>
                  </p:cNvSpPr>
                  <p:nvPr/>
                </p:nvSpPr>
                <p:spPr bwMode="auto">
                  <a:xfrm>
                    <a:off x="2180" y="768"/>
                    <a:ext cx="43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kumimoji="1" lang="zh-CN" altLang="en-US" sz="2800" b="1">
                      <a:solidFill>
                        <a:schemeClr val="tx1"/>
                      </a:solidFill>
                      <a:latin typeface="Verdana" panose="020B0604030504040204" pitchFamily="34" charset="0"/>
                      <a:ea typeface="宋体" panose="02010600030101010101" pitchFamily="2" charset="-122"/>
                    </a:endParaRPr>
                  </a:p>
                </p:txBody>
              </p:sp>
            </p:grpSp>
            <p:grpSp>
              <p:nvGrpSpPr>
                <p:cNvPr id="34" name="Group 100">
                  <a:extLst>
                    <a:ext uri="{FF2B5EF4-FFF2-40B4-BE49-F238E27FC236}">
                      <a16:creationId xmlns:a16="http://schemas.microsoft.com/office/drawing/2014/main" id="{8F06674F-6560-4CE6-9692-09FCA5A92EF5}"/>
                    </a:ext>
                  </a:extLst>
                </p:cNvPr>
                <p:cNvGrpSpPr>
                  <a:grpSpLocks/>
                </p:cNvGrpSpPr>
                <p:nvPr/>
              </p:nvGrpSpPr>
              <p:grpSpPr bwMode="auto">
                <a:xfrm>
                  <a:off x="2616" y="768"/>
                  <a:ext cx="436" cy="384"/>
                  <a:chOff x="2616" y="768"/>
                  <a:chExt cx="436" cy="384"/>
                </a:xfrm>
              </p:grpSpPr>
              <p:sp>
                <p:nvSpPr>
                  <p:cNvPr id="95" name="Rectangle 30">
                    <a:extLst>
                      <a:ext uri="{FF2B5EF4-FFF2-40B4-BE49-F238E27FC236}">
                        <a16:creationId xmlns:a16="http://schemas.microsoft.com/office/drawing/2014/main" id="{3959F36F-61BF-4BBB-AF1A-9F50E9F6D95B}"/>
                      </a:ext>
                    </a:extLst>
                  </p:cNvPr>
                  <p:cNvSpPr>
                    <a:spLocks noChangeArrowheads="1"/>
                  </p:cNvSpPr>
                  <p:nvPr/>
                </p:nvSpPr>
                <p:spPr bwMode="auto">
                  <a:xfrm>
                    <a:off x="2659" y="768"/>
                    <a:ext cx="3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algn="ctr" eaLnBrk="1" hangingPunct="1">
                      <a:lnSpc>
                        <a:spcPct val="100000"/>
                      </a:lnSpc>
                      <a:spcAft>
                        <a:spcPct val="0"/>
                      </a:spcAft>
                      <a:buClrTx/>
                      <a:buSzTx/>
                      <a:buFontTx/>
                      <a:buNone/>
                    </a:pPr>
                    <a:r>
                      <a:rPr kumimoji="1" lang="zh-CN" altLang="en-US" b="1">
                        <a:solidFill>
                          <a:schemeClr val="tx1"/>
                        </a:solidFill>
                        <a:latin typeface="黑体" panose="02010609060101010101" pitchFamily="49" charset="-122"/>
                        <a:ea typeface="黑体" panose="02010609060101010101" pitchFamily="49" charset="-122"/>
                      </a:rPr>
                      <a:t>1</a:t>
                    </a:r>
                  </a:p>
                </p:txBody>
              </p:sp>
              <p:sp>
                <p:nvSpPr>
                  <p:cNvPr id="96" name="Rectangle 99">
                    <a:extLst>
                      <a:ext uri="{FF2B5EF4-FFF2-40B4-BE49-F238E27FC236}">
                        <a16:creationId xmlns:a16="http://schemas.microsoft.com/office/drawing/2014/main" id="{D79A40A9-E171-4254-AA63-7B91F83C7B80}"/>
                      </a:ext>
                    </a:extLst>
                  </p:cNvPr>
                  <p:cNvSpPr>
                    <a:spLocks noChangeArrowheads="1"/>
                  </p:cNvSpPr>
                  <p:nvPr/>
                </p:nvSpPr>
                <p:spPr bwMode="auto">
                  <a:xfrm>
                    <a:off x="2616" y="768"/>
                    <a:ext cx="43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kumimoji="1" lang="zh-CN" altLang="en-US" sz="2800" b="1">
                      <a:solidFill>
                        <a:schemeClr val="tx1"/>
                      </a:solidFill>
                      <a:latin typeface="Verdana" panose="020B0604030504040204" pitchFamily="34" charset="0"/>
                      <a:ea typeface="宋体" panose="02010600030101010101" pitchFamily="2" charset="-122"/>
                    </a:endParaRPr>
                  </a:p>
                </p:txBody>
              </p:sp>
            </p:grpSp>
            <p:grpSp>
              <p:nvGrpSpPr>
                <p:cNvPr id="35" name="Group 102">
                  <a:extLst>
                    <a:ext uri="{FF2B5EF4-FFF2-40B4-BE49-F238E27FC236}">
                      <a16:creationId xmlns:a16="http://schemas.microsoft.com/office/drawing/2014/main" id="{6150049A-4FF3-4B2B-BC0D-E5376299F5F7}"/>
                    </a:ext>
                  </a:extLst>
                </p:cNvPr>
                <p:cNvGrpSpPr>
                  <a:grpSpLocks/>
                </p:cNvGrpSpPr>
                <p:nvPr/>
              </p:nvGrpSpPr>
              <p:grpSpPr bwMode="auto">
                <a:xfrm>
                  <a:off x="3052" y="768"/>
                  <a:ext cx="436" cy="384"/>
                  <a:chOff x="3052" y="768"/>
                  <a:chExt cx="436" cy="384"/>
                </a:xfrm>
              </p:grpSpPr>
              <p:sp>
                <p:nvSpPr>
                  <p:cNvPr id="93" name="Rectangle 31">
                    <a:extLst>
                      <a:ext uri="{FF2B5EF4-FFF2-40B4-BE49-F238E27FC236}">
                        <a16:creationId xmlns:a16="http://schemas.microsoft.com/office/drawing/2014/main" id="{F8B66F40-C47B-410A-B8C1-C369D0163FA8}"/>
                      </a:ext>
                    </a:extLst>
                  </p:cNvPr>
                  <p:cNvSpPr>
                    <a:spLocks noChangeArrowheads="1"/>
                  </p:cNvSpPr>
                  <p:nvPr/>
                </p:nvSpPr>
                <p:spPr bwMode="auto">
                  <a:xfrm>
                    <a:off x="3095" y="768"/>
                    <a:ext cx="3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algn="ctr" eaLnBrk="1" hangingPunct="1">
                      <a:lnSpc>
                        <a:spcPct val="100000"/>
                      </a:lnSpc>
                      <a:spcAft>
                        <a:spcPct val="0"/>
                      </a:spcAft>
                      <a:buClrTx/>
                      <a:buSzTx/>
                      <a:buFontTx/>
                      <a:buNone/>
                    </a:pPr>
                    <a:r>
                      <a:rPr kumimoji="1" lang="zh-CN" altLang="en-US" b="1">
                        <a:solidFill>
                          <a:schemeClr val="tx1"/>
                        </a:solidFill>
                        <a:latin typeface="黑体" panose="02010609060101010101" pitchFamily="49" charset="-122"/>
                        <a:ea typeface="黑体" panose="02010609060101010101" pitchFamily="49" charset="-122"/>
                      </a:rPr>
                      <a:t>1</a:t>
                    </a:r>
                  </a:p>
                </p:txBody>
              </p:sp>
              <p:sp>
                <p:nvSpPr>
                  <p:cNvPr id="94" name="Rectangle 101">
                    <a:extLst>
                      <a:ext uri="{FF2B5EF4-FFF2-40B4-BE49-F238E27FC236}">
                        <a16:creationId xmlns:a16="http://schemas.microsoft.com/office/drawing/2014/main" id="{9DD89948-7E95-4A54-9790-ED60EF456603}"/>
                      </a:ext>
                    </a:extLst>
                  </p:cNvPr>
                  <p:cNvSpPr>
                    <a:spLocks noChangeArrowheads="1"/>
                  </p:cNvSpPr>
                  <p:nvPr/>
                </p:nvSpPr>
                <p:spPr bwMode="auto">
                  <a:xfrm>
                    <a:off x="3052" y="768"/>
                    <a:ext cx="43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kumimoji="1" lang="zh-CN" altLang="en-US" sz="2800" b="1">
                      <a:solidFill>
                        <a:schemeClr val="tx1"/>
                      </a:solidFill>
                      <a:latin typeface="Verdana" panose="020B0604030504040204" pitchFamily="34" charset="0"/>
                      <a:ea typeface="宋体" panose="02010600030101010101" pitchFamily="2" charset="-122"/>
                    </a:endParaRPr>
                  </a:p>
                </p:txBody>
              </p:sp>
            </p:grpSp>
            <p:grpSp>
              <p:nvGrpSpPr>
                <p:cNvPr id="36" name="Group 104">
                  <a:extLst>
                    <a:ext uri="{FF2B5EF4-FFF2-40B4-BE49-F238E27FC236}">
                      <a16:creationId xmlns:a16="http://schemas.microsoft.com/office/drawing/2014/main" id="{F4256B27-6972-4C1F-A98E-303E354ACFC3}"/>
                    </a:ext>
                  </a:extLst>
                </p:cNvPr>
                <p:cNvGrpSpPr>
                  <a:grpSpLocks/>
                </p:cNvGrpSpPr>
                <p:nvPr/>
              </p:nvGrpSpPr>
              <p:grpSpPr bwMode="auto">
                <a:xfrm>
                  <a:off x="3488" y="768"/>
                  <a:ext cx="436" cy="384"/>
                  <a:chOff x="3488" y="768"/>
                  <a:chExt cx="436" cy="384"/>
                </a:xfrm>
              </p:grpSpPr>
              <p:sp>
                <p:nvSpPr>
                  <p:cNvPr id="91" name="Rectangle 32">
                    <a:extLst>
                      <a:ext uri="{FF2B5EF4-FFF2-40B4-BE49-F238E27FC236}">
                        <a16:creationId xmlns:a16="http://schemas.microsoft.com/office/drawing/2014/main" id="{04911AB0-327F-43FE-81DD-4DC0154A9B32}"/>
                      </a:ext>
                    </a:extLst>
                  </p:cNvPr>
                  <p:cNvSpPr>
                    <a:spLocks noChangeArrowheads="1"/>
                  </p:cNvSpPr>
                  <p:nvPr/>
                </p:nvSpPr>
                <p:spPr bwMode="auto">
                  <a:xfrm>
                    <a:off x="3531" y="768"/>
                    <a:ext cx="3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algn="ctr" eaLnBrk="1" hangingPunct="1">
                      <a:lnSpc>
                        <a:spcPct val="100000"/>
                      </a:lnSpc>
                      <a:spcAft>
                        <a:spcPct val="0"/>
                      </a:spcAft>
                      <a:buClrTx/>
                      <a:buSzTx/>
                      <a:buFontTx/>
                      <a:buNone/>
                    </a:pPr>
                    <a:r>
                      <a:rPr kumimoji="1" lang="zh-CN" altLang="en-US" b="1">
                        <a:solidFill>
                          <a:schemeClr val="tx1"/>
                        </a:solidFill>
                        <a:latin typeface="黑体" panose="02010609060101010101" pitchFamily="49" charset="-122"/>
                        <a:ea typeface="黑体" panose="02010609060101010101" pitchFamily="49" charset="-122"/>
                      </a:rPr>
                      <a:t>1</a:t>
                    </a:r>
                  </a:p>
                </p:txBody>
              </p:sp>
              <p:sp>
                <p:nvSpPr>
                  <p:cNvPr id="92" name="Rectangle 103">
                    <a:extLst>
                      <a:ext uri="{FF2B5EF4-FFF2-40B4-BE49-F238E27FC236}">
                        <a16:creationId xmlns:a16="http://schemas.microsoft.com/office/drawing/2014/main" id="{62C4BD2A-F5D4-4131-AFAD-E957B8128212}"/>
                      </a:ext>
                    </a:extLst>
                  </p:cNvPr>
                  <p:cNvSpPr>
                    <a:spLocks noChangeArrowheads="1"/>
                  </p:cNvSpPr>
                  <p:nvPr/>
                </p:nvSpPr>
                <p:spPr bwMode="auto">
                  <a:xfrm>
                    <a:off x="3488" y="768"/>
                    <a:ext cx="43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kumimoji="1" lang="zh-CN" altLang="en-US" sz="2800" b="1">
                      <a:solidFill>
                        <a:schemeClr val="tx1"/>
                      </a:solidFill>
                      <a:latin typeface="Verdana" panose="020B0604030504040204" pitchFamily="34" charset="0"/>
                      <a:ea typeface="宋体" panose="02010600030101010101" pitchFamily="2" charset="-122"/>
                    </a:endParaRPr>
                  </a:p>
                </p:txBody>
              </p:sp>
            </p:grpSp>
            <p:grpSp>
              <p:nvGrpSpPr>
                <p:cNvPr id="37" name="Group 106">
                  <a:extLst>
                    <a:ext uri="{FF2B5EF4-FFF2-40B4-BE49-F238E27FC236}">
                      <a16:creationId xmlns:a16="http://schemas.microsoft.com/office/drawing/2014/main" id="{5CB08186-EAD2-497C-8674-7285030A2140}"/>
                    </a:ext>
                  </a:extLst>
                </p:cNvPr>
                <p:cNvGrpSpPr>
                  <a:grpSpLocks/>
                </p:cNvGrpSpPr>
                <p:nvPr/>
              </p:nvGrpSpPr>
              <p:grpSpPr bwMode="auto">
                <a:xfrm>
                  <a:off x="0" y="1152"/>
                  <a:ext cx="436" cy="384"/>
                  <a:chOff x="0" y="1152"/>
                  <a:chExt cx="436" cy="384"/>
                </a:xfrm>
              </p:grpSpPr>
              <p:sp>
                <p:nvSpPr>
                  <p:cNvPr id="89" name="Rectangle 33">
                    <a:extLst>
                      <a:ext uri="{FF2B5EF4-FFF2-40B4-BE49-F238E27FC236}">
                        <a16:creationId xmlns:a16="http://schemas.microsoft.com/office/drawing/2014/main" id="{C42E2F19-A567-4C84-825B-8F75FDD514F2}"/>
                      </a:ext>
                    </a:extLst>
                  </p:cNvPr>
                  <p:cNvSpPr>
                    <a:spLocks noChangeArrowheads="1"/>
                  </p:cNvSpPr>
                  <p:nvPr/>
                </p:nvSpPr>
                <p:spPr bwMode="auto">
                  <a:xfrm>
                    <a:off x="43" y="1152"/>
                    <a:ext cx="3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algn="ctr" eaLnBrk="1" hangingPunct="1">
                      <a:lnSpc>
                        <a:spcPct val="100000"/>
                      </a:lnSpc>
                      <a:spcAft>
                        <a:spcPct val="0"/>
                      </a:spcAft>
                      <a:buClrTx/>
                      <a:buSzTx/>
                      <a:buFontTx/>
                      <a:buNone/>
                    </a:pPr>
                    <a:r>
                      <a:rPr kumimoji="1" lang="zh-CN" altLang="en-US" b="1">
                        <a:solidFill>
                          <a:schemeClr val="tx1"/>
                        </a:solidFill>
                        <a:latin typeface="黑体" panose="02010609060101010101" pitchFamily="49" charset="-122"/>
                        <a:ea typeface="黑体" panose="02010609060101010101" pitchFamily="49" charset="-122"/>
                      </a:rPr>
                      <a:t>2</a:t>
                    </a:r>
                  </a:p>
                </p:txBody>
              </p:sp>
              <p:sp>
                <p:nvSpPr>
                  <p:cNvPr id="90" name="Rectangle 105">
                    <a:extLst>
                      <a:ext uri="{FF2B5EF4-FFF2-40B4-BE49-F238E27FC236}">
                        <a16:creationId xmlns:a16="http://schemas.microsoft.com/office/drawing/2014/main" id="{6ADB2D57-0A52-41CE-8B0A-D93E61DD8DCE}"/>
                      </a:ext>
                    </a:extLst>
                  </p:cNvPr>
                  <p:cNvSpPr>
                    <a:spLocks noChangeArrowheads="1"/>
                  </p:cNvSpPr>
                  <p:nvPr/>
                </p:nvSpPr>
                <p:spPr bwMode="auto">
                  <a:xfrm>
                    <a:off x="0" y="1152"/>
                    <a:ext cx="43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kumimoji="1" lang="zh-CN" altLang="en-US" sz="2800" b="1">
                      <a:solidFill>
                        <a:schemeClr val="tx1"/>
                      </a:solidFill>
                      <a:latin typeface="Verdana" panose="020B0604030504040204" pitchFamily="34" charset="0"/>
                      <a:ea typeface="宋体" panose="02010600030101010101" pitchFamily="2" charset="-122"/>
                    </a:endParaRPr>
                  </a:p>
                </p:txBody>
              </p:sp>
            </p:grpSp>
            <p:grpSp>
              <p:nvGrpSpPr>
                <p:cNvPr id="38" name="Group 108">
                  <a:extLst>
                    <a:ext uri="{FF2B5EF4-FFF2-40B4-BE49-F238E27FC236}">
                      <a16:creationId xmlns:a16="http://schemas.microsoft.com/office/drawing/2014/main" id="{99A72354-318E-4CBC-AFFA-D369814E3F2C}"/>
                    </a:ext>
                  </a:extLst>
                </p:cNvPr>
                <p:cNvGrpSpPr>
                  <a:grpSpLocks/>
                </p:cNvGrpSpPr>
                <p:nvPr/>
              </p:nvGrpSpPr>
              <p:grpSpPr bwMode="auto">
                <a:xfrm>
                  <a:off x="436" y="1152"/>
                  <a:ext cx="436" cy="384"/>
                  <a:chOff x="436" y="1152"/>
                  <a:chExt cx="436" cy="384"/>
                </a:xfrm>
              </p:grpSpPr>
              <p:sp>
                <p:nvSpPr>
                  <p:cNvPr id="87" name="Rectangle 34">
                    <a:extLst>
                      <a:ext uri="{FF2B5EF4-FFF2-40B4-BE49-F238E27FC236}">
                        <a16:creationId xmlns:a16="http://schemas.microsoft.com/office/drawing/2014/main" id="{E6131557-9325-48BB-BFD4-90E2CF440475}"/>
                      </a:ext>
                    </a:extLst>
                  </p:cNvPr>
                  <p:cNvSpPr>
                    <a:spLocks noChangeArrowheads="1"/>
                  </p:cNvSpPr>
                  <p:nvPr/>
                </p:nvSpPr>
                <p:spPr bwMode="auto">
                  <a:xfrm>
                    <a:off x="479" y="1152"/>
                    <a:ext cx="3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algn="ctr" eaLnBrk="1" hangingPunct="1">
                      <a:lnSpc>
                        <a:spcPct val="100000"/>
                      </a:lnSpc>
                      <a:spcAft>
                        <a:spcPct val="0"/>
                      </a:spcAft>
                      <a:buClrTx/>
                      <a:buSzTx/>
                      <a:buFontTx/>
                      <a:buNone/>
                    </a:pPr>
                    <a:r>
                      <a:rPr kumimoji="1" lang="zh-CN" altLang="en-US" b="1">
                        <a:solidFill>
                          <a:schemeClr val="tx1"/>
                        </a:solidFill>
                        <a:latin typeface="黑体" panose="02010609060101010101" pitchFamily="49" charset="-122"/>
                        <a:ea typeface="黑体" panose="02010609060101010101" pitchFamily="49" charset="-122"/>
                      </a:rPr>
                      <a:t>0</a:t>
                    </a:r>
                  </a:p>
                </p:txBody>
              </p:sp>
              <p:sp>
                <p:nvSpPr>
                  <p:cNvPr id="88" name="Rectangle 107">
                    <a:extLst>
                      <a:ext uri="{FF2B5EF4-FFF2-40B4-BE49-F238E27FC236}">
                        <a16:creationId xmlns:a16="http://schemas.microsoft.com/office/drawing/2014/main" id="{31DE054B-EA88-4BC1-9CA3-47F2FA705E26}"/>
                      </a:ext>
                    </a:extLst>
                  </p:cNvPr>
                  <p:cNvSpPr>
                    <a:spLocks noChangeArrowheads="1"/>
                  </p:cNvSpPr>
                  <p:nvPr/>
                </p:nvSpPr>
                <p:spPr bwMode="auto">
                  <a:xfrm>
                    <a:off x="436" y="1152"/>
                    <a:ext cx="43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kumimoji="1" lang="zh-CN" altLang="en-US" sz="2800" b="1">
                      <a:solidFill>
                        <a:schemeClr val="tx1"/>
                      </a:solidFill>
                      <a:latin typeface="Verdana" panose="020B0604030504040204" pitchFamily="34" charset="0"/>
                      <a:ea typeface="宋体" panose="02010600030101010101" pitchFamily="2" charset="-122"/>
                    </a:endParaRPr>
                  </a:p>
                </p:txBody>
              </p:sp>
            </p:grpSp>
            <p:grpSp>
              <p:nvGrpSpPr>
                <p:cNvPr id="39" name="Group 110">
                  <a:extLst>
                    <a:ext uri="{FF2B5EF4-FFF2-40B4-BE49-F238E27FC236}">
                      <a16:creationId xmlns:a16="http://schemas.microsoft.com/office/drawing/2014/main" id="{46BA0231-C5EF-45BB-894D-347DC354FBB3}"/>
                    </a:ext>
                  </a:extLst>
                </p:cNvPr>
                <p:cNvGrpSpPr>
                  <a:grpSpLocks/>
                </p:cNvGrpSpPr>
                <p:nvPr/>
              </p:nvGrpSpPr>
              <p:grpSpPr bwMode="auto">
                <a:xfrm>
                  <a:off x="872" y="1152"/>
                  <a:ext cx="436" cy="384"/>
                  <a:chOff x="872" y="1152"/>
                  <a:chExt cx="436" cy="384"/>
                </a:xfrm>
              </p:grpSpPr>
              <p:sp>
                <p:nvSpPr>
                  <p:cNvPr id="85" name="Rectangle 35">
                    <a:extLst>
                      <a:ext uri="{FF2B5EF4-FFF2-40B4-BE49-F238E27FC236}">
                        <a16:creationId xmlns:a16="http://schemas.microsoft.com/office/drawing/2014/main" id="{78F673EB-15ED-4BB9-8F83-7034403D3B2B}"/>
                      </a:ext>
                    </a:extLst>
                  </p:cNvPr>
                  <p:cNvSpPr>
                    <a:spLocks noChangeArrowheads="1"/>
                  </p:cNvSpPr>
                  <p:nvPr/>
                </p:nvSpPr>
                <p:spPr bwMode="auto">
                  <a:xfrm>
                    <a:off x="915" y="1152"/>
                    <a:ext cx="3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algn="ctr" eaLnBrk="1" hangingPunct="1">
                      <a:lnSpc>
                        <a:spcPct val="100000"/>
                      </a:lnSpc>
                      <a:spcAft>
                        <a:spcPct val="0"/>
                      </a:spcAft>
                      <a:buClrTx/>
                      <a:buSzTx/>
                      <a:buFontTx/>
                      <a:buNone/>
                    </a:pPr>
                    <a:r>
                      <a:rPr kumimoji="1" lang="zh-CN" altLang="en-US" b="1">
                        <a:solidFill>
                          <a:schemeClr val="tx1"/>
                        </a:solidFill>
                        <a:latin typeface="黑体" panose="02010609060101010101" pitchFamily="49" charset="-122"/>
                        <a:ea typeface="黑体" panose="02010609060101010101" pitchFamily="49" charset="-122"/>
                      </a:rPr>
                      <a:t>0</a:t>
                    </a:r>
                  </a:p>
                </p:txBody>
              </p:sp>
              <p:sp>
                <p:nvSpPr>
                  <p:cNvPr id="86" name="Rectangle 109">
                    <a:extLst>
                      <a:ext uri="{FF2B5EF4-FFF2-40B4-BE49-F238E27FC236}">
                        <a16:creationId xmlns:a16="http://schemas.microsoft.com/office/drawing/2014/main" id="{7CBCFDDA-7DA2-4153-B0C7-33B1CE1AFBDD}"/>
                      </a:ext>
                    </a:extLst>
                  </p:cNvPr>
                  <p:cNvSpPr>
                    <a:spLocks noChangeArrowheads="1"/>
                  </p:cNvSpPr>
                  <p:nvPr/>
                </p:nvSpPr>
                <p:spPr bwMode="auto">
                  <a:xfrm>
                    <a:off x="872" y="1152"/>
                    <a:ext cx="43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kumimoji="1" lang="zh-CN" altLang="en-US" sz="2800" b="1">
                      <a:solidFill>
                        <a:schemeClr val="tx1"/>
                      </a:solidFill>
                      <a:latin typeface="Verdana" panose="020B0604030504040204" pitchFamily="34" charset="0"/>
                      <a:ea typeface="宋体" panose="02010600030101010101" pitchFamily="2" charset="-122"/>
                    </a:endParaRPr>
                  </a:p>
                </p:txBody>
              </p:sp>
            </p:grpSp>
            <p:grpSp>
              <p:nvGrpSpPr>
                <p:cNvPr id="40" name="Group 112">
                  <a:extLst>
                    <a:ext uri="{FF2B5EF4-FFF2-40B4-BE49-F238E27FC236}">
                      <a16:creationId xmlns:a16="http://schemas.microsoft.com/office/drawing/2014/main" id="{D68AC50E-8BD8-420C-A97C-7D91EA6DD728}"/>
                    </a:ext>
                  </a:extLst>
                </p:cNvPr>
                <p:cNvGrpSpPr>
                  <a:grpSpLocks/>
                </p:cNvGrpSpPr>
                <p:nvPr/>
              </p:nvGrpSpPr>
              <p:grpSpPr bwMode="auto">
                <a:xfrm>
                  <a:off x="1308" y="1152"/>
                  <a:ext cx="436" cy="384"/>
                  <a:chOff x="1308" y="1152"/>
                  <a:chExt cx="436" cy="384"/>
                </a:xfrm>
              </p:grpSpPr>
              <p:sp>
                <p:nvSpPr>
                  <p:cNvPr id="83" name="Rectangle 36">
                    <a:extLst>
                      <a:ext uri="{FF2B5EF4-FFF2-40B4-BE49-F238E27FC236}">
                        <a16:creationId xmlns:a16="http://schemas.microsoft.com/office/drawing/2014/main" id="{5DC21EAF-66C1-4162-B2E3-8F4F13500F9A}"/>
                      </a:ext>
                    </a:extLst>
                  </p:cNvPr>
                  <p:cNvSpPr>
                    <a:spLocks noChangeArrowheads="1"/>
                  </p:cNvSpPr>
                  <p:nvPr/>
                </p:nvSpPr>
                <p:spPr bwMode="auto">
                  <a:xfrm>
                    <a:off x="1351" y="1152"/>
                    <a:ext cx="3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algn="ctr" eaLnBrk="1" hangingPunct="1">
                      <a:lnSpc>
                        <a:spcPct val="100000"/>
                      </a:lnSpc>
                      <a:spcAft>
                        <a:spcPct val="0"/>
                      </a:spcAft>
                      <a:buClrTx/>
                      <a:buSzTx/>
                      <a:buFontTx/>
                      <a:buNone/>
                    </a:pPr>
                    <a:r>
                      <a:rPr kumimoji="1" lang="zh-CN" altLang="en-US" b="1">
                        <a:solidFill>
                          <a:schemeClr val="tx1"/>
                        </a:solidFill>
                        <a:latin typeface="黑体" panose="02010609060101010101" pitchFamily="49" charset="-122"/>
                        <a:ea typeface="黑体" panose="02010609060101010101" pitchFamily="49" charset="-122"/>
                      </a:rPr>
                      <a:t>0</a:t>
                    </a:r>
                  </a:p>
                </p:txBody>
              </p:sp>
              <p:sp>
                <p:nvSpPr>
                  <p:cNvPr id="84" name="Rectangle 111">
                    <a:extLst>
                      <a:ext uri="{FF2B5EF4-FFF2-40B4-BE49-F238E27FC236}">
                        <a16:creationId xmlns:a16="http://schemas.microsoft.com/office/drawing/2014/main" id="{B836F1B2-6FAC-438A-9687-BD0422018327}"/>
                      </a:ext>
                    </a:extLst>
                  </p:cNvPr>
                  <p:cNvSpPr>
                    <a:spLocks noChangeArrowheads="1"/>
                  </p:cNvSpPr>
                  <p:nvPr/>
                </p:nvSpPr>
                <p:spPr bwMode="auto">
                  <a:xfrm>
                    <a:off x="1308" y="1152"/>
                    <a:ext cx="43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kumimoji="1" lang="zh-CN" altLang="en-US" sz="2800" b="1">
                      <a:solidFill>
                        <a:schemeClr val="tx1"/>
                      </a:solidFill>
                      <a:latin typeface="Verdana" panose="020B0604030504040204" pitchFamily="34" charset="0"/>
                      <a:ea typeface="宋体" panose="02010600030101010101" pitchFamily="2" charset="-122"/>
                    </a:endParaRPr>
                  </a:p>
                </p:txBody>
              </p:sp>
            </p:grpSp>
            <p:grpSp>
              <p:nvGrpSpPr>
                <p:cNvPr id="41" name="Group 114">
                  <a:extLst>
                    <a:ext uri="{FF2B5EF4-FFF2-40B4-BE49-F238E27FC236}">
                      <a16:creationId xmlns:a16="http://schemas.microsoft.com/office/drawing/2014/main" id="{E33A7A01-C44E-43DA-BD8F-E08AA93817CA}"/>
                    </a:ext>
                  </a:extLst>
                </p:cNvPr>
                <p:cNvGrpSpPr>
                  <a:grpSpLocks/>
                </p:cNvGrpSpPr>
                <p:nvPr/>
              </p:nvGrpSpPr>
              <p:grpSpPr bwMode="auto">
                <a:xfrm>
                  <a:off x="1744" y="1152"/>
                  <a:ext cx="436" cy="384"/>
                  <a:chOff x="1744" y="1152"/>
                  <a:chExt cx="436" cy="384"/>
                </a:xfrm>
              </p:grpSpPr>
              <p:sp>
                <p:nvSpPr>
                  <p:cNvPr id="81" name="Rectangle 37">
                    <a:extLst>
                      <a:ext uri="{FF2B5EF4-FFF2-40B4-BE49-F238E27FC236}">
                        <a16:creationId xmlns:a16="http://schemas.microsoft.com/office/drawing/2014/main" id="{6B5CC958-907E-4508-8137-4996C3CFDA36}"/>
                      </a:ext>
                    </a:extLst>
                  </p:cNvPr>
                  <p:cNvSpPr>
                    <a:spLocks noChangeArrowheads="1"/>
                  </p:cNvSpPr>
                  <p:nvPr/>
                </p:nvSpPr>
                <p:spPr bwMode="auto">
                  <a:xfrm>
                    <a:off x="1787" y="1152"/>
                    <a:ext cx="3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algn="ctr" eaLnBrk="1" hangingPunct="1">
                      <a:lnSpc>
                        <a:spcPct val="100000"/>
                      </a:lnSpc>
                      <a:spcAft>
                        <a:spcPct val="0"/>
                      </a:spcAft>
                      <a:buClrTx/>
                      <a:buSzTx/>
                      <a:buFontTx/>
                      <a:buNone/>
                    </a:pPr>
                    <a:r>
                      <a:rPr kumimoji="1" lang="zh-CN" altLang="en-US" b="1">
                        <a:solidFill>
                          <a:schemeClr val="tx1"/>
                        </a:solidFill>
                        <a:latin typeface="黑体" panose="02010609060101010101" pitchFamily="49" charset="-122"/>
                        <a:ea typeface="黑体" panose="02010609060101010101" pitchFamily="49" charset="-122"/>
                      </a:rPr>
                      <a:t>0</a:t>
                    </a:r>
                  </a:p>
                </p:txBody>
              </p:sp>
              <p:sp>
                <p:nvSpPr>
                  <p:cNvPr id="82" name="Rectangle 113">
                    <a:extLst>
                      <a:ext uri="{FF2B5EF4-FFF2-40B4-BE49-F238E27FC236}">
                        <a16:creationId xmlns:a16="http://schemas.microsoft.com/office/drawing/2014/main" id="{C8638731-086B-463A-96CD-1FA86DE4BF57}"/>
                      </a:ext>
                    </a:extLst>
                  </p:cNvPr>
                  <p:cNvSpPr>
                    <a:spLocks noChangeArrowheads="1"/>
                  </p:cNvSpPr>
                  <p:nvPr/>
                </p:nvSpPr>
                <p:spPr bwMode="auto">
                  <a:xfrm>
                    <a:off x="1744" y="1152"/>
                    <a:ext cx="43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kumimoji="1" lang="zh-CN" altLang="en-US" sz="2800" b="1">
                      <a:solidFill>
                        <a:schemeClr val="tx1"/>
                      </a:solidFill>
                      <a:latin typeface="Verdana" panose="020B0604030504040204" pitchFamily="34" charset="0"/>
                      <a:ea typeface="宋体" panose="02010600030101010101" pitchFamily="2" charset="-122"/>
                    </a:endParaRPr>
                  </a:p>
                </p:txBody>
              </p:sp>
            </p:grpSp>
            <p:grpSp>
              <p:nvGrpSpPr>
                <p:cNvPr id="42" name="Group 116">
                  <a:extLst>
                    <a:ext uri="{FF2B5EF4-FFF2-40B4-BE49-F238E27FC236}">
                      <a16:creationId xmlns:a16="http://schemas.microsoft.com/office/drawing/2014/main" id="{4A894C51-8237-4578-B4BE-18662140EE14}"/>
                    </a:ext>
                  </a:extLst>
                </p:cNvPr>
                <p:cNvGrpSpPr>
                  <a:grpSpLocks/>
                </p:cNvGrpSpPr>
                <p:nvPr/>
              </p:nvGrpSpPr>
              <p:grpSpPr bwMode="auto">
                <a:xfrm>
                  <a:off x="2180" y="1152"/>
                  <a:ext cx="436" cy="384"/>
                  <a:chOff x="2180" y="1152"/>
                  <a:chExt cx="436" cy="384"/>
                </a:xfrm>
              </p:grpSpPr>
              <p:sp>
                <p:nvSpPr>
                  <p:cNvPr id="79" name="Rectangle 38">
                    <a:extLst>
                      <a:ext uri="{FF2B5EF4-FFF2-40B4-BE49-F238E27FC236}">
                        <a16:creationId xmlns:a16="http://schemas.microsoft.com/office/drawing/2014/main" id="{ECE3CD02-07F5-4330-9C8F-7444677F6AEF}"/>
                      </a:ext>
                    </a:extLst>
                  </p:cNvPr>
                  <p:cNvSpPr>
                    <a:spLocks noChangeArrowheads="1"/>
                  </p:cNvSpPr>
                  <p:nvPr/>
                </p:nvSpPr>
                <p:spPr bwMode="auto">
                  <a:xfrm>
                    <a:off x="2223" y="1152"/>
                    <a:ext cx="3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algn="ctr" eaLnBrk="1" hangingPunct="1">
                      <a:lnSpc>
                        <a:spcPct val="100000"/>
                      </a:lnSpc>
                      <a:spcAft>
                        <a:spcPct val="0"/>
                      </a:spcAft>
                      <a:buClrTx/>
                      <a:buSzTx/>
                      <a:buFontTx/>
                      <a:buNone/>
                    </a:pPr>
                    <a:r>
                      <a:rPr kumimoji="1" lang="zh-CN" altLang="en-US" b="1">
                        <a:solidFill>
                          <a:schemeClr val="tx1"/>
                        </a:solidFill>
                        <a:latin typeface="黑体" panose="02010609060101010101" pitchFamily="49" charset="-122"/>
                        <a:ea typeface="黑体" panose="02010609060101010101" pitchFamily="49" charset="-122"/>
                      </a:rPr>
                      <a:t>0</a:t>
                    </a:r>
                  </a:p>
                </p:txBody>
              </p:sp>
              <p:sp>
                <p:nvSpPr>
                  <p:cNvPr id="80" name="Rectangle 115">
                    <a:extLst>
                      <a:ext uri="{FF2B5EF4-FFF2-40B4-BE49-F238E27FC236}">
                        <a16:creationId xmlns:a16="http://schemas.microsoft.com/office/drawing/2014/main" id="{46529A71-0720-4396-B91F-6CB6175E8838}"/>
                      </a:ext>
                    </a:extLst>
                  </p:cNvPr>
                  <p:cNvSpPr>
                    <a:spLocks noChangeArrowheads="1"/>
                  </p:cNvSpPr>
                  <p:nvPr/>
                </p:nvSpPr>
                <p:spPr bwMode="auto">
                  <a:xfrm>
                    <a:off x="2180" y="1152"/>
                    <a:ext cx="43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kumimoji="1" lang="zh-CN" altLang="en-US" sz="2800" b="1">
                      <a:solidFill>
                        <a:schemeClr val="tx1"/>
                      </a:solidFill>
                      <a:latin typeface="Verdana" panose="020B0604030504040204" pitchFamily="34" charset="0"/>
                      <a:ea typeface="宋体" panose="02010600030101010101" pitchFamily="2" charset="-122"/>
                    </a:endParaRPr>
                  </a:p>
                </p:txBody>
              </p:sp>
            </p:grpSp>
            <p:grpSp>
              <p:nvGrpSpPr>
                <p:cNvPr id="43" name="Group 118">
                  <a:extLst>
                    <a:ext uri="{FF2B5EF4-FFF2-40B4-BE49-F238E27FC236}">
                      <a16:creationId xmlns:a16="http://schemas.microsoft.com/office/drawing/2014/main" id="{DE6E0034-6024-48CD-934D-65361286EC7E}"/>
                    </a:ext>
                  </a:extLst>
                </p:cNvPr>
                <p:cNvGrpSpPr>
                  <a:grpSpLocks/>
                </p:cNvGrpSpPr>
                <p:nvPr/>
              </p:nvGrpSpPr>
              <p:grpSpPr bwMode="auto">
                <a:xfrm>
                  <a:off x="2616" y="1152"/>
                  <a:ext cx="436" cy="384"/>
                  <a:chOff x="2616" y="1152"/>
                  <a:chExt cx="436" cy="384"/>
                </a:xfrm>
              </p:grpSpPr>
              <p:sp>
                <p:nvSpPr>
                  <p:cNvPr id="77" name="Rectangle 39">
                    <a:extLst>
                      <a:ext uri="{FF2B5EF4-FFF2-40B4-BE49-F238E27FC236}">
                        <a16:creationId xmlns:a16="http://schemas.microsoft.com/office/drawing/2014/main" id="{2508B658-329B-4E0C-9004-70C80262F3D3}"/>
                      </a:ext>
                    </a:extLst>
                  </p:cNvPr>
                  <p:cNvSpPr>
                    <a:spLocks noChangeArrowheads="1"/>
                  </p:cNvSpPr>
                  <p:nvPr/>
                </p:nvSpPr>
                <p:spPr bwMode="auto">
                  <a:xfrm>
                    <a:off x="2659" y="1152"/>
                    <a:ext cx="3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algn="ctr" eaLnBrk="1" hangingPunct="1">
                      <a:lnSpc>
                        <a:spcPct val="100000"/>
                      </a:lnSpc>
                      <a:spcAft>
                        <a:spcPct val="0"/>
                      </a:spcAft>
                      <a:buClrTx/>
                      <a:buSzTx/>
                      <a:buFontTx/>
                      <a:buNone/>
                    </a:pPr>
                    <a:r>
                      <a:rPr kumimoji="1" lang="zh-CN" altLang="en-US" b="1">
                        <a:solidFill>
                          <a:schemeClr val="tx1"/>
                        </a:solidFill>
                        <a:latin typeface="黑体" panose="02010609060101010101" pitchFamily="49" charset="-122"/>
                        <a:ea typeface="黑体" panose="02010609060101010101" pitchFamily="49" charset="-122"/>
                      </a:rPr>
                      <a:t>0</a:t>
                    </a:r>
                  </a:p>
                </p:txBody>
              </p:sp>
              <p:sp>
                <p:nvSpPr>
                  <p:cNvPr id="78" name="Rectangle 117">
                    <a:extLst>
                      <a:ext uri="{FF2B5EF4-FFF2-40B4-BE49-F238E27FC236}">
                        <a16:creationId xmlns:a16="http://schemas.microsoft.com/office/drawing/2014/main" id="{CDE87A7F-883E-4879-8ED3-5190C9F80A96}"/>
                      </a:ext>
                    </a:extLst>
                  </p:cNvPr>
                  <p:cNvSpPr>
                    <a:spLocks noChangeArrowheads="1"/>
                  </p:cNvSpPr>
                  <p:nvPr/>
                </p:nvSpPr>
                <p:spPr bwMode="auto">
                  <a:xfrm>
                    <a:off x="2616" y="1152"/>
                    <a:ext cx="43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kumimoji="1" lang="zh-CN" altLang="en-US" sz="2800" b="1">
                      <a:solidFill>
                        <a:schemeClr val="tx1"/>
                      </a:solidFill>
                      <a:latin typeface="Verdana" panose="020B0604030504040204" pitchFamily="34" charset="0"/>
                      <a:ea typeface="宋体" panose="02010600030101010101" pitchFamily="2" charset="-122"/>
                    </a:endParaRPr>
                  </a:p>
                </p:txBody>
              </p:sp>
            </p:grpSp>
            <p:grpSp>
              <p:nvGrpSpPr>
                <p:cNvPr id="44" name="Group 120">
                  <a:extLst>
                    <a:ext uri="{FF2B5EF4-FFF2-40B4-BE49-F238E27FC236}">
                      <a16:creationId xmlns:a16="http://schemas.microsoft.com/office/drawing/2014/main" id="{313A4E2D-0ACA-4146-B56F-C913BF8DE15D}"/>
                    </a:ext>
                  </a:extLst>
                </p:cNvPr>
                <p:cNvGrpSpPr>
                  <a:grpSpLocks/>
                </p:cNvGrpSpPr>
                <p:nvPr/>
              </p:nvGrpSpPr>
              <p:grpSpPr bwMode="auto">
                <a:xfrm>
                  <a:off x="3052" y="1152"/>
                  <a:ext cx="436" cy="384"/>
                  <a:chOff x="3052" y="1152"/>
                  <a:chExt cx="436" cy="384"/>
                </a:xfrm>
              </p:grpSpPr>
              <p:sp>
                <p:nvSpPr>
                  <p:cNvPr id="75" name="Rectangle 40">
                    <a:extLst>
                      <a:ext uri="{FF2B5EF4-FFF2-40B4-BE49-F238E27FC236}">
                        <a16:creationId xmlns:a16="http://schemas.microsoft.com/office/drawing/2014/main" id="{EA2D79FD-1901-4455-94AE-8D76486066C0}"/>
                      </a:ext>
                    </a:extLst>
                  </p:cNvPr>
                  <p:cNvSpPr>
                    <a:spLocks noChangeArrowheads="1"/>
                  </p:cNvSpPr>
                  <p:nvPr/>
                </p:nvSpPr>
                <p:spPr bwMode="auto">
                  <a:xfrm>
                    <a:off x="3095" y="1152"/>
                    <a:ext cx="3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algn="ctr" eaLnBrk="1" hangingPunct="1">
                      <a:lnSpc>
                        <a:spcPct val="100000"/>
                      </a:lnSpc>
                      <a:spcAft>
                        <a:spcPct val="0"/>
                      </a:spcAft>
                      <a:buClrTx/>
                      <a:buSzTx/>
                      <a:buFontTx/>
                      <a:buNone/>
                    </a:pPr>
                    <a:r>
                      <a:rPr kumimoji="1" lang="zh-CN" altLang="en-US" b="1">
                        <a:solidFill>
                          <a:schemeClr val="tx1"/>
                        </a:solidFill>
                        <a:latin typeface="黑体" panose="02010609060101010101" pitchFamily="49" charset="-122"/>
                        <a:ea typeface="黑体" panose="02010609060101010101" pitchFamily="49" charset="-122"/>
                      </a:rPr>
                      <a:t>0</a:t>
                    </a:r>
                  </a:p>
                </p:txBody>
              </p:sp>
              <p:sp>
                <p:nvSpPr>
                  <p:cNvPr id="76" name="Rectangle 119">
                    <a:extLst>
                      <a:ext uri="{FF2B5EF4-FFF2-40B4-BE49-F238E27FC236}">
                        <a16:creationId xmlns:a16="http://schemas.microsoft.com/office/drawing/2014/main" id="{44C09F15-D7DE-4D17-8440-CF1DA09FAD16}"/>
                      </a:ext>
                    </a:extLst>
                  </p:cNvPr>
                  <p:cNvSpPr>
                    <a:spLocks noChangeArrowheads="1"/>
                  </p:cNvSpPr>
                  <p:nvPr/>
                </p:nvSpPr>
                <p:spPr bwMode="auto">
                  <a:xfrm>
                    <a:off x="3052" y="1152"/>
                    <a:ext cx="43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kumimoji="1" lang="zh-CN" altLang="en-US" sz="2800" b="1">
                      <a:solidFill>
                        <a:schemeClr val="tx1"/>
                      </a:solidFill>
                      <a:latin typeface="Verdana" panose="020B0604030504040204" pitchFamily="34" charset="0"/>
                      <a:ea typeface="宋体" panose="02010600030101010101" pitchFamily="2" charset="-122"/>
                    </a:endParaRPr>
                  </a:p>
                </p:txBody>
              </p:sp>
            </p:grpSp>
            <p:grpSp>
              <p:nvGrpSpPr>
                <p:cNvPr id="45" name="Group 122">
                  <a:extLst>
                    <a:ext uri="{FF2B5EF4-FFF2-40B4-BE49-F238E27FC236}">
                      <a16:creationId xmlns:a16="http://schemas.microsoft.com/office/drawing/2014/main" id="{A9FE8A92-9DD7-4318-8B83-6A5CF429C8DE}"/>
                    </a:ext>
                  </a:extLst>
                </p:cNvPr>
                <p:cNvGrpSpPr>
                  <a:grpSpLocks/>
                </p:cNvGrpSpPr>
                <p:nvPr/>
              </p:nvGrpSpPr>
              <p:grpSpPr bwMode="auto">
                <a:xfrm>
                  <a:off x="3488" y="1152"/>
                  <a:ext cx="436" cy="384"/>
                  <a:chOff x="3488" y="1152"/>
                  <a:chExt cx="436" cy="384"/>
                </a:xfrm>
              </p:grpSpPr>
              <p:sp>
                <p:nvSpPr>
                  <p:cNvPr id="73" name="Rectangle 41">
                    <a:extLst>
                      <a:ext uri="{FF2B5EF4-FFF2-40B4-BE49-F238E27FC236}">
                        <a16:creationId xmlns:a16="http://schemas.microsoft.com/office/drawing/2014/main" id="{76E83142-FEF9-406E-91EE-D6B10432416D}"/>
                      </a:ext>
                    </a:extLst>
                  </p:cNvPr>
                  <p:cNvSpPr>
                    <a:spLocks noChangeArrowheads="1"/>
                  </p:cNvSpPr>
                  <p:nvPr/>
                </p:nvSpPr>
                <p:spPr bwMode="auto">
                  <a:xfrm>
                    <a:off x="3531" y="1152"/>
                    <a:ext cx="3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algn="ctr" eaLnBrk="1" hangingPunct="1">
                      <a:lnSpc>
                        <a:spcPct val="100000"/>
                      </a:lnSpc>
                      <a:spcAft>
                        <a:spcPct val="0"/>
                      </a:spcAft>
                      <a:buClrTx/>
                      <a:buSzTx/>
                      <a:buFontTx/>
                      <a:buNone/>
                    </a:pPr>
                    <a:r>
                      <a:rPr kumimoji="1" lang="zh-CN" altLang="en-US" b="1">
                        <a:solidFill>
                          <a:schemeClr val="tx1"/>
                        </a:solidFill>
                        <a:latin typeface="黑体" panose="02010609060101010101" pitchFamily="49" charset="-122"/>
                        <a:ea typeface="黑体" panose="02010609060101010101" pitchFamily="49" charset="-122"/>
                      </a:rPr>
                      <a:t>0</a:t>
                    </a:r>
                  </a:p>
                </p:txBody>
              </p:sp>
              <p:sp>
                <p:nvSpPr>
                  <p:cNvPr id="74" name="Rectangle 121">
                    <a:extLst>
                      <a:ext uri="{FF2B5EF4-FFF2-40B4-BE49-F238E27FC236}">
                        <a16:creationId xmlns:a16="http://schemas.microsoft.com/office/drawing/2014/main" id="{CD54BC50-F7CB-4B83-9935-0C7C7FB224F7}"/>
                      </a:ext>
                    </a:extLst>
                  </p:cNvPr>
                  <p:cNvSpPr>
                    <a:spLocks noChangeArrowheads="1"/>
                  </p:cNvSpPr>
                  <p:nvPr/>
                </p:nvSpPr>
                <p:spPr bwMode="auto">
                  <a:xfrm>
                    <a:off x="3488" y="1152"/>
                    <a:ext cx="43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kumimoji="1" lang="zh-CN" altLang="en-US" sz="2800" b="1">
                      <a:solidFill>
                        <a:schemeClr val="tx1"/>
                      </a:solidFill>
                      <a:latin typeface="Verdana" panose="020B0604030504040204" pitchFamily="34" charset="0"/>
                      <a:ea typeface="宋体" panose="02010600030101010101" pitchFamily="2" charset="-122"/>
                    </a:endParaRPr>
                  </a:p>
                </p:txBody>
              </p:sp>
            </p:grpSp>
            <p:grpSp>
              <p:nvGrpSpPr>
                <p:cNvPr id="46" name="Group 124">
                  <a:extLst>
                    <a:ext uri="{FF2B5EF4-FFF2-40B4-BE49-F238E27FC236}">
                      <a16:creationId xmlns:a16="http://schemas.microsoft.com/office/drawing/2014/main" id="{A5F190B0-4104-4C89-AA86-C102117AD1B3}"/>
                    </a:ext>
                  </a:extLst>
                </p:cNvPr>
                <p:cNvGrpSpPr>
                  <a:grpSpLocks/>
                </p:cNvGrpSpPr>
                <p:nvPr/>
              </p:nvGrpSpPr>
              <p:grpSpPr bwMode="auto">
                <a:xfrm>
                  <a:off x="0" y="1536"/>
                  <a:ext cx="436" cy="384"/>
                  <a:chOff x="0" y="1536"/>
                  <a:chExt cx="436" cy="384"/>
                </a:xfrm>
              </p:grpSpPr>
              <p:sp>
                <p:nvSpPr>
                  <p:cNvPr id="71" name="Rectangle 42">
                    <a:extLst>
                      <a:ext uri="{FF2B5EF4-FFF2-40B4-BE49-F238E27FC236}">
                        <a16:creationId xmlns:a16="http://schemas.microsoft.com/office/drawing/2014/main" id="{DA463B88-F526-413F-B90A-AB5CD9438882}"/>
                      </a:ext>
                    </a:extLst>
                  </p:cNvPr>
                  <p:cNvSpPr>
                    <a:spLocks noChangeArrowheads="1"/>
                  </p:cNvSpPr>
                  <p:nvPr/>
                </p:nvSpPr>
                <p:spPr bwMode="auto">
                  <a:xfrm>
                    <a:off x="43" y="1536"/>
                    <a:ext cx="3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algn="ctr" eaLnBrk="1" hangingPunct="1">
                      <a:lnSpc>
                        <a:spcPct val="100000"/>
                      </a:lnSpc>
                      <a:spcAft>
                        <a:spcPct val="0"/>
                      </a:spcAft>
                      <a:buClrTx/>
                      <a:buSzTx/>
                      <a:buFontTx/>
                      <a:buNone/>
                    </a:pPr>
                    <a:r>
                      <a:rPr kumimoji="1" lang="zh-CN" altLang="en-US" b="1">
                        <a:solidFill>
                          <a:schemeClr val="tx1"/>
                        </a:solidFill>
                        <a:latin typeface="Times New Roman" panose="02020603050405020304" pitchFamily="18" charset="0"/>
                        <a:ea typeface="黑体" panose="02010609060101010101" pitchFamily="49" charset="-122"/>
                      </a:rPr>
                      <a:t>…</a:t>
                    </a:r>
                    <a:endParaRPr kumimoji="1" lang="zh-CN" altLang="en-US" b="1">
                      <a:solidFill>
                        <a:schemeClr val="tx1"/>
                      </a:solidFill>
                      <a:latin typeface="黑体" panose="02010609060101010101" pitchFamily="49" charset="-122"/>
                      <a:ea typeface="黑体" panose="02010609060101010101" pitchFamily="49" charset="-122"/>
                    </a:endParaRPr>
                  </a:p>
                </p:txBody>
              </p:sp>
              <p:sp>
                <p:nvSpPr>
                  <p:cNvPr id="72" name="Rectangle 123">
                    <a:extLst>
                      <a:ext uri="{FF2B5EF4-FFF2-40B4-BE49-F238E27FC236}">
                        <a16:creationId xmlns:a16="http://schemas.microsoft.com/office/drawing/2014/main" id="{6B48DFE8-DEEA-4480-ABF8-8B591FD4948C}"/>
                      </a:ext>
                    </a:extLst>
                  </p:cNvPr>
                  <p:cNvSpPr>
                    <a:spLocks noChangeArrowheads="1"/>
                  </p:cNvSpPr>
                  <p:nvPr/>
                </p:nvSpPr>
                <p:spPr bwMode="auto">
                  <a:xfrm>
                    <a:off x="0" y="1536"/>
                    <a:ext cx="43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kumimoji="1" lang="zh-CN" altLang="en-US" sz="2800" b="1">
                      <a:solidFill>
                        <a:schemeClr val="tx1"/>
                      </a:solidFill>
                      <a:latin typeface="Verdana" panose="020B0604030504040204" pitchFamily="34" charset="0"/>
                      <a:ea typeface="宋体" panose="02010600030101010101" pitchFamily="2" charset="-122"/>
                    </a:endParaRPr>
                  </a:p>
                </p:txBody>
              </p:sp>
            </p:grpSp>
            <p:grpSp>
              <p:nvGrpSpPr>
                <p:cNvPr id="47" name="Group 126">
                  <a:extLst>
                    <a:ext uri="{FF2B5EF4-FFF2-40B4-BE49-F238E27FC236}">
                      <a16:creationId xmlns:a16="http://schemas.microsoft.com/office/drawing/2014/main" id="{295BA45A-8B48-457D-9185-35977A4EBF8B}"/>
                    </a:ext>
                  </a:extLst>
                </p:cNvPr>
                <p:cNvGrpSpPr>
                  <a:grpSpLocks/>
                </p:cNvGrpSpPr>
                <p:nvPr/>
              </p:nvGrpSpPr>
              <p:grpSpPr bwMode="auto">
                <a:xfrm>
                  <a:off x="436" y="1536"/>
                  <a:ext cx="436" cy="384"/>
                  <a:chOff x="436" y="1536"/>
                  <a:chExt cx="436" cy="384"/>
                </a:xfrm>
              </p:grpSpPr>
              <p:sp>
                <p:nvSpPr>
                  <p:cNvPr id="69" name="Rectangle 43">
                    <a:extLst>
                      <a:ext uri="{FF2B5EF4-FFF2-40B4-BE49-F238E27FC236}">
                        <a16:creationId xmlns:a16="http://schemas.microsoft.com/office/drawing/2014/main" id="{582163E7-C010-41D2-9A73-08BC140D85D2}"/>
                      </a:ext>
                    </a:extLst>
                  </p:cNvPr>
                  <p:cNvSpPr>
                    <a:spLocks noChangeArrowheads="1" noTextEdit="1"/>
                  </p:cNvSpPr>
                  <p:nvPr/>
                </p:nvSpPr>
                <p:spPr bwMode="auto">
                  <a:xfrm>
                    <a:off x="479" y="1536"/>
                    <a:ext cx="3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zh-CN" altLang="en-US"/>
                  </a:p>
                </p:txBody>
              </p:sp>
              <p:sp>
                <p:nvSpPr>
                  <p:cNvPr id="70" name="Rectangle 125">
                    <a:extLst>
                      <a:ext uri="{FF2B5EF4-FFF2-40B4-BE49-F238E27FC236}">
                        <a16:creationId xmlns:a16="http://schemas.microsoft.com/office/drawing/2014/main" id="{D01287E5-AEEB-4D86-9256-150C071AF457}"/>
                      </a:ext>
                    </a:extLst>
                  </p:cNvPr>
                  <p:cNvSpPr>
                    <a:spLocks noChangeArrowheads="1"/>
                  </p:cNvSpPr>
                  <p:nvPr/>
                </p:nvSpPr>
                <p:spPr bwMode="auto">
                  <a:xfrm>
                    <a:off x="436" y="1536"/>
                    <a:ext cx="43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kumimoji="1" lang="zh-CN" altLang="en-US" sz="2800" b="1">
                      <a:solidFill>
                        <a:schemeClr val="tx1"/>
                      </a:solidFill>
                      <a:latin typeface="Verdana" panose="020B0604030504040204" pitchFamily="34" charset="0"/>
                      <a:ea typeface="宋体" panose="02010600030101010101" pitchFamily="2" charset="-122"/>
                    </a:endParaRPr>
                  </a:p>
                </p:txBody>
              </p:sp>
            </p:grpSp>
            <p:grpSp>
              <p:nvGrpSpPr>
                <p:cNvPr id="48" name="Group 128">
                  <a:extLst>
                    <a:ext uri="{FF2B5EF4-FFF2-40B4-BE49-F238E27FC236}">
                      <a16:creationId xmlns:a16="http://schemas.microsoft.com/office/drawing/2014/main" id="{566350D8-1FCF-4E44-89E5-7F1C96EF2428}"/>
                    </a:ext>
                  </a:extLst>
                </p:cNvPr>
                <p:cNvGrpSpPr>
                  <a:grpSpLocks/>
                </p:cNvGrpSpPr>
                <p:nvPr/>
              </p:nvGrpSpPr>
              <p:grpSpPr bwMode="auto">
                <a:xfrm>
                  <a:off x="872" y="1536"/>
                  <a:ext cx="436" cy="384"/>
                  <a:chOff x="872" y="1536"/>
                  <a:chExt cx="436" cy="384"/>
                </a:xfrm>
              </p:grpSpPr>
              <p:sp>
                <p:nvSpPr>
                  <p:cNvPr id="67" name="Rectangle 44">
                    <a:extLst>
                      <a:ext uri="{FF2B5EF4-FFF2-40B4-BE49-F238E27FC236}">
                        <a16:creationId xmlns:a16="http://schemas.microsoft.com/office/drawing/2014/main" id="{42A275C3-60A4-495A-90F7-5CAD1B6068A9}"/>
                      </a:ext>
                    </a:extLst>
                  </p:cNvPr>
                  <p:cNvSpPr>
                    <a:spLocks noChangeArrowheads="1" noTextEdit="1"/>
                  </p:cNvSpPr>
                  <p:nvPr/>
                </p:nvSpPr>
                <p:spPr bwMode="auto">
                  <a:xfrm>
                    <a:off x="915" y="1536"/>
                    <a:ext cx="3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zh-CN" altLang="en-US"/>
                  </a:p>
                </p:txBody>
              </p:sp>
              <p:sp>
                <p:nvSpPr>
                  <p:cNvPr id="68" name="Rectangle 127">
                    <a:extLst>
                      <a:ext uri="{FF2B5EF4-FFF2-40B4-BE49-F238E27FC236}">
                        <a16:creationId xmlns:a16="http://schemas.microsoft.com/office/drawing/2014/main" id="{2D8CBFDA-50E7-4B9C-B448-0831108D4123}"/>
                      </a:ext>
                    </a:extLst>
                  </p:cNvPr>
                  <p:cNvSpPr>
                    <a:spLocks noChangeArrowheads="1"/>
                  </p:cNvSpPr>
                  <p:nvPr/>
                </p:nvSpPr>
                <p:spPr bwMode="auto">
                  <a:xfrm>
                    <a:off x="872" y="1536"/>
                    <a:ext cx="43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kumimoji="1" lang="zh-CN" altLang="en-US" sz="2800" b="1">
                      <a:solidFill>
                        <a:schemeClr val="tx1"/>
                      </a:solidFill>
                      <a:latin typeface="Verdana" panose="020B0604030504040204" pitchFamily="34" charset="0"/>
                      <a:ea typeface="宋体" panose="02010600030101010101" pitchFamily="2" charset="-122"/>
                    </a:endParaRPr>
                  </a:p>
                </p:txBody>
              </p:sp>
            </p:grpSp>
            <p:grpSp>
              <p:nvGrpSpPr>
                <p:cNvPr id="49" name="Group 130">
                  <a:extLst>
                    <a:ext uri="{FF2B5EF4-FFF2-40B4-BE49-F238E27FC236}">
                      <a16:creationId xmlns:a16="http://schemas.microsoft.com/office/drawing/2014/main" id="{3D5E3639-6D61-4FF9-9106-8D2F6E93CDF3}"/>
                    </a:ext>
                  </a:extLst>
                </p:cNvPr>
                <p:cNvGrpSpPr>
                  <a:grpSpLocks/>
                </p:cNvGrpSpPr>
                <p:nvPr/>
              </p:nvGrpSpPr>
              <p:grpSpPr bwMode="auto">
                <a:xfrm>
                  <a:off x="1308" y="1536"/>
                  <a:ext cx="436" cy="384"/>
                  <a:chOff x="1308" y="1536"/>
                  <a:chExt cx="436" cy="384"/>
                </a:xfrm>
              </p:grpSpPr>
              <p:sp>
                <p:nvSpPr>
                  <p:cNvPr id="65" name="Rectangle 45">
                    <a:extLst>
                      <a:ext uri="{FF2B5EF4-FFF2-40B4-BE49-F238E27FC236}">
                        <a16:creationId xmlns:a16="http://schemas.microsoft.com/office/drawing/2014/main" id="{3AAE1A0B-DC33-492D-80EA-07A4E36DF3B1}"/>
                      </a:ext>
                    </a:extLst>
                  </p:cNvPr>
                  <p:cNvSpPr>
                    <a:spLocks noChangeArrowheads="1" noTextEdit="1"/>
                  </p:cNvSpPr>
                  <p:nvPr/>
                </p:nvSpPr>
                <p:spPr bwMode="auto">
                  <a:xfrm>
                    <a:off x="1351" y="1536"/>
                    <a:ext cx="3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zh-CN" altLang="en-US"/>
                  </a:p>
                </p:txBody>
              </p:sp>
              <p:sp>
                <p:nvSpPr>
                  <p:cNvPr id="66" name="Rectangle 129">
                    <a:extLst>
                      <a:ext uri="{FF2B5EF4-FFF2-40B4-BE49-F238E27FC236}">
                        <a16:creationId xmlns:a16="http://schemas.microsoft.com/office/drawing/2014/main" id="{8FE90866-5196-4C07-8B57-F63F2D78E351}"/>
                      </a:ext>
                    </a:extLst>
                  </p:cNvPr>
                  <p:cNvSpPr>
                    <a:spLocks noChangeArrowheads="1"/>
                  </p:cNvSpPr>
                  <p:nvPr/>
                </p:nvSpPr>
                <p:spPr bwMode="auto">
                  <a:xfrm>
                    <a:off x="1308" y="1536"/>
                    <a:ext cx="43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kumimoji="1" lang="zh-CN" altLang="en-US" sz="2800" b="1">
                      <a:solidFill>
                        <a:schemeClr val="tx1"/>
                      </a:solidFill>
                      <a:latin typeface="Verdana" panose="020B0604030504040204" pitchFamily="34" charset="0"/>
                      <a:ea typeface="宋体" panose="02010600030101010101" pitchFamily="2" charset="-122"/>
                    </a:endParaRPr>
                  </a:p>
                </p:txBody>
              </p:sp>
            </p:grpSp>
            <p:grpSp>
              <p:nvGrpSpPr>
                <p:cNvPr id="50" name="Group 132">
                  <a:extLst>
                    <a:ext uri="{FF2B5EF4-FFF2-40B4-BE49-F238E27FC236}">
                      <a16:creationId xmlns:a16="http://schemas.microsoft.com/office/drawing/2014/main" id="{EFE80FCA-5329-4304-9C7D-155BA222DC77}"/>
                    </a:ext>
                  </a:extLst>
                </p:cNvPr>
                <p:cNvGrpSpPr>
                  <a:grpSpLocks/>
                </p:cNvGrpSpPr>
                <p:nvPr/>
              </p:nvGrpSpPr>
              <p:grpSpPr bwMode="auto">
                <a:xfrm>
                  <a:off x="1744" y="1536"/>
                  <a:ext cx="436" cy="384"/>
                  <a:chOff x="1744" y="1536"/>
                  <a:chExt cx="436" cy="384"/>
                </a:xfrm>
              </p:grpSpPr>
              <p:sp>
                <p:nvSpPr>
                  <p:cNvPr id="63" name="Rectangle 46">
                    <a:extLst>
                      <a:ext uri="{FF2B5EF4-FFF2-40B4-BE49-F238E27FC236}">
                        <a16:creationId xmlns:a16="http://schemas.microsoft.com/office/drawing/2014/main" id="{C27705A9-5A45-4057-A997-95C39A886A83}"/>
                      </a:ext>
                    </a:extLst>
                  </p:cNvPr>
                  <p:cNvSpPr>
                    <a:spLocks noChangeArrowheads="1" noTextEdit="1"/>
                  </p:cNvSpPr>
                  <p:nvPr/>
                </p:nvSpPr>
                <p:spPr bwMode="auto">
                  <a:xfrm>
                    <a:off x="1787" y="1536"/>
                    <a:ext cx="3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zh-CN" altLang="en-US"/>
                  </a:p>
                </p:txBody>
              </p:sp>
              <p:sp>
                <p:nvSpPr>
                  <p:cNvPr id="64" name="Rectangle 131">
                    <a:extLst>
                      <a:ext uri="{FF2B5EF4-FFF2-40B4-BE49-F238E27FC236}">
                        <a16:creationId xmlns:a16="http://schemas.microsoft.com/office/drawing/2014/main" id="{2934E390-1B48-4990-AE34-B9C9ECE29892}"/>
                      </a:ext>
                    </a:extLst>
                  </p:cNvPr>
                  <p:cNvSpPr>
                    <a:spLocks noChangeArrowheads="1"/>
                  </p:cNvSpPr>
                  <p:nvPr/>
                </p:nvSpPr>
                <p:spPr bwMode="auto">
                  <a:xfrm>
                    <a:off x="1744" y="1536"/>
                    <a:ext cx="43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kumimoji="1" lang="zh-CN" altLang="en-US" sz="2800" b="1">
                      <a:solidFill>
                        <a:schemeClr val="tx1"/>
                      </a:solidFill>
                      <a:latin typeface="Verdana" panose="020B0604030504040204" pitchFamily="34" charset="0"/>
                      <a:ea typeface="宋体" panose="02010600030101010101" pitchFamily="2" charset="-122"/>
                    </a:endParaRPr>
                  </a:p>
                </p:txBody>
              </p:sp>
            </p:grpSp>
            <p:grpSp>
              <p:nvGrpSpPr>
                <p:cNvPr id="51" name="Group 134">
                  <a:extLst>
                    <a:ext uri="{FF2B5EF4-FFF2-40B4-BE49-F238E27FC236}">
                      <a16:creationId xmlns:a16="http://schemas.microsoft.com/office/drawing/2014/main" id="{F32C3E3A-9260-4AAD-8C78-3872B492C2E1}"/>
                    </a:ext>
                  </a:extLst>
                </p:cNvPr>
                <p:cNvGrpSpPr>
                  <a:grpSpLocks/>
                </p:cNvGrpSpPr>
                <p:nvPr/>
              </p:nvGrpSpPr>
              <p:grpSpPr bwMode="auto">
                <a:xfrm>
                  <a:off x="2180" y="1536"/>
                  <a:ext cx="436" cy="384"/>
                  <a:chOff x="2180" y="1536"/>
                  <a:chExt cx="436" cy="384"/>
                </a:xfrm>
              </p:grpSpPr>
              <p:sp>
                <p:nvSpPr>
                  <p:cNvPr id="61" name="Rectangle 47">
                    <a:extLst>
                      <a:ext uri="{FF2B5EF4-FFF2-40B4-BE49-F238E27FC236}">
                        <a16:creationId xmlns:a16="http://schemas.microsoft.com/office/drawing/2014/main" id="{AA13F0F2-C471-4FEE-96E3-CC17953F56FB}"/>
                      </a:ext>
                    </a:extLst>
                  </p:cNvPr>
                  <p:cNvSpPr>
                    <a:spLocks noChangeArrowheads="1" noTextEdit="1"/>
                  </p:cNvSpPr>
                  <p:nvPr/>
                </p:nvSpPr>
                <p:spPr bwMode="auto">
                  <a:xfrm>
                    <a:off x="2223" y="1536"/>
                    <a:ext cx="3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zh-CN" altLang="en-US"/>
                  </a:p>
                </p:txBody>
              </p:sp>
              <p:sp>
                <p:nvSpPr>
                  <p:cNvPr id="62" name="Rectangle 133">
                    <a:extLst>
                      <a:ext uri="{FF2B5EF4-FFF2-40B4-BE49-F238E27FC236}">
                        <a16:creationId xmlns:a16="http://schemas.microsoft.com/office/drawing/2014/main" id="{C9B9262D-FB72-4040-8F5E-4DB5C8088289}"/>
                      </a:ext>
                    </a:extLst>
                  </p:cNvPr>
                  <p:cNvSpPr>
                    <a:spLocks noChangeArrowheads="1"/>
                  </p:cNvSpPr>
                  <p:nvPr/>
                </p:nvSpPr>
                <p:spPr bwMode="auto">
                  <a:xfrm>
                    <a:off x="2180" y="1536"/>
                    <a:ext cx="43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kumimoji="1" lang="zh-CN" altLang="en-US" sz="2800" b="1">
                      <a:solidFill>
                        <a:schemeClr val="tx1"/>
                      </a:solidFill>
                      <a:latin typeface="Verdana" panose="020B0604030504040204" pitchFamily="34" charset="0"/>
                      <a:ea typeface="宋体" panose="02010600030101010101" pitchFamily="2" charset="-122"/>
                    </a:endParaRPr>
                  </a:p>
                </p:txBody>
              </p:sp>
            </p:grpSp>
            <p:grpSp>
              <p:nvGrpSpPr>
                <p:cNvPr id="52" name="Group 136">
                  <a:extLst>
                    <a:ext uri="{FF2B5EF4-FFF2-40B4-BE49-F238E27FC236}">
                      <a16:creationId xmlns:a16="http://schemas.microsoft.com/office/drawing/2014/main" id="{5962C309-2459-4744-9E3C-969BF824C6E5}"/>
                    </a:ext>
                  </a:extLst>
                </p:cNvPr>
                <p:cNvGrpSpPr>
                  <a:grpSpLocks/>
                </p:cNvGrpSpPr>
                <p:nvPr/>
              </p:nvGrpSpPr>
              <p:grpSpPr bwMode="auto">
                <a:xfrm>
                  <a:off x="2616" y="1536"/>
                  <a:ext cx="436" cy="384"/>
                  <a:chOff x="2616" y="1536"/>
                  <a:chExt cx="436" cy="384"/>
                </a:xfrm>
              </p:grpSpPr>
              <p:sp>
                <p:nvSpPr>
                  <p:cNvPr id="59" name="Rectangle 48">
                    <a:extLst>
                      <a:ext uri="{FF2B5EF4-FFF2-40B4-BE49-F238E27FC236}">
                        <a16:creationId xmlns:a16="http://schemas.microsoft.com/office/drawing/2014/main" id="{040C5AC8-3A31-4E31-B712-C90102030569}"/>
                      </a:ext>
                    </a:extLst>
                  </p:cNvPr>
                  <p:cNvSpPr>
                    <a:spLocks noChangeArrowheads="1" noTextEdit="1"/>
                  </p:cNvSpPr>
                  <p:nvPr/>
                </p:nvSpPr>
                <p:spPr bwMode="auto">
                  <a:xfrm>
                    <a:off x="2659" y="1536"/>
                    <a:ext cx="3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zh-CN" altLang="en-US"/>
                  </a:p>
                </p:txBody>
              </p:sp>
              <p:sp>
                <p:nvSpPr>
                  <p:cNvPr id="60" name="Rectangle 135">
                    <a:extLst>
                      <a:ext uri="{FF2B5EF4-FFF2-40B4-BE49-F238E27FC236}">
                        <a16:creationId xmlns:a16="http://schemas.microsoft.com/office/drawing/2014/main" id="{6B9721E2-67FC-4528-9BAA-868DB8362C45}"/>
                      </a:ext>
                    </a:extLst>
                  </p:cNvPr>
                  <p:cNvSpPr>
                    <a:spLocks noChangeArrowheads="1"/>
                  </p:cNvSpPr>
                  <p:nvPr/>
                </p:nvSpPr>
                <p:spPr bwMode="auto">
                  <a:xfrm>
                    <a:off x="2616" y="1536"/>
                    <a:ext cx="43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kumimoji="1" lang="zh-CN" altLang="en-US" sz="2800" b="1">
                      <a:solidFill>
                        <a:schemeClr val="tx1"/>
                      </a:solidFill>
                      <a:latin typeface="Verdana" panose="020B0604030504040204" pitchFamily="34" charset="0"/>
                      <a:ea typeface="宋体" panose="02010600030101010101" pitchFamily="2" charset="-122"/>
                    </a:endParaRPr>
                  </a:p>
                </p:txBody>
              </p:sp>
            </p:grpSp>
            <p:grpSp>
              <p:nvGrpSpPr>
                <p:cNvPr id="53" name="Group 138">
                  <a:extLst>
                    <a:ext uri="{FF2B5EF4-FFF2-40B4-BE49-F238E27FC236}">
                      <a16:creationId xmlns:a16="http://schemas.microsoft.com/office/drawing/2014/main" id="{6265E86B-B5BE-468C-BA96-FB8B733A1902}"/>
                    </a:ext>
                  </a:extLst>
                </p:cNvPr>
                <p:cNvGrpSpPr>
                  <a:grpSpLocks/>
                </p:cNvGrpSpPr>
                <p:nvPr/>
              </p:nvGrpSpPr>
              <p:grpSpPr bwMode="auto">
                <a:xfrm>
                  <a:off x="3052" y="1536"/>
                  <a:ext cx="436" cy="384"/>
                  <a:chOff x="3052" y="1536"/>
                  <a:chExt cx="436" cy="384"/>
                </a:xfrm>
              </p:grpSpPr>
              <p:sp>
                <p:nvSpPr>
                  <p:cNvPr id="57" name="Rectangle 49">
                    <a:extLst>
                      <a:ext uri="{FF2B5EF4-FFF2-40B4-BE49-F238E27FC236}">
                        <a16:creationId xmlns:a16="http://schemas.microsoft.com/office/drawing/2014/main" id="{18991740-1FB4-4604-8E81-B3D224D0295B}"/>
                      </a:ext>
                    </a:extLst>
                  </p:cNvPr>
                  <p:cNvSpPr>
                    <a:spLocks noChangeArrowheads="1" noTextEdit="1"/>
                  </p:cNvSpPr>
                  <p:nvPr/>
                </p:nvSpPr>
                <p:spPr bwMode="auto">
                  <a:xfrm>
                    <a:off x="3095" y="1536"/>
                    <a:ext cx="3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zh-CN" altLang="en-US"/>
                  </a:p>
                </p:txBody>
              </p:sp>
              <p:sp>
                <p:nvSpPr>
                  <p:cNvPr id="58" name="Rectangle 137">
                    <a:extLst>
                      <a:ext uri="{FF2B5EF4-FFF2-40B4-BE49-F238E27FC236}">
                        <a16:creationId xmlns:a16="http://schemas.microsoft.com/office/drawing/2014/main" id="{1C6785CC-4B17-4212-8C9F-525784A72B5B}"/>
                      </a:ext>
                    </a:extLst>
                  </p:cNvPr>
                  <p:cNvSpPr>
                    <a:spLocks noChangeArrowheads="1"/>
                  </p:cNvSpPr>
                  <p:nvPr/>
                </p:nvSpPr>
                <p:spPr bwMode="auto">
                  <a:xfrm>
                    <a:off x="3052" y="1536"/>
                    <a:ext cx="43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kumimoji="1" lang="zh-CN" altLang="en-US" sz="2800" b="1">
                      <a:solidFill>
                        <a:schemeClr val="tx1"/>
                      </a:solidFill>
                      <a:latin typeface="Verdana" panose="020B0604030504040204" pitchFamily="34" charset="0"/>
                      <a:ea typeface="宋体" panose="02010600030101010101" pitchFamily="2" charset="-122"/>
                    </a:endParaRPr>
                  </a:p>
                </p:txBody>
              </p:sp>
            </p:grpSp>
            <p:grpSp>
              <p:nvGrpSpPr>
                <p:cNvPr id="54" name="Group 140">
                  <a:extLst>
                    <a:ext uri="{FF2B5EF4-FFF2-40B4-BE49-F238E27FC236}">
                      <a16:creationId xmlns:a16="http://schemas.microsoft.com/office/drawing/2014/main" id="{72662014-AC9A-4D3F-8E61-9159989F5030}"/>
                    </a:ext>
                  </a:extLst>
                </p:cNvPr>
                <p:cNvGrpSpPr>
                  <a:grpSpLocks/>
                </p:cNvGrpSpPr>
                <p:nvPr/>
              </p:nvGrpSpPr>
              <p:grpSpPr bwMode="auto">
                <a:xfrm>
                  <a:off x="3488" y="1536"/>
                  <a:ext cx="436" cy="384"/>
                  <a:chOff x="3488" y="1536"/>
                  <a:chExt cx="436" cy="384"/>
                </a:xfrm>
              </p:grpSpPr>
              <p:sp>
                <p:nvSpPr>
                  <p:cNvPr id="55" name="Rectangle 50">
                    <a:extLst>
                      <a:ext uri="{FF2B5EF4-FFF2-40B4-BE49-F238E27FC236}">
                        <a16:creationId xmlns:a16="http://schemas.microsoft.com/office/drawing/2014/main" id="{6BF67DC8-3E52-4969-8F91-025D04BAFEED}"/>
                      </a:ext>
                    </a:extLst>
                  </p:cNvPr>
                  <p:cNvSpPr>
                    <a:spLocks noChangeArrowheads="1" noTextEdit="1"/>
                  </p:cNvSpPr>
                  <p:nvPr/>
                </p:nvSpPr>
                <p:spPr bwMode="auto">
                  <a:xfrm>
                    <a:off x="3531" y="1536"/>
                    <a:ext cx="3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zh-CN" altLang="en-US"/>
                  </a:p>
                </p:txBody>
              </p:sp>
              <p:sp>
                <p:nvSpPr>
                  <p:cNvPr id="56" name="Rectangle 139">
                    <a:extLst>
                      <a:ext uri="{FF2B5EF4-FFF2-40B4-BE49-F238E27FC236}">
                        <a16:creationId xmlns:a16="http://schemas.microsoft.com/office/drawing/2014/main" id="{6B6CDF7D-A7C1-4745-A312-E30998C51BBC}"/>
                      </a:ext>
                    </a:extLst>
                  </p:cNvPr>
                  <p:cNvSpPr>
                    <a:spLocks noChangeArrowheads="1"/>
                  </p:cNvSpPr>
                  <p:nvPr/>
                </p:nvSpPr>
                <p:spPr bwMode="auto">
                  <a:xfrm>
                    <a:off x="3488" y="1536"/>
                    <a:ext cx="436"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kumimoji="1" lang="zh-CN" altLang="en-US" sz="2800" b="1">
                      <a:solidFill>
                        <a:schemeClr val="tx1"/>
                      </a:solidFill>
                      <a:latin typeface="Verdana" panose="020B0604030504040204" pitchFamily="34" charset="0"/>
                      <a:ea typeface="宋体" panose="02010600030101010101" pitchFamily="2" charset="-122"/>
                    </a:endParaRPr>
                  </a:p>
                </p:txBody>
              </p:sp>
            </p:grpSp>
          </p:grpSp>
          <p:sp>
            <p:nvSpPr>
              <p:cNvPr id="9" name="Rectangle 142">
                <a:extLst>
                  <a:ext uri="{FF2B5EF4-FFF2-40B4-BE49-F238E27FC236}">
                    <a16:creationId xmlns:a16="http://schemas.microsoft.com/office/drawing/2014/main" id="{D9D363F3-41BC-4B85-A400-4F58372AC336}"/>
                  </a:ext>
                </a:extLst>
              </p:cNvPr>
              <p:cNvSpPr>
                <a:spLocks noChangeArrowheads="1"/>
              </p:cNvSpPr>
              <p:nvPr/>
            </p:nvSpPr>
            <p:spPr bwMode="auto">
              <a:xfrm>
                <a:off x="-3" y="-3"/>
                <a:ext cx="3930" cy="1926"/>
              </a:xfrm>
              <a:prstGeom prst="rect">
                <a:avLst/>
              </a:prstGeom>
              <a:noFill/>
              <a:ln w="95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kumimoji="1" lang="zh-CN" altLang="en-US" sz="2800" b="1">
                  <a:solidFill>
                    <a:schemeClr val="tx1"/>
                  </a:solidFill>
                  <a:latin typeface="Verdana" panose="020B0604030504040204" pitchFamily="34" charset="0"/>
                  <a:ea typeface="宋体" panose="02010600030101010101" pitchFamily="2" charset="-122"/>
                </a:endParaRPr>
              </a:p>
            </p:txBody>
          </p:sp>
        </p:grpSp>
        <p:sp>
          <p:nvSpPr>
            <p:cNvPr id="7" name="Line 144">
              <a:extLst>
                <a:ext uri="{FF2B5EF4-FFF2-40B4-BE49-F238E27FC236}">
                  <a16:creationId xmlns:a16="http://schemas.microsoft.com/office/drawing/2014/main" id="{B22EE59B-C9A1-4827-9D29-7A5B351125D7}"/>
                </a:ext>
              </a:extLst>
            </p:cNvPr>
            <p:cNvSpPr>
              <a:spLocks noChangeShapeType="1"/>
            </p:cNvSpPr>
            <p:nvPr/>
          </p:nvSpPr>
          <p:spPr bwMode="auto">
            <a:xfrm>
              <a:off x="627" y="2638"/>
              <a:ext cx="528" cy="24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sz="2000"/>
            </a:p>
          </p:txBody>
        </p:sp>
      </p:grpSp>
    </p:spTree>
    <p:extLst>
      <p:ext uri="{BB962C8B-B14F-4D97-AF65-F5344CB8AC3E}">
        <p14:creationId xmlns:p14="http://schemas.microsoft.com/office/powerpoint/2010/main" val="4056632316"/>
      </p:ext>
    </p:extLst>
  </p:cSld>
  <p:clrMapOvr>
    <a:masterClrMapping/>
  </p:clrMapOvr>
  <p:transition>
    <p:random/>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9</a:t>
            </a:r>
            <a:r>
              <a:rPr lang="en-US" altLang="zh-CN" dirty="0">
                <a:sym typeface="+mn-ea"/>
              </a:rPr>
              <a:t>.3.2  </a:t>
            </a:r>
            <a:r>
              <a:rPr lang="zh-CN" altLang="en-US" dirty="0"/>
              <a:t>磁盘</a:t>
            </a:r>
            <a:r>
              <a:rPr lang="zh-CN" altLang="en-US" dirty="0">
                <a:sym typeface="+mn-ea"/>
              </a:rPr>
              <a:t>空间管理</a:t>
            </a:r>
            <a:endParaRPr lang="zh-CN" altLang="en-US" dirty="0"/>
          </a:p>
        </p:txBody>
      </p:sp>
      <p:sp>
        <p:nvSpPr>
          <p:cNvPr id="3" name="内容占位符 2"/>
          <p:cNvSpPr>
            <a:spLocks noGrp="1"/>
          </p:cNvSpPr>
          <p:nvPr>
            <p:ph idx="1"/>
          </p:nvPr>
        </p:nvSpPr>
        <p:spPr>
          <a:xfrm>
            <a:off x="608330" y="1290674"/>
            <a:ext cx="10968990" cy="3160140"/>
          </a:xfrm>
        </p:spPr>
        <p:txBody>
          <a:bodyPr>
            <a:normAutofit fontScale="97500"/>
          </a:bodyPr>
          <a:lstStyle/>
          <a:p>
            <a:pPr marL="0" indent="0">
              <a:lnSpc>
                <a:spcPct val="150000"/>
              </a:lnSpc>
              <a:buNone/>
            </a:pPr>
            <a:r>
              <a:rPr lang="en-US" altLang="zh-CN" dirty="0"/>
              <a:t>   </a:t>
            </a:r>
            <a:r>
              <a:rPr lang="zh-CN" altLang="zh-CN" dirty="0"/>
              <a:t>这种方法的主要</a:t>
            </a:r>
            <a:r>
              <a:rPr lang="zh-CN" altLang="zh-CN" b="1" dirty="0"/>
              <a:t>优点</a:t>
            </a:r>
            <a:r>
              <a:rPr lang="zh-CN" altLang="zh-CN" dirty="0"/>
              <a:t>如下：</a:t>
            </a:r>
          </a:p>
          <a:p>
            <a:pPr marL="0" indent="0">
              <a:lnSpc>
                <a:spcPct val="150000"/>
              </a:lnSpc>
              <a:buNone/>
            </a:pPr>
            <a:r>
              <a:rPr lang="en-US" altLang="zh-CN" dirty="0"/>
              <a:t>(1) </a:t>
            </a:r>
            <a:r>
              <a:rPr lang="zh-CN" altLang="zh-CN" dirty="0"/>
              <a:t>从位示图中很容易找到一个或一组相邻接的空闲盘块。</a:t>
            </a:r>
          </a:p>
          <a:p>
            <a:pPr marL="0" indent="0">
              <a:lnSpc>
                <a:spcPct val="150000"/>
              </a:lnSpc>
              <a:buNone/>
            </a:pPr>
            <a:r>
              <a:rPr lang="en-US" altLang="zh-CN" dirty="0"/>
              <a:t>(2) </a:t>
            </a:r>
            <a:r>
              <a:rPr lang="zh-CN" altLang="zh-CN" dirty="0"/>
              <a:t>由于位示图很小，占用空间少，因而可以将它保存在内存中，从而在每次进行盘区分配时，无需把磁盘分配表先读入内存，从而省掉许多磁盘的启动操作。因此，该方法常用于微型机和小型机中。</a:t>
            </a:r>
          </a:p>
        </p:txBody>
      </p:sp>
    </p:spTree>
    <p:custDataLst>
      <p:tags r:id="rId1"/>
    </p:custDataLst>
  </p:cSld>
  <p:clrMapOvr>
    <a:masterClrMapping/>
  </p:clrMapOvr>
  <p:transition>
    <p:random/>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1DDFB1-3DD8-8B43-3D4A-19841AB3E894}"/>
              </a:ext>
            </a:extLst>
          </p:cNvPr>
          <p:cNvSpPr>
            <a:spLocks noGrp="1"/>
          </p:cNvSpPr>
          <p:nvPr>
            <p:ph type="title"/>
          </p:nvPr>
        </p:nvSpPr>
        <p:spPr/>
        <p:txBody>
          <a:bodyPr/>
          <a:lstStyle/>
          <a:p>
            <a:r>
              <a:rPr lang="zh-CN" altLang="en-US" dirty="0"/>
              <a:t>练习：</a:t>
            </a:r>
          </a:p>
        </p:txBody>
      </p:sp>
      <p:sp>
        <p:nvSpPr>
          <p:cNvPr id="3" name="内容占位符 2">
            <a:extLst>
              <a:ext uri="{FF2B5EF4-FFF2-40B4-BE49-F238E27FC236}">
                <a16:creationId xmlns:a16="http://schemas.microsoft.com/office/drawing/2014/main" id="{F6DF86BD-E873-783E-9F81-32986C6CEEFE}"/>
              </a:ext>
            </a:extLst>
          </p:cNvPr>
          <p:cNvSpPr>
            <a:spLocks noGrp="1"/>
          </p:cNvSpPr>
          <p:nvPr>
            <p:ph idx="1"/>
          </p:nvPr>
        </p:nvSpPr>
        <p:spPr/>
        <p:txBody>
          <a:bodyPr/>
          <a:lstStyle/>
          <a:p>
            <a:pPr marL="0" indent="0">
              <a:buNone/>
            </a:pPr>
            <a:r>
              <a:rPr lang="en-US" altLang="zh-CN" dirty="0"/>
              <a:t>1.   </a:t>
            </a:r>
            <a:r>
              <a:rPr lang="zh-CN" altLang="en-US" dirty="0"/>
              <a:t>若以</a:t>
            </a:r>
            <a:r>
              <a:rPr lang="en-US" altLang="zh-CN" dirty="0"/>
              <a:t>8</a:t>
            </a:r>
            <a:r>
              <a:rPr lang="zh-CN" altLang="en-US" dirty="0"/>
              <a:t>个字（字长</a:t>
            </a:r>
            <a:r>
              <a:rPr lang="en-US" altLang="zh-CN" dirty="0"/>
              <a:t>32</a:t>
            </a:r>
            <a:r>
              <a:rPr lang="zh-CN" altLang="en-US" dirty="0"/>
              <a:t>位）组成的位示图（位和字都从</a:t>
            </a:r>
            <a:r>
              <a:rPr lang="en-US" altLang="zh-CN" dirty="0"/>
              <a:t>0</a:t>
            </a:r>
            <a:r>
              <a:rPr lang="zh-CN" altLang="en-US" dirty="0"/>
              <a:t>开始编址）管理内存，假定用户归还一个块号为</a:t>
            </a:r>
            <a:r>
              <a:rPr lang="en-US" altLang="zh-CN" dirty="0"/>
              <a:t>100</a:t>
            </a:r>
            <a:r>
              <a:rPr lang="zh-CN" altLang="en-US" dirty="0"/>
              <a:t>的内存块时，它对应位示图的位置为（    ）。</a:t>
            </a:r>
            <a:endParaRPr lang="en-US" altLang="zh-CN" dirty="0"/>
          </a:p>
          <a:p>
            <a:pPr marL="0" indent="0">
              <a:buNone/>
            </a:pPr>
            <a:r>
              <a:rPr lang="en-US" altLang="zh-CN" dirty="0"/>
              <a:t>A  </a:t>
            </a:r>
            <a:r>
              <a:rPr lang="zh-CN" altLang="en-US" dirty="0"/>
              <a:t>字号为 </a:t>
            </a:r>
            <a:r>
              <a:rPr lang="en-US" altLang="zh-CN" dirty="0"/>
              <a:t>3</a:t>
            </a:r>
            <a:r>
              <a:rPr lang="zh-CN" altLang="en-US" dirty="0"/>
              <a:t>，位号为</a:t>
            </a:r>
            <a:r>
              <a:rPr lang="en-US" altLang="zh-CN" dirty="0"/>
              <a:t>5</a:t>
            </a:r>
          </a:p>
          <a:p>
            <a:pPr marL="0" indent="0">
              <a:buNone/>
            </a:pPr>
            <a:r>
              <a:rPr lang="en-US" altLang="zh-CN" dirty="0"/>
              <a:t>B  </a:t>
            </a:r>
            <a:r>
              <a:rPr lang="zh-CN" altLang="en-US" dirty="0"/>
              <a:t>字号为</a:t>
            </a:r>
            <a:r>
              <a:rPr lang="en-US" altLang="zh-CN" dirty="0"/>
              <a:t>4</a:t>
            </a:r>
            <a:r>
              <a:rPr lang="zh-CN" altLang="en-US" dirty="0"/>
              <a:t>，位号为</a:t>
            </a:r>
            <a:r>
              <a:rPr lang="en-US" altLang="zh-CN" dirty="0"/>
              <a:t>4</a:t>
            </a:r>
          </a:p>
          <a:p>
            <a:pPr marL="0" indent="0">
              <a:buNone/>
            </a:pPr>
            <a:r>
              <a:rPr lang="en-US" altLang="zh-CN" dirty="0"/>
              <a:t>C  </a:t>
            </a:r>
            <a:r>
              <a:rPr lang="zh-CN" altLang="en-US" dirty="0"/>
              <a:t>字号为</a:t>
            </a:r>
            <a:r>
              <a:rPr lang="en-US" altLang="zh-CN" dirty="0"/>
              <a:t>3</a:t>
            </a:r>
            <a:r>
              <a:rPr lang="zh-CN" altLang="en-US" dirty="0"/>
              <a:t>，位号为</a:t>
            </a:r>
            <a:r>
              <a:rPr lang="en-US" altLang="zh-CN" dirty="0"/>
              <a:t>4</a:t>
            </a:r>
          </a:p>
          <a:p>
            <a:pPr marL="0" indent="0">
              <a:buNone/>
            </a:pPr>
            <a:r>
              <a:rPr lang="en-US" altLang="zh-CN" dirty="0"/>
              <a:t>D  </a:t>
            </a:r>
            <a:r>
              <a:rPr lang="zh-CN" altLang="en-US" dirty="0"/>
              <a:t>字号为</a:t>
            </a:r>
            <a:r>
              <a:rPr lang="en-US" altLang="zh-CN" dirty="0"/>
              <a:t>4</a:t>
            </a:r>
            <a:r>
              <a:rPr lang="zh-CN" altLang="en-US" dirty="0"/>
              <a:t>，位号为</a:t>
            </a:r>
            <a:r>
              <a:rPr lang="en-US" altLang="zh-CN" dirty="0"/>
              <a:t>5</a:t>
            </a:r>
            <a:endParaRPr lang="zh-CN" altLang="en-US" dirty="0"/>
          </a:p>
        </p:txBody>
      </p:sp>
    </p:spTree>
    <p:extLst>
      <p:ext uri="{BB962C8B-B14F-4D97-AF65-F5344CB8AC3E}">
        <p14:creationId xmlns:p14="http://schemas.microsoft.com/office/powerpoint/2010/main" val="3767090138"/>
      </p:ext>
    </p:extLst>
  </p:cSld>
  <p:clrMapOvr>
    <a:masterClrMapping/>
  </p:clrMapOvr>
  <p:transition>
    <p:random/>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C4637B-44F6-7DE8-EE99-FE3ACD52714C}"/>
              </a:ext>
            </a:extLst>
          </p:cNvPr>
          <p:cNvSpPr>
            <a:spLocks noGrp="1"/>
          </p:cNvSpPr>
          <p:nvPr>
            <p:ph type="title"/>
          </p:nvPr>
        </p:nvSpPr>
        <p:spPr/>
        <p:txBody>
          <a:bodyPr/>
          <a:lstStyle/>
          <a:p>
            <a:r>
              <a:rPr lang="zh-CN" altLang="en-US" dirty="0"/>
              <a:t>练习</a:t>
            </a:r>
          </a:p>
        </p:txBody>
      </p:sp>
      <p:sp>
        <p:nvSpPr>
          <p:cNvPr id="3" name="内容占位符 2">
            <a:extLst>
              <a:ext uri="{FF2B5EF4-FFF2-40B4-BE49-F238E27FC236}">
                <a16:creationId xmlns:a16="http://schemas.microsoft.com/office/drawing/2014/main" id="{F1D41F53-6A39-ED85-C27A-AF64AB457A27}"/>
              </a:ext>
            </a:extLst>
          </p:cNvPr>
          <p:cNvSpPr>
            <a:spLocks noGrp="1"/>
          </p:cNvSpPr>
          <p:nvPr>
            <p:ph idx="1"/>
          </p:nvPr>
        </p:nvSpPr>
        <p:spPr>
          <a:xfrm>
            <a:off x="611505" y="1077143"/>
            <a:ext cx="10968990" cy="3595066"/>
          </a:xfrm>
        </p:spPr>
        <p:txBody>
          <a:bodyPr>
            <a:normAutofit fontScale="92500" lnSpcReduction="10000"/>
          </a:bodyPr>
          <a:lstStyle/>
          <a:p>
            <a:pPr marL="0" lvl="0" indent="0" algn="just">
              <a:buNone/>
            </a:pPr>
            <a:r>
              <a:rPr lang="en-US" altLang="zh-CN" sz="2800" kern="100" dirty="0">
                <a:effectLst/>
                <a:latin typeface="微软雅黑" panose="020B0503020204020204" pitchFamily="34" charset="-122"/>
                <a:cs typeface="Times New Roman" panose="02020603050405020304" pitchFamily="18" charset="0"/>
              </a:rPr>
              <a:t>2.  </a:t>
            </a:r>
            <a:r>
              <a:rPr lang="zh-CN" altLang="zh-CN" sz="2800" kern="100" dirty="0">
                <a:effectLst/>
                <a:latin typeface="微软雅黑" panose="020B0503020204020204" pitchFamily="34" charset="-122"/>
                <a:cs typeface="Times New Roman" panose="02020603050405020304" pitchFamily="18" charset="0"/>
              </a:rPr>
              <a:t>某系统采用页式存储管理，用位图管理空闲页框。若页大小为</a:t>
            </a:r>
            <a:r>
              <a:rPr lang="en-US" altLang="zh-CN" sz="2800" kern="100" dirty="0">
                <a:effectLst/>
                <a:latin typeface="微软雅黑" panose="020B0503020204020204" pitchFamily="34" charset="-122"/>
                <a:cs typeface="Times New Roman" panose="02020603050405020304" pitchFamily="18" charset="0"/>
              </a:rPr>
              <a:t>4KB</a:t>
            </a:r>
            <a:r>
              <a:rPr lang="zh-CN" altLang="zh-CN" sz="2800" kern="100" dirty="0">
                <a:effectLst/>
                <a:latin typeface="微软雅黑" panose="020B0503020204020204" pitchFamily="34" charset="-122"/>
                <a:cs typeface="Times New Roman" panose="02020603050405020304" pitchFamily="18" charset="0"/>
              </a:rPr>
              <a:t>，物理内存大小为</a:t>
            </a:r>
            <a:r>
              <a:rPr lang="en-US" altLang="zh-CN" sz="2800" kern="100" dirty="0">
                <a:effectLst/>
                <a:latin typeface="微软雅黑" panose="020B0503020204020204" pitchFamily="34" charset="-122"/>
                <a:cs typeface="Times New Roman" panose="02020603050405020304" pitchFamily="18" charset="0"/>
              </a:rPr>
              <a:t>16GB</a:t>
            </a:r>
            <a:r>
              <a:rPr lang="zh-CN" altLang="zh-CN" sz="2800" kern="100" dirty="0">
                <a:effectLst/>
                <a:latin typeface="微软雅黑" panose="020B0503020204020204" pitchFamily="34" charset="-122"/>
                <a:cs typeface="Times New Roman" panose="02020603050405020304" pitchFamily="18" charset="0"/>
              </a:rPr>
              <a:t>，则位图所占空间的大小是</a:t>
            </a:r>
            <a:r>
              <a:rPr lang="en-US" altLang="zh-CN" sz="2800" kern="100" dirty="0">
                <a:effectLst/>
                <a:latin typeface="微软雅黑" panose="020B0503020204020204" pitchFamily="34" charset="-122"/>
                <a:cs typeface="Times New Roman" panose="02020603050405020304" pitchFamily="18" charset="0"/>
              </a:rPr>
              <a:t>(  )</a:t>
            </a:r>
            <a:r>
              <a:rPr lang="zh-CN" altLang="zh-CN" sz="2800" kern="100" dirty="0">
                <a:effectLst/>
                <a:latin typeface="微软雅黑" panose="020B0503020204020204" pitchFamily="34" charset="-122"/>
                <a:cs typeface="Times New Roman" panose="02020603050405020304" pitchFamily="18" charset="0"/>
              </a:rPr>
              <a:t>。</a:t>
            </a:r>
          </a:p>
          <a:p>
            <a:pPr marL="266700" algn="just">
              <a:buNone/>
            </a:pPr>
            <a:r>
              <a:rPr lang="en-US" altLang="zh-CN" sz="2800" kern="100" dirty="0">
                <a:effectLst/>
                <a:latin typeface="微软雅黑" panose="020B0503020204020204" pitchFamily="34" charset="-122"/>
                <a:cs typeface="Times New Roman" panose="02020603050405020304" pitchFamily="18" charset="0"/>
              </a:rPr>
              <a:t>A.128B</a:t>
            </a:r>
            <a:endParaRPr lang="zh-CN" altLang="zh-CN" sz="2800" kern="100" dirty="0">
              <a:effectLst/>
              <a:latin typeface="微软雅黑" panose="020B0503020204020204" pitchFamily="34" charset="-122"/>
              <a:cs typeface="Times New Roman" panose="02020603050405020304" pitchFamily="18" charset="0"/>
            </a:endParaRPr>
          </a:p>
          <a:p>
            <a:pPr marL="266700" algn="just">
              <a:buNone/>
            </a:pPr>
            <a:r>
              <a:rPr lang="en-US" altLang="zh-CN" sz="2800" kern="100" dirty="0">
                <a:effectLst/>
                <a:latin typeface="微软雅黑" panose="020B0503020204020204" pitchFamily="34" charset="-122"/>
                <a:cs typeface="Times New Roman" panose="02020603050405020304" pitchFamily="18" charset="0"/>
              </a:rPr>
              <a:t>B.128KB</a:t>
            </a:r>
            <a:endParaRPr lang="zh-CN" altLang="zh-CN" sz="2800" kern="100" dirty="0">
              <a:effectLst/>
              <a:latin typeface="微软雅黑" panose="020B0503020204020204" pitchFamily="34" charset="-122"/>
              <a:cs typeface="Times New Roman" panose="02020603050405020304" pitchFamily="18" charset="0"/>
            </a:endParaRPr>
          </a:p>
          <a:p>
            <a:pPr marL="266700" algn="just">
              <a:buNone/>
            </a:pPr>
            <a:r>
              <a:rPr lang="en-US" altLang="zh-CN" sz="2800" kern="100" dirty="0">
                <a:effectLst/>
                <a:latin typeface="微软雅黑" panose="020B0503020204020204" pitchFamily="34" charset="-122"/>
                <a:cs typeface="Times New Roman" panose="02020603050405020304" pitchFamily="18" charset="0"/>
              </a:rPr>
              <a:t>C.512KB</a:t>
            </a:r>
            <a:endParaRPr lang="zh-CN" altLang="zh-CN" sz="2800" kern="100" dirty="0">
              <a:effectLst/>
              <a:latin typeface="微软雅黑" panose="020B0503020204020204" pitchFamily="34" charset="-122"/>
              <a:cs typeface="Times New Roman" panose="02020603050405020304" pitchFamily="18" charset="0"/>
            </a:endParaRPr>
          </a:p>
          <a:p>
            <a:pPr marL="38100" indent="0" algn="just">
              <a:buNone/>
            </a:pPr>
            <a:r>
              <a:rPr lang="en-US" altLang="zh-CN" sz="2800" kern="100" dirty="0">
                <a:effectLst/>
                <a:latin typeface="微软雅黑" panose="020B0503020204020204" pitchFamily="34" charset="-122"/>
                <a:cs typeface="Times New Roman" panose="02020603050405020304" pitchFamily="18" charset="0"/>
              </a:rPr>
              <a:t>D.4MB</a:t>
            </a:r>
            <a:endParaRPr lang="zh-CN" altLang="zh-CN" sz="2800" kern="100" dirty="0">
              <a:effectLst/>
              <a:latin typeface="微软雅黑" panose="020B0503020204020204" pitchFamily="34" charset="-122"/>
              <a:cs typeface="Times New Roman" panose="02020603050405020304" pitchFamily="18" charset="0"/>
            </a:endParaRPr>
          </a:p>
          <a:p>
            <a:endParaRPr lang="zh-CN" altLang="en-US" sz="2800" b="1" dirty="0"/>
          </a:p>
        </p:txBody>
      </p:sp>
      <p:sp>
        <p:nvSpPr>
          <p:cNvPr id="4" name="文本框 3">
            <a:extLst>
              <a:ext uri="{FF2B5EF4-FFF2-40B4-BE49-F238E27FC236}">
                <a16:creationId xmlns:a16="http://schemas.microsoft.com/office/drawing/2014/main" id="{72242B9F-6B81-66D9-2C18-7E6095DFA051}"/>
              </a:ext>
            </a:extLst>
          </p:cNvPr>
          <p:cNvSpPr txBox="1"/>
          <p:nvPr/>
        </p:nvSpPr>
        <p:spPr>
          <a:xfrm>
            <a:off x="611505" y="5060515"/>
            <a:ext cx="10196186" cy="461665"/>
          </a:xfrm>
          <a:prstGeom prst="rect">
            <a:avLst/>
          </a:prstGeom>
          <a:noFill/>
        </p:spPr>
        <p:txBody>
          <a:bodyPr wrap="square" rtlCol="0">
            <a:spAutoFit/>
          </a:bodyPr>
          <a:lstStyle/>
          <a:p>
            <a:r>
              <a:rPr lang="en-US" altLang="zh-CN" sz="2400" dirty="0"/>
              <a:t>3. </a:t>
            </a:r>
            <a:r>
              <a:rPr lang="zh-CN" altLang="en-US" sz="2400" dirty="0"/>
              <a:t>为什么位示图法适用于分页存储管理和磁盘存储管理？</a:t>
            </a:r>
          </a:p>
        </p:txBody>
      </p:sp>
    </p:spTree>
    <p:extLst>
      <p:ext uri="{BB962C8B-B14F-4D97-AF65-F5344CB8AC3E}">
        <p14:creationId xmlns:p14="http://schemas.microsoft.com/office/powerpoint/2010/main" val="2459031143"/>
      </p:ext>
    </p:extLst>
  </p:cSld>
  <p:clrMapOvr>
    <a:masterClrMapping/>
  </p:clrMapOvr>
  <p:transition>
    <p:random/>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9</a:t>
            </a:r>
            <a:r>
              <a:rPr lang="en-US" altLang="zh-CN" dirty="0">
                <a:sym typeface="+mn-ea"/>
              </a:rPr>
              <a:t>.3.2  </a:t>
            </a:r>
            <a:r>
              <a:rPr lang="zh-CN" altLang="en-US" dirty="0"/>
              <a:t>磁盘</a:t>
            </a:r>
            <a:r>
              <a:rPr lang="zh-CN" altLang="en-US" dirty="0">
                <a:sym typeface="+mn-ea"/>
              </a:rPr>
              <a:t>空间管理</a:t>
            </a:r>
            <a:endParaRPr lang="zh-CN" altLang="en-US" dirty="0"/>
          </a:p>
        </p:txBody>
      </p:sp>
      <p:sp>
        <p:nvSpPr>
          <p:cNvPr id="3" name="内容占位符 2"/>
          <p:cNvSpPr>
            <a:spLocks noGrp="1"/>
          </p:cNvSpPr>
          <p:nvPr>
            <p:ph idx="1"/>
          </p:nvPr>
        </p:nvSpPr>
        <p:spPr>
          <a:xfrm>
            <a:off x="720871" y="960168"/>
            <a:ext cx="10968990" cy="4834704"/>
          </a:xfrm>
        </p:spPr>
        <p:txBody>
          <a:bodyPr>
            <a:normAutofit fontScale="97500"/>
          </a:bodyPr>
          <a:lstStyle/>
          <a:p>
            <a:pPr marL="0" indent="0">
              <a:buNone/>
            </a:pPr>
            <a:r>
              <a:rPr lang="en-US" altLang="zh-CN" sz="2300" b="1" dirty="0"/>
              <a:t>      4.</a:t>
            </a:r>
            <a:r>
              <a:rPr lang="zh-CN" altLang="en-US" sz="2300" b="1" dirty="0"/>
              <a:t>成组链接</a:t>
            </a:r>
            <a:r>
              <a:rPr lang="zh-CN" altLang="zh-CN" sz="2300" b="1" dirty="0"/>
              <a:t>法</a:t>
            </a:r>
            <a:endParaRPr lang="zh-CN" altLang="zh-CN" sz="2300" dirty="0"/>
          </a:p>
          <a:p>
            <a:pPr marL="0" indent="0">
              <a:buNone/>
            </a:pPr>
            <a:r>
              <a:rPr lang="en-US" altLang="zh-CN" dirty="0"/>
              <a:t>      </a:t>
            </a:r>
            <a:r>
              <a:rPr lang="zh-CN" altLang="zh-CN" sz="2300" dirty="0"/>
              <a:t>在</a:t>
            </a:r>
            <a:r>
              <a:rPr lang="en-US" altLang="zh-CN" sz="2300" dirty="0"/>
              <a:t>Unix</a:t>
            </a:r>
            <a:r>
              <a:rPr lang="zh-CN" altLang="zh-CN" sz="2300" dirty="0"/>
              <a:t>系统中，是</a:t>
            </a:r>
            <a:r>
              <a:rPr lang="zh-CN" altLang="zh-CN" sz="2300" dirty="0">
                <a:solidFill>
                  <a:srgbClr val="FF0000"/>
                </a:solidFill>
              </a:rPr>
              <a:t>将空闲表和空闲块链两种方法相结合</a:t>
            </a:r>
            <a:r>
              <a:rPr lang="zh-CN" altLang="zh-CN" sz="2300" dirty="0"/>
              <a:t>而形成的一种管理方法，称为成组链接法。它将空闲盘块分成若干组，把指向一组各空闲块的指针集中在一起，这样既方便查找，又可以减少为了修改指针而启动磁盘的次数。</a:t>
            </a:r>
          </a:p>
          <a:p>
            <a:pPr marL="0" indent="0">
              <a:buNone/>
            </a:pPr>
            <a:r>
              <a:rPr lang="en-US" altLang="zh-CN" sz="2300" dirty="0"/>
              <a:t>  (1) </a:t>
            </a:r>
            <a:r>
              <a:rPr lang="zh-CN" altLang="zh-CN" sz="2300" dirty="0"/>
              <a:t>空闲盘块号栈</a:t>
            </a:r>
          </a:p>
          <a:p>
            <a:pPr marL="0" indent="0">
              <a:buNone/>
            </a:pPr>
            <a:r>
              <a:rPr lang="en-US" altLang="zh-CN" sz="2300" dirty="0"/>
              <a:t>      </a:t>
            </a:r>
            <a:r>
              <a:rPr lang="zh-CN" altLang="zh-CN" sz="2300" dirty="0"/>
              <a:t>空闲盘块号栈用来存放当前可用的一组空闲盘块的盘块号</a:t>
            </a:r>
            <a:r>
              <a:rPr lang="en-US" altLang="zh-CN" sz="2300" dirty="0"/>
              <a:t>(</a:t>
            </a:r>
            <a:r>
              <a:rPr lang="zh-CN" altLang="zh-CN" sz="2300" dirty="0"/>
              <a:t>最多含</a:t>
            </a:r>
            <a:r>
              <a:rPr lang="en-US" altLang="zh-CN" sz="2300" dirty="0"/>
              <a:t>100</a:t>
            </a:r>
            <a:r>
              <a:rPr lang="zh-CN" altLang="zh-CN" sz="2300" dirty="0"/>
              <a:t>个盘块号</a:t>
            </a:r>
            <a:r>
              <a:rPr lang="en-US" altLang="zh-CN" sz="2300" dirty="0"/>
              <a:t>)</a:t>
            </a:r>
            <a:r>
              <a:rPr lang="zh-CN" altLang="zh-CN" sz="2300" dirty="0"/>
              <a:t>，以及栈中尚有的空闲盘块号数</a:t>
            </a:r>
            <a:r>
              <a:rPr lang="en-US" altLang="zh-CN" sz="2300" dirty="0" err="1"/>
              <a:t>s.nfree</a:t>
            </a:r>
            <a:r>
              <a:rPr lang="en-US" altLang="zh-CN" sz="2300" dirty="0"/>
              <a:t>=N</a:t>
            </a:r>
            <a:r>
              <a:rPr lang="zh-CN" altLang="zh-CN" sz="2300" dirty="0"/>
              <a:t>。其中，</a:t>
            </a:r>
            <a:r>
              <a:rPr lang="en-US" altLang="zh-CN" sz="2300" dirty="0" err="1"/>
              <a:t>S_free</a:t>
            </a:r>
            <a:r>
              <a:rPr lang="en-US" altLang="zh-CN" sz="2300" dirty="0"/>
              <a:t>[0]</a:t>
            </a:r>
            <a:r>
              <a:rPr lang="zh-CN" altLang="zh-CN" sz="2300" dirty="0"/>
              <a:t>是栈底，栈满时的栈顶为</a:t>
            </a:r>
            <a:r>
              <a:rPr lang="en-US" altLang="zh-CN" sz="2300" dirty="0" err="1"/>
              <a:t>S_free</a:t>
            </a:r>
            <a:r>
              <a:rPr lang="en-US" altLang="zh-CN" sz="2300" dirty="0"/>
              <a:t>[99]</a:t>
            </a:r>
            <a:r>
              <a:rPr lang="zh-CN" altLang="zh-CN" sz="2300" dirty="0"/>
              <a:t>。由于栈是临界资源，每次只允许一个进程去访问，所以系统为栈设置了一把锁。图</a:t>
            </a:r>
            <a:r>
              <a:rPr lang="en-US" altLang="zh-CN" sz="2300" dirty="0"/>
              <a:t>9-10</a:t>
            </a:r>
            <a:r>
              <a:rPr lang="zh-CN" altLang="zh-CN" sz="2300" dirty="0"/>
              <a:t>左部示出了空闲盘块号栈的结构。</a:t>
            </a:r>
            <a:r>
              <a:rPr lang="en-US" altLang="zh-CN" sz="2300" dirty="0"/>
              <a:t> </a:t>
            </a:r>
            <a:endParaRPr lang="zh-CN" altLang="zh-CN" sz="2300" dirty="0"/>
          </a:p>
          <a:p>
            <a:pPr marL="0" indent="0">
              <a:buNone/>
            </a:pPr>
            <a:endParaRPr lang="zh-CN" altLang="zh-CN" dirty="0"/>
          </a:p>
        </p:txBody>
      </p:sp>
    </p:spTree>
    <p:custDataLst>
      <p:tags r:id="rId1"/>
    </p:custDataLst>
  </p:cSld>
  <p:clrMapOvr>
    <a:masterClrMapping/>
  </p:clrMapOvr>
  <p:transition>
    <p:random/>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9</a:t>
            </a:r>
            <a:r>
              <a:rPr lang="en-US" altLang="zh-CN" dirty="0">
                <a:sym typeface="+mn-ea"/>
              </a:rPr>
              <a:t>.3.2  </a:t>
            </a:r>
            <a:r>
              <a:rPr lang="zh-CN" altLang="en-US" dirty="0"/>
              <a:t>磁盘</a:t>
            </a:r>
            <a:r>
              <a:rPr lang="zh-CN" altLang="en-US" dirty="0">
                <a:sym typeface="+mn-ea"/>
              </a:rPr>
              <a:t>空间管理</a:t>
            </a:r>
            <a:endParaRPr lang="zh-CN" altLang="en-US" dirty="0"/>
          </a:p>
        </p:txBody>
      </p:sp>
      <p:graphicFrame>
        <p:nvGraphicFramePr>
          <p:cNvPr id="6" name="对象 5"/>
          <p:cNvGraphicFramePr>
            <a:graphicFrameLocks noChangeAspect="1"/>
          </p:cNvGraphicFramePr>
          <p:nvPr>
            <p:extLst>
              <p:ext uri="{D42A27DB-BD31-4B8C-83A1-F6EECF244321}">
                <p14:modId xmlns:p14="http://schemas.microsoft.com/office/powerpoint/2010/main" val="2105163521"/>
              </p:ext>
            </p:extLst>
          </p:nvPr>
        </p:nvGraphicFramePr>
        <p:xfrm>
          <a:off x="1675126" y="749830"/>
          <a:ext cx="9440479" cy="5640862"/>
        </p:xfrm>
        <a:graphic>
          <a:graphicData uri="http://schemas.openxmlformats.org/presentationml/2006/ole">
            <mc:AlternateContent xmlns:mc="http://schemas.openxmlformats.org/markup-compatibility/2006">
              <mc:Choice xmlns:v="urn:schemas-microsoft-com:vml" Requires="v">
                <p:oleObj name="Visio" r:id="rId3" imgW="4769485" imgH="2999105" progId="Visio.Drawing.15">
                  <p:embed/>
                </p:oleObj>
              </mc:Choice>
              <mc:Fallback>
                <p:oleObj name="Visio" r:id="rId3" imgW="4769485" imgH="2999105" progId="Visio.Drawing.15">
                  <p:embed/>
                  <p:pic>
                    <p:nvPicPr>
                      <p:cNvPr id="0" name="对象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5126" y="749830"/>
                        <a:ext cx="9440479" cy="5640862"/>
                      </a:xfrm>
                      <a:prstGeom prst="rect">
                        <a:avLst/>
                      </a:prstGeom>
                      <a:noFill/>
                    </p:spPr>
                  </p:pic>
                </p:oleObj>
              </mc:Fallback>
            </mc:AlternateContent>
          </a:graphicData>
        </a:graphic>
      </p:graphicFrame>
      <p:sp>
        <p:nvSpPr>
          <p:cNvPr id="4" name="文本框 3"/>
          <p:cNvSpPr txBox="1"/>
          <p:nvPr/>
        </p:nvSpPr>
        <p:spPr>
          <a:xfrm>
            <a:off x="2080311" y="5761781"/>
            <a:ext cx="3877985" cy="369332"/>
          </a:xfrm>
          <a:prstGeom prst="rect">
            <a:avLst/>
          </a:prstGeom>
          <a:noFill/>
        </p:spPr>
        <p:txBody>
          <a:bodyPr wrap="none" rtlCol="0">
            <a:spAutoFit/>
          </a:bodyPr>
          <a:lstStyle/>
          <a:p>
            <a:r>
              <a:rPr lang="zh-CN" altLang="zh-CN" dirty="0"/>
              <a:t>图</a:t>
            </a:r>
            <a:r>
              <a:rPr lang="en-US" altLang="zh-CN" dirty="0"/>
              <a:t>9-12</a:t>
            </a:r>
            <a:r>
              <a:rPr lang="zh-CN" altLang="zh-CN" dirty="0"/>
              <a:t>成组链接法中空闲盘块的组织</a:t>
            </a:r>
          </a:p>
        </p:txBody>
      </p:sp>
      <p:cxnSp>
        <p:nvCxnSpPr>
          <p:cNvPr id="5" name="直接箭头连接符 4" descr="栈底">
            <a:extLst>
              <a:ext uri="{FF2B5EF4-FFF2-40B4-BE49-F238E27FC236}">
                <a16:creationId xmlns:a16="http://schemas.microsoft.com/office/drawing/2014/main" id="{F4CD3E6B-2835-A095-D7C0-38EEC76E83AE}"/>
              </a:ext>
            </a:extLst>
          </p:cNvPr>
          <p:cNvCxnSpPr>
            <a:cxnSpLocks/>
          </p:cNvCxnSpPr>
          <p:nvPr/>
        </p:nvCxnSpPr>
        <p:spPr>
          <a:xfrm>
            <a:off x="1393371" y="2873829"/>
            <a:ext cx="903515"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 name="直接箭头连接符 6">
            <a:extLst>
              <a:ext uri="{FF2B5EF4-FFF2-40B4-BE49-F238E27FC236}">
                <a16:creationId xmlns:a16="http://schemas.microsoft.com/office/drawing/2014/main" id="{3759D952-8D6C-74A7-EB65-D598A5CB23B2}"/>
              </a:ext>
            </a:extLst>
          </p:cNvPr>
          <p:cNvCxnSpPr>
            <a:cxnSpLocks/>
          </p:cNvCxnSpPr>
          <p:nvPr/>
        </p:nvCxnSpPr>
        <p:spPr>
          <a:xfrm>
            <a:off x="1393371" y="4517572"/>
            <a:ext cx="793384"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68EC2FE6-8594-4079-3FCF-ECE486BF8BE7}"/>
              </a:ext>
            </a:extLst>
          </p:cNvPr>
          <p:cNvSpPr txBox="1"/>
          <p:nvPr/>
        </p:nvSpPr>
        <p:spPr>
          <a:xfrm>
            <a:off x="729429" y="2689163"/>
            <a:ext cx="646331" cy="369332"/>
          </a:xfrm>
          <a:prstGeom prst="rect">
            <a:avLst/>
          </a:prstGeom>
          <a:noFill/>
        </p:spPr>
        <p:txBody>
          <a:bodyPr wrap="none" rtlCol="0">
            <a:spAutoFit/>
          </a:bodyPr>
          <a:lstStyle/>
          <a:p>
            <a:r>
              <a:rPr lang="zh-CN" altLang="en-US" dirty="0">
                <a:solidFill>
                  <a:srgbClr val="0000FF"/>
                </a:solidFill>
              </a:rPr>
              <a:t>栈底</a:t>
            </a:r>
          </a:p>
        </p:txBody>
      </p:sp>
      <p:sp>
        <p:nvSpPr>
          <p:cNvPr id="11" name="文本框 10">
            <a:extLst>
              <a:ext uri="{FF2B5EF4-FFF2-40B4-BE49-F238E27FC236}">
                <a16:creationId xmlns:a16="http://schemas.microsoft.com/office/drawing/2014/main" id="{828A0350-2970-84C0-25E3-0BDC53B60216}"/>
              </a:ext>
            </a:extLst>
          </p:cNvPr>
          <p:cNvSpPr txBox="1"/>
          <p:nvPr/>
        </p:nvSpPr>
        <p:spPr>
          <a:xfrm>
            <a:off x="747040" y="4332906"/>
            <a:ext cx="646331" cy="369332"/>
          </a:xfrm>
          <a:prstGeom prst="rect">
            <a:avLst/>
          </a:prstGeom>
          <a:noFill/>
        </p:spPr>
        <p:txBody>
          <a:bodyPr wrap="none" rtlCol="0">
            <a:spAutoFit/>
          </a:bodyPr>
          <a:lstStyle/>
          <a:p>
            <a:r>
              <a:rPr lang="zh-CN" altLang="en-US" dirty="0">
                <a:solidFill>
                  <a:srgbClr val="0000FF"/>
                </a:solidFill>
              </a:rPr>
              <a:t>栈顶</a:t>
            </a:r>
          </a:p>
        </p:txBody>
      </p:sp>
      <p:cxnSp>
        <p:nvCxnSpPr>
          <p:cNvPr id="14" name="直接箭头连接符 13" descr="栈底">
            <a:extLst>
              <a:ext uri="{FF2B5EF4-FFF2-40B4-BE49-F238E27FC236}">
                <a16:creationId xmlns:a16="http://schemas.microsoft.com/office/drawing/2014/main" id="{0E6EC87D-3245-482F-59A5-6B79A1AC349B}"/>
              </a:ext>
            </a:extLst>
          </p:cNvPr>
          <p:cNvCxnSpPr>
            <a:cxnSpLocks/>
          </p:cNvCxnSpPr>
          <p:nvPr/>
        </p:nvCxnSpPr>
        <p:spPr>
          <a:xfrm flipH="1">
            <a:off x="5486400" y="607259"/>
            <a:ext cx="1197429" cy="40826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descr="栈底">
            <a:extLst>
              <a:ext uri="{FF2B5EF4-FFF2-40B4-BE49-F238E27FC236}">
                <a16:creationId xmlns:a16="http://schemas.microsoft.com/office/drawing/2014/main" id="{96F3A203-262E-AE3D-7DE6-F296C0945FF2}"/>
              </a:ext>
            </a:extLst>
          </p:cNvPr>
          <p:cNvCxnSpPr>
            <a:cxnSpLocks/>
          </p:cNvCxnSpPr>
          <p:nvPr/>
        </p:nvCxnSpPr>
        <p:spPr>
          <a:xfrm flipH="1">
            <a:off x="6983195" y="607259"/>
            <a:ext cx="78476" cy="39320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descr="栈底">
            <a:extLst>
              <a:ext uri="{FF2B5EF4-FFF2-40B4-BE49-F238E27FC236}">
                <a16:creationId xmlns:a16="http://schemas.microsoft.com/office/drawing/2014/main" id="{C3899AB3-216B-0FEF-7457-3A28DC0EEB13}"/>
              </a:ext>
            </a:extLst>
          </p:cNvPr>
          <p:cNvCxnSpPr>
            <a:cxnSpLocks/>
          </p:cNvCxnSpPr>
          <p:nvPr/>
        </p:nvCxnSpPr>
        <p:spPr>
          <a:xfrm>
            <a:off x="7818493" y="607259"/>
            <a:ext cx="680061" cy="39320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2AEB8A0D-7CED-D91F-9AB9-888B643637FD}"/>
              </a:ext>
            </a:extLst>
          </p:cNvPr>
          <p:cNvSpPr txBox="1"/>
          <p:nvPr/>
        </p:nvSpPr>
        <p:spPr>
          <a:xfrm>
            <a:off x="6560995" y="294861"/>
            <a:ext cx="1338828" cy="369332"/>
          </a:xfrm>
          <a:prstGeom prst="rect">
            <a:avLst/>
          </a:prstGeom>
          <a:noFill/>
        </p:spPr>
        <p:txBody>
          <a:bodyPr wrap="none" rtlCol="0">
            <a:spAutoFit/>
          </a:bodyPr>
          <a:lstStyle/>
          <a:p>
            <a:r>
              <a:rPr lang="zh-CN" altLang="en-US" dirty="0">
                <a:solidFill>
                  <a:srgbClr val="0000FF"/>
                </a:solidFill>
              </a:rPr>
              <a:t>空闲块个数</a:t>
            </a:r>
          </a:p>
        </p:txBody>
      </p:sp>
    </p:spTree>
    <p:custDataLst>
      <p:tags r:id="rId1"/>
    </p:custDataLst>
  </p:cSld>
  <p:clrMapOvr>
    <a:masterClrMapping/>
  </p:clrMapOvr>
  <p:transition>
    <p:random/>
  </p:transition>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9</a:t>
            </a:r>
            <a:r>
              <a:rPr lang="en-US" altLang="zh-CN" dirty="0">
                <a:sym typeface="+mn-ea"/>
              </a:rPr>
              <a:t>.3.2  </a:t>
            </a:r>
            <a:r>
              <a:rPr lang="zh-CN" altLang="en-US" dirty="0"/>
              <a:t>磁盘</a:t>
            </a:r>
            <a:r>
              <a:rPr lang="zh-CN" altLang="en-US" dirty="0">
                <a:sym typeface="+mn-ea"/>
              </a:rPr>
              <a:t>空间管理</a:t>
            </a:r>
            <a:endParaRPr lang="zh-CN" altLang="en-US" dirty="0"/>
          </a:p>
        </p:txBody>
      </p:sp>
      <p:sp>
        <p:nvSpPr>
          <p:cNvPr id="3" name="内容占位符 2"/>
          <p:cNvSpPr>
            <a:spLocks noGrp="1"/>
          </p:cNvSpPr>
          <p:nvPr>
            <p:ph idx="1"/>
          </p:nvPr>
        </p:nvSpPr>
        <p:spPr>
          <a:xfrm>
            <a:off x="720871" y="960168"/>
            <a:ext cx="10968990" cy="5330463"/>
          </a:xfrm>
        </p:spPr>
        <p:txBody>
          <a:bodyPr>
            <a:normAutofit fontScale="97500"/>
          </a:bodyPr>
          <a:lstStyle/>
          <a:p>
            <a:pPr marL="0" indent="0">
              <a:lnSpc>
                <a:spcPct val="120000"/>
              </a:lnSpc>
              <a:spcAft>
                <a:spcPts val="600"/>
              </a:spcAft>
              <a:buNone/>
            </a:pPr>
            <a:r>
              <a:rPr lang="en-US" altLang="zh-CN" sz="2200" dirty="0"/>
              <a:t>(2) </a:t>
            </a:r>
            <a:r>
              <a:rPr lang="zh-CN" altLang="zh-CN" sz="2200" dirty="0"/>
              <a:t>空闲盘块的组织</a:t>
            </a:r>
          </a:p>
          <a:p>
            <a:pPr marL="0" indent="0">
              <a:lnSpc>
                <a:spcPct val="120000"/>
              </a:lnSpc>
              <a:spcAft>
                <a:spcPts val="600"/>
              </a:spcAft>
              <a:buNone/>
            </a:pPr>
            <a:r>
              <a:rPr lang="en-US" altLang="zh-CN" sz="2200" dirty="0"/>
              <a:t>① </a:t>
            </a:r>
            <a:r>
              <a:rPr lang="zh-CN" altLang="zh-CN" sz="2200" dirty="0"/>
              <a:t>磁盘文件区中的所有空闲盘块从后向前，每</a:t>
            </a:r>
            <a:r>
              <a:rPr lang="en-US" altLang="zh-CN" sz="2200" dirty="0"/>
              <a:t>100</a:t>
            </a:r>
            <a:r>
              <a:rPr lang="zh-CN" altLang="zh-CN" sz="2200" dirty="0"/>
              <a:t>个盘块分为一组（最后一组是</a:t>
            </a:r>
            <a:r>
              <a:rPr lang="en-US" altLang="zh-CN" sz="2200" dirty="0"/>
              <a:t>99</a:t>
            </a:r>
            <a:r>
              <a:rPr lang="zh-CN" altLang="zh-CN" sz="2200" dirty="0"/>
              <a:t>个盘块）。当然，最前面的一组可能不足</a:t>
            </a:r>
            <a:r>
              <a:rPr lang="en-US" altLang="zh-CN" sz="2200" dirty="0"/>
              <a:t>100</a:t>
            </a:r>
            <a:r>
              <a:rPr lang="zh-CN" altLang="zh-CN" sz="2200" dirty="0"/>
              <a:t>块，这一组的盘块号和盘块数就放在空闲盘块号栈中，作为当前可用的空闲盘块号。假定</a:t>
            </a:r>
            <a:r>
              <a:rPr lang="en-US" altLang="zh-CN" sz="2200" dirty="0"/>
              <a:t>299-599</a:t>
            </a:r>
            <a:r>
              <a:rPr lang="zh-CN" altLang="zh-CN" sz="2200" dirty="0"/>
              <a:t>号盘块用于存放文件。这样，第一组的盘块号为</a:t>
            </a:r>
            <a:r>
              <a:rPr lang="en-US" altLang="zh-CN" sz="2200" dirty="0"/>
              <a:t>299-300</a:t>
            </a:r>
            <a:r>
              <a:rPr lang="zh-CN" altLang="zh-CN" sz="2200" dirty="0"/>
              <a:t>；第二组的盘块号为</a:t>
            </a:r>
            <a:r>
              <a:rPr lang="en-US" altLang="zh-CN" sz="2200" dirty="0"/>
              <a:t>301-400</a:t>
            </a:r>
            <a:r>
              <a:rPr lang="zh-CN" altLang="zh-CN" sz="2200" dirty="0"/>
              <a:t>；第三组的盘块号为</a:t>
            </a:r>
            <a:r>
              <a:rPr lang="en-US" altLang="zh-CN" sz="2200" dirty="0"/>
              <a:t>401-500</a:t>
            </a:r>
            <a:r>
              <a:rPr lang="zh-CN" altLang="zh-CN" sz="2200" dirty="0"/>
              <a:t>；最后一组的盘块号为</a:t>
            </a:r>
            <a:r>
              <a:rPr lang="en-US" altLang="zh-CN" sz="2200" dirty="0"/>
              <a:t>501-599</a:t>
            </a:r>
            <a:r>
              <a:rPr lang="zh-CN" altLang="zh-CN" sz="2200" dirty="0"/>
              <a:t>。如图</a:t>
            </a:r>
            <a:r>
              <a:rPr lang="en-US" altLang="zh-CN" sz="2200" dirty="0"/>
              <a:t>9-10</a:t>
            </a:r>
            <a:r>
              <a:rPr lang="zh-CN" altLang="zh-CN" sz="2200" dirty="0"/>
              <a:t>所示，第一组只有两个盘块，所以</a:t>
            </a:r>
            <a:r>
              <a:rPr lang="en-US" altLang="zh-CN" sz="2200" dirty="0" err="1"/>
              <a:t>s.nfree</a:t>
            </a:r>
            <a:r>
              <a:rPr lang="en-US" altLang="zh-CN" sz="2200" dirty="0"/>
              <a:t>=2</a:t>
            </a:r>
            <a:r>
              <a:rPr lang="zh-CN" altLang="zh-CN" sz="2200" dirty="0"/>
              <a:t>，</a:t>
            </a:r>
            <a:r>
              <a:rPr lang="en-US" altLang="zh-CN" sz="2200" dirty="0" err="1"/>
              <a:t>s_free</a:t>
            </a:r>
            <a:r>
              <a:rPr lang="en-US" altLang="zh-CN" sz="2200" dirty="0"/>
              <a:t>[100]</a:t>
            </a:r>
            <a:r>
              <a:rPr lang="zh-CN" altLang="zh-CN" sz="2200" dirty="0"/>
              <a:t>中只用了</a:t>
            </a:r>
            <a:r>
              <a:rPr lang="en-US" altLang="zh-CN" sz="2200" dirty="0"/>
              <a:t>0~1</a:t>
            </a:r>
            <a:r>
              <a:rPr lang="zh-CN" altLang="zh-CN" sz="2200" dirty="0"/>
              <a:t>两项。</a:t>
            </a:r>
            <a:endParaRPr lang="en-US" altLang="zh-CN" sz="2200" dirty="0"/>
          </a:p>
          <a:p>
            <a:pPr marL="0" indent="0">
              <a:lnSpc>
                <a:spcPct val="120000"/>
              </a:lnSpc>
              <a:spcAft>
                <a:spcPts val="600"/>
              </a:spcAft>
              <a:buNone/>
            </a:pPr>
            <a:r>
              <a:rPr lang="en-US" altLang="zh-CN" sz="2300" dirty="0"/>
              <a:t>② </a:t>
            </a:r>
            <a:r>
              <a:rPr lang="zh-CN" altLang="zh-CN" sz="2300" dirty="0"/>
              <a:t>将每一组含有的盘块总数和该组所有的盘块号记入其前一组的最后一个盘块的</a:t>
            </a:r>
            <a:r>
              <a:rPr lang="en-US" altLang="zh-CN" sz="2300" dirty="0" err="1"/>
              <a:t>S_free</a:t>
            </a:r>
            <a:r>
              <a:rPr lang="en-US" altLang="zh-CN" sz="2300" dirty="0"/>
              <a:t>[0]</a:t>
            </a:r>
            <a:r>
              <a:rPr lang="zh-CN" altLang="zh-CN" sz="2300" dirty="0"/>
              <a:t>～</a:t>
            </a:r>
            <a:r>
              <a:rPr lang="en-US" altLang="zh-CN" sz="2300" dirty="0" err="1"/>
              <a:t>S_free</a:t>
            </a:r>
            <a:r>
              <a:rPr lang="en-US" altLang="zh-CN" sz="2300" dirty="0"/>
              <a:t>[99]</a:t>
            </a:r>
            <a:r>
              <a:rPr lang="zh-CN" altLang="zh-CN" sz="2300" dirty="0"/>
              <a:t>中，其位置和格式与空闲盘块号栈里的相同。这样，由各组的最后一个盘块可以链成一条链。</a:t>
            </a:r>
            <a:r>
              <a:rPr lang="en-US" altLang="zh-CN" sz="2300" dirty="0"/>
              <a:t> </a:t>
            </a:r>
            <a:endParaRPr lang="zh-CN" altLang="zh-CN" sz="2300" dirty="0"/>
          </a:p>
          <a:p>
            <a:pPr marL="0" indent="0">
              <a:lnSpc>
                <a:spcPct val="120000"/>
              </a:lnSpc>
              <a:spcAft>
                <a:spcPts val="600"/>
              </a:spcAft>
              <a:buNone/>
            </a:pPr>
            <a:r>
              <a:rPr lang="en-US" altLang="zh-CN" sz="2300" dirty="0"/>
              <a:t>③ </a:t>
            </a:r>
            <a:r>
              <a:rPr lang="zh-CN" altLang="zh-CN" sz="2300" dirty="0"/>
              <a:t>最末一组只有</a:t>
            </a:r>
            <a:r>
              <a:rPr lang="en-US" altLang="zh-CN" sz="2300" dirty="0"/>
              <a:t>99</a:t>
            </a:r>
            <a:r>
              <a:rPr lang="zh-CN" altLang="zh-CN" sz="2300" dirty="0"/>
              <a:t>个盘块，这些盘块号分别记入其前一组最后一个盘块的</a:t>
            </a:r>
            <a:r>
              <a:rPr lang="en-US" altLang="zh-CN" sz="2300" dirty="0" err="1"/>
              <a:t>S_free</a:t>
            </a:r>
            <a:r>
              <a:rPr lang="en-US" altLang="zh-CN" sz="2300" dirty="0"/>
              <a:t>[1]</a:t>
            </a:r>
            <a:r>
              <a:rPr lang="zh-CN" altLang="zh-CN" sz="2300" dirty="0"/>
              <a:t>～</a:t>
            </a:r>
            <a:r>
              <a:rPr lang="en-US" altLang="zh-CN" sz="2300" dirty="0" err="1"/>
              <a:t>S_free</a:t>
            </a:r>
            <a:r>
              <a:rPr lang="en-US" altLang="zh-CN" sz="2300" dirty="0"/>
              <a:t>[99]</a:t>
            </a:r>
            <a:r>
              <a:rPr lang="zh-CN" altLang="zh-CN" sz="2300" dirty="0"/>
              <a:t>中，而在</a:t>
            </a:r>
            <a:r>
              <a:rPr lang="en-US" altLang="zh-CN" sz="2300" dirty="0" err="1"/>
              <a:t>S_free</a:t>
            </a:r>
            <a:r>
              <a:rPr lang="en-US" altLang="zh-CN" sz="2300" dirty="0"/>
              <a:t>[0]</a:t>
            </a:r>
            <a:r>
              <a:rPr lang="zh-CN" altLang="zh-CN" sz="2300" dirty="0"/>
              <a:t>中存放</a:t>
            </a:r>
            <a:r>
              <a:rPr lang="en-US" altLang="zh-CN" sz="2300" dirty="0"/>
              <a:t>“0”</a:t>
            </a:r>
            <a:r>
              <a:rPr lang="zh-CN" altLang="zh-CN" sz="2300" dirty="0"/>
              <a:t>，作为空闲盘块链的结束标志。</a:t>
            </a:r>
          </a:p>
          <a:p>
            <a:pPr marL="0" indent="0">
              <a:buNone/>
            </a:pPr>
            <a:endParaRPr lang="zh-CN" altLang="zh-CN" sz="2200" dirty="0"/>
          </a:p>
          <a:p>
            <a:pPr marL="0" indent="0">
              <a:buNone/>
            </a:pPr>
            <a:endParaRPr lang="zh-CN" altLang="zh-CN" sz="2200" dirty="0"/>
          </a:p>
        </p:txBody>
      </p:sp>
    </p:spTree>
    <p:custDataLst>
      <p:tags r:id="rId1"/>
    </p:custData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9</a:t>
            </a:r>
            <a:r>
              <a:rPr lang="en-US" altLang="zh-CN" dirty="0">
                <a:sym typeface="+mn-ea"/>
              </a:rPr>
              <a:t>.3.2  </a:t>
            </a:r>
            <a:r>
              <a:rPr lang="zh-CN" altLang="en-US" dirty="0"/>
              <a:t>磁盘</a:t>
            </a:r>
            <a:r>
              <a:rPr lang="zh-CN" altLang="en-US" dirty="0">
                <a:sym typeface="+mn-ea"/>
              </a:rPr>
              <a:t>空间管理</a:t>
            </a:r>
            <a:endParaRPr lang="zh-CN" altLang="en-US" dirty="0"/>
          </a:p>
        </p:txBody>
      </p:sp>
      <p:sp>
        <p:nvSpPr>
          <p:cNvPr id="3" name="内容占位符 2"/>
          <p:cNvSpPr>
            <a:spLocks noGrp="1"/>
          </p:cNvSpPr>
          <p:nvPr>
            <p:ph idx="1"/>
          </p:nvPr>
        </p:nvSpPr>
        <p:spPr>
          <a:xfrm>
            <a:off x="297455" y="890893"/>
            <a:ext cx="11600762" cy="5487873"/>
          </a:xfrm>
        </p:spPr>
        <p:txBody>
          <a:bodyPr>
            <a:normAutofit fontScale="90000"/>
          </a:bodyPr>
          <a:lstStyle/>
          <a:p>
            <a:pPr marL="0" indent="0">
              <a:buNone/>
            </a:pPr>
            <a:r>
              <a:rPr lang="en-US" altLang="zh-CN" sz="2000" dirty="0"/>
              <a:t>(3) </a:t>
            </a:r>
            <a:r>
              <a:rPr lang="zh-CN" altLang="zh-CN" sz="2000" dirty="0"/>
              <a:t>空闲盘块的分配与回收</a:t>
            </a:r>
          </a:p>
          <a:p>
            <a:pPr marL="0" indent="0">
              <a:buNone/>
            </a:pPr>
            <a:r>
              <a:rPr lang="en-US" altLang="zh-CN" sz="2000" dirty="0"/>
              <a:t>      </a:t>
            </a:r>
            <a:r>
              <a:rPr lang="zh-CN" altLang="zh-CN" sz="2000" dirty="0"/>
              <a:t>当系统要为用户分配文件所需的盘块时，须调用</a:t>
            </a:r>
            <a:r>
              <a:rPr lang="zh-CN" altLang="zh-CN" sz="2000" b="1" dirty="0"/>
              <a:t>盘块分配过程</a:t>
            </a:r>
            <a:r>
              <a:rPr lang="zh-CN" altLang="zh-CN" sz="2000" dirty="0"/>
              <a:t>来完成。具体过程如下：</a:t>
            </a:r>
          </a:p>
          <a:p>
            <a:pPr marL="0" indent="0">
              <a:buNone/>
            </a:pPr>
            <a:r>
              <a:rPr lang="en-US" altLang="zh-CN" sz="2000" dirty="0"/>
              <a:t>①</a:t>
            </a:r>
            <a:r>
              <a:rPr lang="zh-CN" altLang="zh-CN" sz="2000" dirty="0"/>
              <a:t>检查空闲盘块号栈是否上锁，若已上锁，则进程等待；如未上锁，且栈顶指针</a:t>
            </a:r>
            <a:r>
              <a:rPr lang="en-US" altLang="zh-CN" sz="2000" dirty="0"/>
              <a:t>&gt;0</a:t>
            </a:r>
            <a:r>
              <a:rPr lang="zh-CN" altLang="zh-CN" sz="2000" dirty="0"/>
              <a:t>，则系统直接弹出栈顶，把栈顶盘块号对应的盘块分配给用户。若栈顶指针</a:t>
            </a:r>
            <a:r>
              <a:rPr lang="en-US" altLang="zh-CN" sz="2000" dirty="0"/>
              <a:t>=0</a:t>
            </a:r>
            <a:r>
              <a:rPr lang="zh-CN" altLang="zh-CN" sz="2000" dirty="0"/>
              <a:t>，说明它是当前栈中最后一个盘块号。由于在该盘块号对应的盘块中记录有下一组可用的盘块号，因此，需启动磁盘，将栈底盘块号对应盘块的内容读入空闲盘块栈中，作为新的栈内容，这时可以把原栈底对应的盘块分配出去。</a:t>
            </a:r>
            <a:r>
              <a:rPr lang="en-US" altLang="zh-CN" sz="2000" dirty="0"/>
              <a:t> </a:t>
            </a:r>
            <a:endParaRPr lang="zh-CN" altLang="zh-CN" sz="2000" dirty="0"/>
          </a:p>
          <a:p>
            <a:pPr marL="0" indent="0">
              <a:buNone/>
            </a:pPr>
            <a:r>
              <a:rPr lang="en-US" altLang="zh-CN" sz="2000" dirty="0"/>
              <a:t>②</a:t>
            </a:r>
            <a:r>
              <a:rPr lang="zh-CN" altLang="zh-CN" sz="2000" dirty="0"/>
              <a:t>分配一相应的缓冲区作为该盘块的缓冲区。</a:t>
            </a:r>
          </a:p>
          <a:p>
            <a:pPr marL="0" indent="0">
              <a:buNone/>
            </a:pPr>
            <a:r>
              <a:rPr lang="en-US" altLang="zh-CN" sz="2000" dirty="0"/>
              <a:t>③</a:t>
            </a:r>
            <a:r>
              <a:rPr lang="zh-CN" altLang="zh-CN" sz="2000" dirty="0"/>
              <a:t>把栈中的空闲盘块数即</a:t>
            </a:r>
            <a:r>
              <a:rPr lang="en-US" altLang="zh-CN" sz="2000" dirty="0" err="1"/>
              <a:t>s.nfree</a:t>
            </a:r>
            <a:r>
              <a:rPr lang="zh-CN" altLang="zh-CN" sz="2000" dirty="0"/>
              <a:t>减</a:t>
            </a:r>
            <a:r>
              <a:rPr lang="en-US" altLang="zh-CN" sz="2000" dirty="0"/>
              <a:t>1</a:t>
            </a:r>
            <a:r>
              <a:rPr lang="zh-CN" altLang="zh-CN" sz="2000" dirty="0"/>
              <a:t>并返回。</a:t>
            </a:r>
          </a:p>
          <a:p>
            <a:pPr marL="0" indent="0">
              <a:buNone/>
            </a:pPr>
            <a:r>
              <a:rPr lang="en-US" altLang="zh-CN" sz="2000" dirty="0"/>
              <a:t>      </a:t>
            </a:r>
            <a:r>
              <a:rPr lang="zh-CN" altLang="zh-CN" sz="2000" dirty="0"/>
              <a:t>在系统回收空闲盘块时，须调用</a:t>
            </a:r>
            <a:r>
              <a:rPr lang="zh-CN" altLang="zh-CN" sz="2000" b="1" dirty="0"/>
              <a:t>盘块回收过程</a:t>
            </a:r>
            <a:r>
              <a:rPr lang="zh-CN" altLang="zh-CN" sz="2000" dirty="0"/>
              <a:t>进行回收。将回收盘块的盘块号记入空闲盘块号栈的顶部，这相当于压栈。例如，若</a:t>
            </a:r>
            <a:r>
              <a:rPr lang="en-US" altLang="zh-CN" sz="2000" dirty="0" err="1"/>
              <a:t>s.nfree</a:t>
            </a:r>
            <a:r>
              <a:rPr lang="zh-CN" altLang="zh-CN" sz="2000" dirty="0"/>
              <a:t>原来的值为</a:t>
            </a:r>
            <a:r>
              <a:rPr lang="en-US" altLang="zh-CN" sz="2000" dirty="0"/>
              <a:t>2</a:t>
            </a:r>
            <a:r>
              <a:rPr lang="zh-CN" altLang="zh-CN" sz="2000" dirty="0"/>
              <a:t>，则被回收盘块的块号填入</a:t>
            </a:r>
            <a:r>
              <a:rPr lang="en-US" altLang="zh-CN" sz="2000" dirty="0" err="1"/>
              <a:t>s_free</a:t>
            </a:r>
            <a:r>
              <a:rPr lang="en-US" altLang="zh-CN" sz="2000" dirty="0"/>
              <a:t>[2]</a:t>
            </a:r>
            <a:r>
              <a:rPr lang="zh-CN" altLang="zh-CN" sz="2000" dirty="0"/>
              <a:t>中，然后</a:t>
            </a:r>
            <a:r>
              <a:rPr lang="en-US" altLang="zh-CN" sz="2000" dirty="0" err="1"/>
              <a:t>s.nfree</a:t>
            </a:r>
            <a:r>
              <a:rPr lang="zh-CN" altLang="zh-CN" sz="2000" dirty="0"/>
              <a:t>加</a:t>
            </a:r>
            <a:r>
              <a:rPr lang="en-US" altLang="zh-CN" sz="2000" dirty="0"/>
              <a:t>1</a:t>
            </a:r>
            <a:r>
              <a:rPr lang="zh-CN" altLang="zh-CN" sz="2000" dirty="0"/>
              <a:t>变成</a:t>
            </a:r>
            <a:r>
              <a:rPr lang="en-US" altLang="zh-CN" sz="2000" dirty="0"/>
              <a:t>3</a:t>
            </a:r>
            <a:r>
              <a:rPr lang="zh-CN" altLang="zh-CN" sz="2000" dirty="0"/>
              <a:t>。但是，当栈中空闲盘块号数目已达</a:t>
            </a:r>
            <a:r>
              <a:rPr lang="en-US" altLang="zh-CN" sz="2000" dirty="0"/>
              <a:t>100</a:t>
            </a:r>
            <a:r>
              <a:rPr lang="zh-CN" altLang="zh-CN" sz="2000" dirty="0"/>
              <a:t>时，表示栈已满，这时要将现有栈中的</a:t>
            </a:r>
            <a:r>
              <a:rPr lang="en-US" altLang="zh-CN" sz="2000" dirty="0"/>
              <a:t>100</a:t>
            </a:r>
            <a:r>
              <a:rPr lang="zh-CN" altLang="zh-CN" sz="2000" dirty="0"/>
              <a:t>个盘块号，记入接下来新回收的盘块中，再将其盘块号作为新的栈底填入</a:t>
            </a:r>
            <a:r>
              <a:rPr lang="en-US" altLang="zh-CN" sz="2000" dirty="0" err="1"/>
              <a:t>s_free</a:t>
            </a:r>
            <a:r>
              <a:rPr lang="en-US" altLang="zh-CN" sz="2000" dirty="0"/>
              <a:t>[0]</a:t>
            </a:r>
            <a:r>
              <a:rPr lang="zh-CN" altLang="zh-CN" sz="2000" dirty="0"/>
              <a:t>，</a:t>
            </a:r>
            <a:r>
              <a:rPr lang="en-US" altLang="zh-CN" sz="2000" dirty="0" err="1"/>
              <a:t>s.nfree</a:t>
            </a:r>
            <a:r>
              <a:rPr lang="zh-CN" altLang="zh-CN" sz="2000" dirty="0"/>
              <a:t>置为</a:t>
            </a:r>
            <a:r>
              <a:rPr lang="en-US" altLang="zh-CN" sz="2000" dirty="0"/>
              <a:t>1</a:t>
            </a:r>
            <a:r>
              <a:rPr lang="zh-CN" altLang="zh-CN" sz="2000" dirty="0"/>
              <a:t>。</a:t>
            </a:r>
            <a:r>
              <a:rPr lang="en-US" altLang="zh-CN" sz="2000" dirty="0"/>
              <a:t> </a:t>
            </a:r>
            <a:endParaRPr lang="zh-CN" altLang="zh-CN" sz="2000" dirty="0"/>
          </a:p>
          <a:p>
            <a:pPr marL="0" indent="0">
              <a:buNone/>
            </a:pPr>
            <a:endParaRPr lang="zh-CN" altLang="zh-CN" sz="1800" dirty="0"/>
          </a:p>
          <a:p>
            <a:pPr marL="0" indent="0">
              <a:buNone/>
            </a:pPr>
            <a:endParaRPr lang="zh-CN" altLang="zh-CN" sz="1800" dirty="0"/>
          </a:p>
        </p:txBody>
      </p:sp>
    </p:spTree>
    <p:custDataLst>
      <p:tags r:id="rId1"/>
    </p:custData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9E3334-870D-2754-1B6E-B534B41E5CD5}"/>
              </a:ext>
            </a:extLst>
          </p:cNvPr>
          <p:cNvSpPr>
            <a:spLocks noGrp="1"/>
          </p:cNvSpPr>
          <p:nvPr>
            <p:ph type="title"/>
          </p:nvPr>
        </p:nvSpPr>
        <p:spPr>
          <a:xfrm>
            <a:off x="1076395" y="114370"/>
            <a:ext cx="5607434" cy="705600"/>
          </a:xfrm>
        </p:spPr>
        <p:txBody>
          <a:bodyPr/>
          <a:lstStyle/>
          <a:p>
            <a:r>
              <a:rPr lang="zh-CN" altLang="en-US" dirty="0"/>
              <a:t>练习</a:t>
            </a:r>
          </a:p>
        </p:txBody>
      </p:sp>
      <p:sp>
        <p:nvSpPr>
          <p:cNvPr id="3" name="内容占位符 2">
            <a:extLst>
              <a:ext uri="{FF2B5EF4-FFF2-40B4-BE49-F238E27FC236}">
                <a16:creationId xmlns:a16="http://schemas.microsoft.com/office/drawing/2014/main" id="{F969F343-2129-C1F7-A130-E1A9F6AA1D29}"/>
              </a:ext>
            </a:extLst>
          </p:cNvPr>
          <p:cNvSpPr>
            <a:spLocks noGrp="1"/>
          </p:cNvSpPr>
          <p:nvPr>
            <p:ph idx="1"/>
          </p:nvPr>
        </p:nvSpPr>
        <p:spPr>
          <a:xfrm>
            <a:off x="608329" y="1227455"/>
            <a:ext cx="11333299" cy="5022215"/>
          </a:xfrm>
        </p:spPr>
        <p:txBody>
          <a:bodyPr>
            <a:normAutofit lnSpcReduction="10000"/>
          </a:bodyPr>
          <a:lstStyle/>
          <a:p>
            <a:pPr marL="0" indent="0">
              <a:buNone/>
            </a:pPr>
            <a:r>
              <a:rPr lang="en-US" altLang="zh-CN" dirty="0"/>
              <a:t>1</a:t>
            </a:r>
            <a:r>
              <a:rPr lang="zh-CN" altLang="en-US" dirty="0"/>
              <a:t>．文件系统的按名存取主要是通过</a:t>
            </a:r>
            <a:r>
              <a:rPr lang="en-US" altLang="zh-CN" dirty="0"/>
              <a:t>(   )</a:t>
            </a:r>
            <a:r>
              <a:rPr lang="zh-CN" altLang="en-US" dirty="0"/>
              <a:t>实现的。</a:t>
            </a:r>
            <a:endParaRPr lang="en-US" altLang="zh-CN" dirty="0"/>
          </a:p>
          <a:p>
            <a:pPr marL="0" indent="0">
              <a:buNone/>
            </a:pPr>
            <a:r>
              <a:rPr lang="zh-CN" altLang="en-US" dirty="0"/>
              <a:t> </a:t>
            </a:r>
            <a:r>
              <a:rPr lang="en-US" altLang="zh-CN" dirty="0"/>
              <a:t>A</a:t>
            </a:r>
            <a:r>
              <a:rPr lang="zh-CN" altLang="en-US" dirty="0"/>
              <a:t>．存储空间管理   </a:t>
            </a:r>
            <a:r>
              <a:rPr lang="en-US" altLang="zh-CN" dirty="0"/>
              <a:t>B</a:t>
            </a:r>
            <a:r>
              <a:rPr lang="zh-CN" altLang="en-US" dirty="0"/>
              <a:t>．目录管理   </a:t>
            </a:r>
            <a:r>
              <a:rPr lang="en-US" altLang="zh-CN" dirty="0"/>
              <a:t>C</a:t>
            </a:r>
            <a:r>
              <a:rPr lang="zh-CN" altLang="en-US" dirty="0"/>
              <a:t>．文件安全性管理   </a:t>
            </a:r>
            <a:r>
              <a:rPr lang="en-US" altLang="zh-CN" dirty="0"/>
              <a:t>D</a:t>
            </a:r>
            <a:r>
              <a:rPr lang="zh-CN" altLang="en-US" dirty="0"/>
              <a:t>．文件读写管理</a:t>
            </a:r>
          </a:p>
          <a:p>
            <a:pPr marL="0" indent="0">
              <a:buNone/>
            </a:pPr>
            <a:r>
              <a:rPr lang="en-US" altLang="zh-CN" dirty="0"/>
              <a:t>2</a:t>
            </a:r>
            <a:r>
              <a:rPr lang="zh-CN" altLang="en-US" dirty="0"/>
              <a:t>．下列文件中，</a:t>
            </a:r>
            <a:r>
              <a:rPr lang="en-US" altLang="zh-CN" dirty="0"/>
              <a:t>(   )</a:t>
            </a:r>
            <a:r>
              <a:rPr lang="zh-CN" altLang="en-US" dirty="0"/>
              <a:t>的物理结构不便于文件的扩充。</a:t>
            </a:r>
            <a:endParaRPr lang="en-US" altLang="zh-CN" dirty="0"/>
          </a:p>
          <a:p>
            <a:pPr marL="0" indent="0">
              <a:buNone/>
            </a:pPr>
            <a:r>
              <a:rPr lang="en-US" altLang="zh-CN" dirty="0"/>
              <a:t>A</a:t>
            </a:r>
            <a:r>
              <a:rPr lang="zh-CN" altLang="en-US" dirty="0"/>
              <a:t>．顺序文件 </a:t>
            </a:r>
            <a:r>
              <a:rPr lang="en-US" altLang="zh-CN" dirty="0"/>
              <a:t>B</a:t>
            </a:r>
            <a:r>
              <a:rPr lang="zh-CN" altLang="en-US" dirty="0"/>
              <a:t>．链接文件 </a:t>
            </a:r>
            <a:r>
              <a:rPr lang="en-US" altLang="zh-CN" dirty="0"/>
              <a:t>C</a:t>
            </a:r>
            <a:r>
              <a:rPr lang="zh-CN" altLang="en-US" dirty="0"/>
              <a:t>．索引文件 </a:t>
            </a:r>
            <a:r>
              <a:rPr lang="en-US" altLang="zh-CN" dirty="0"/>
              <a:t>D</a:t>
            </a:r>
            <a:r>
              <a:rPr lang="zh-CN" altLang="en-US" dirty="0"/>
              <a:t>．多级索引文件</a:t>
            </a:r>
          </a:p>
          <a:p>
            <a:pPr marL="0" indent="0">
              <a:buNone/>
            </a:pPr>
            <a:r>
              <a:rPr lang="en-US" altLang="zh-CN" dirty="0"/>
              <a:t>3</a:t>
            </a:r>
            <a:r>
              <a:rPr lang="zh-CN" altLang="en-US" dirty="0"/>
              <a:t>．</a:t>
            </a:r>
            <a:r>
              <a:rPr lang="en-US" altLang="zh-CN" dirty="0"/>
              <a:t>(   )</a:t>
            </a:r>
            <a:r>
              <a:rPr lang="zh-CN" altLang="en-US" dirty="0"/>
              <a:t>的物理结构对文件随机存取时必须按指针进行，效率较低。   </a:t>
            </a:r>
            <a:endParaRPr lang="en-US" altLang="zh-CN" dirty="0"/>
          </a:p>
          <a:p>
            <a:pPr marL="0" indent="0">
              <a:buNone/>
            </a:pPr>
            <a:r>
              <a:rPr lang="en-US" altLang="zh-CN" dirty="0"/>
              <a:t>A</a:t>
            </a:r>
            <a:r>
              <a:rPr lang="zh-CN" altLang="en-US" dirty="0"/>
              <a:t>．连续文件   </a:t>
            </a:r>
            <a:r>
              <a:rPr lang="en-US" altLang="zh-CN" dirty="0"/>
              <a:t>B</a:t>
            </a:r>
            <a:r>
              <a:rPr lang="zh-CN" altLang="en-US" dirty="0"/>
              <a:t>．链接文件   </a:t>
            </a:r>
            <a:r>
              <a:rPr lang="en-US" altLang="zh-CN" dirty="0"/>
              <a:t>C</a:t>
            </a:r>
            <a:r>
              <a:rPr lang="zh-CN" altLang="en-US" dirty="0"/>
              <a:t>．索引文件   </a:t>
            </a:r>
            <a:r>
              <a:rPr lang="en-US" altLang="zh-CN" dirty="0"/>
              <a:t>D</a:t>
            </a:r>
            <a:r>
              <a:rPr lang="zh-CN" altLang="en-US" dirty="0"/>
              <a:t>．多级索引文件</a:t>
            </a:r>
          </a:p>
          <a:p>
            <a:pPr marL="0" indent="0">
              <a:buNone/>
            </a:pPr>
            <a:r>
              <a:rPr lang="en-US" altLang="zh-CN" dirty="0"/>
              <a:t>4</a:t>
            </a:r>
            <a:r>
              <a:rPr lang="zh-CN" altLang="en-US" dirty="0"/>
              <a:t>．索引结构为每个文件建立一张索引表，用来存放</a:t>
            </a:r>
            <a:r>
              <a:rPr lang="en-US" altLang="zh-CN" dirty="0"/>
              <a:t>( )</a:t>
            </a:r>
            <a:r>
              <a:rPr lang="zh-CN" altLang="en-US" dirty="0"/>
              <a:t>。 </a:t>
            </a:r>
            <a:endParaRPr lang="en-US" altLang="zh-CN" dirty="0"/>
          </a:p>
          <a:p>
            <a:pPr marL="0" indent="0">
              <a:buNone/>
            </a:pPr>
            <a:r>
              <a:rPr lang="en-US" altLang="zh-CN" dirty="0"/>
              <a:t>A</a:t>
            </a:r>
            <a:r>
              <a:rPr lang="zh-CN" altLang="en-US" dirty="0"/>
              <a:t>．逻辑记录的地址 </a:t>
            </a:r>
            <a:r>
              <a:rPr lang="en-US" altLang="zh-CN" dirty="0"/>
              <a:t>B</a:t>
            </a:r>
            <a:r>
              <a:rPr lang="zh-CN" altLang="en-US" dirty="0"/>
              <a:t>．部分数据信息 </a:t>
            </a:r>
            <a:r>
              <a:rPr lang="en-US" altLang="zh-CN" dirty="0"/>
              <a:t>C</a:t>
            </a:r>
            <a:r>
              <a:rPr lang="zh-CN" altLang="en-US" dirty="0"/>
              <a:t>．主键内容 </a:t>
            </a:r>
            <a:endParaRPr lang="en-US" altLang="zh-CN" dirty="0"/>
          </a:p>
          <a:p>
            <a:pPr marL="0" indent="0">
              <a:buNone/>
            </a:pPr>
            <a:r>
              <a:rPr lang="en-US" altLang="zh-CN" dirty="0"/>
              <a:t>D</a:t>
            </a:r>
            <a:r>
              <a:rPr lang="zh-CN" altLang="en-US" dirty="0"/>
              <a:t>．逻辑记录存放位置的指针</a:t>
            </a:r>
          </a:p>
        </p:txBody>
      </p:sp>
    </p:spTree>
    <p:extLst>
      <p:ext uri="{BB962C8B-B14F-4D97-AF65-F5344CB8AC3E}">
        <p14:creationId xmlns:p14="http://schemas.microsoft.com/office/powerpoint/2010/main" val="680568966"/>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76325" y="114300"/>
            <a:ext cx="9387205" cy="705485"/>
          </a:xfrm>
        </p:spPr>
        <p:txBody>
          <a:bodyPr/>
          <a:lstStyle/>
          <a:p>
            <a:pPr algn="ctr"/>
            <a:r>
              <a:rPr lang="en-US" altLang="zh-CN" dirty="0"/>
              <a:t>9.4  </a:t>
            </a:r>
            <a:r>
              <a:rPr lang="zh-CN" altLang="en-US" dirty="0">
                <a:sym typeface="+mn-ea"/>
              </a:rPr>
              <a:t>文件的共享与保护</a:t>
            </a:r>
            <a:endParaRPr lang="en-US" altLang="zh-CN" dirty="0"/>
          </a:p>
        </p:txBody>
      </p:sp>
      <p:sp>
        <p:nvSpPr>
          <p:cNvPr id="3" name="内容占位符 2"/>
          <p:cNvSpPr>
            <a:spLocks noGrp="1"/>
          </p:cNvSpPr>
          <p:nvPr>
            <p:ph idx="1"/>
          </p:nvPr>
        </p:nvSpPr>
        <p:spPr>
          <a:xfrm>
            <a:off x="2952115" y="1878126"/>
            <a:ext cx="6816285" cy="3513359"/>
          </a:xfrm>
        </p:spPr>
        <p:txBody>
          <a:bodyPr>
            <a:normAutofit/>
          </a:bodyPr>
          <a:lstStyle/>
          <a:p>
            <a:pPr>
              <a:buBlip>
                <a:blip r:embed="rId3"/>
              </a:buBlip>
            </a:pPr>
            <a:r>
              <a:rPr lang="en-US" altLang="zh-CN" sz="3200" dirty="0"/>
              <a:t> </a:t>
            </a:r>
            <a:r>
              <a:rPr lang="en-US" altLang="zh-CN" sz="3200" u="dottedHeavy" dirty="0"/>
              <a:t>9</a:t>
            </a:r>
            <a:r>
              <a:rPr lang="en-US" altLang="zh-CN" sz="3200" u="dottedHeavy" dirty="0">
                <a:solidFill>
                  <a:schemeClr val="tx1"/>
                </a:solidFill>
                <a:uFillTx/>
              </a:rPr>
              <a:t>.4.1  </a:t>
            </a:r>
            <a:r>
              <a:rPr lang="zh-CN" altLang="en-US" sz="3200" u="dottedHeavy" dirty="0"/>
              <a:t>文件共享</a:t>
            </a:r>
            <a:endParaRPr lang="en-US" altLang="zh-CN" sz="3200" u="dottedHeavy" dirty="0"/>
          </a:p>
          <a:p>
            <a:pPr>
              <a:buBlip>
                <a:blip r:embed="rId3"/>
              </a:buBlip>
            </a:pPr>
            <a:r>
              <a:rPr sz="3200" dirty="0"/>
              <a:t> </a:t>
            </a:r>
            <a:r>
              <a:rPr lang="en-US" sz="3200" u="dottedHeavy" dirty="0"/>
              <a:t>9</a:t>
            </a:r>
            <a:r>
              <a:rPr lang="en-US" altLang="zh-CN" sz="3200" u="dottedHeavy" dirty="0"/>
              <a:t>.4.2  </a:t>
            </a:r>
            <a:r>
              <a:rPr lang="zh-CN" altLang="en-US" sz="3200" u="dottedHeavy" dirty="0"/>
              <a:t>文件保护</a:t>
            </a:r>
            <a:endParaRPr lang="en-US" altLang="zh-CN" sz="3200" u="dottedHeavy" dirty="0"/>
          </a:p>
          <a:p>
            <a:pPr marL="0" indent="0">
              <a:buNone/>
            </a:pPr>
            <a:endParaRPr lang="en-US" altLang="zh-CN" sz="3200" u="dottedHeavy" dirty="0"/>
          </a:p>
        </p:txBody>
      </p:sp>
    </p:spTree>
    <p:custDataLst>
      <p:tags r:id="rId1"/>
    </p:custDataLst>
  </p:cSld>
  <p:clrMapOvr>
    <a:masterClrMapping/>
  </p:clrMapOvr>
  <p:transition>
    <p:random/>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9</a:t>
            </a:r>
            <a:r>
              <a:rPr lang="en-US" altLang="zh-CN" dirty="0">
                <a:sym typeface="+mn-ea"/>
              </a:rPr>
              <a:t>.4.1  </a:t>
            </a:r>
            <a:r>
              <a:rPr lang="zh-CN" altLang="en-US" dirty="0"/>
              <a:t>文件共享</a:t>
            </a:r>
          </a:p>
        </p:txBody>
      </p:sp>
      <p:sp>
        <p:nvSpPr>
          <p:cNvPr id="3" name="内容占位符 2"/>
          <p:cNvSpPr>
            <a:spLocks noGrp="1"/>
          </p:cNvSpPr>
          <p:nvPr>
            <p:ph idx="1"/>
          </p:nvPr>
        </p:nvSpPr>
        <p:spPr>
          <a:xfrm>
            <a:off x="720871" y="960167"/>
            <a:ext cx="7486695" cy="5154193"/>
          </a:xfrm>
        </p:spPr>
        <p:txBody>
          <a:bodyPr>
            <a:normAutofit fontScale="97500"/>
          </a:bodyPr>
          <a:lstStyle/>
          <a:p>
            <a:pPr marL="0" indent="0">
              <a:buNone/>
            </a:pPr>
            <a:r>
              <a:rPr lang="en-US" altLang="zh-CN" sz="2300" b="1" dirty="0"/>
              <a:t>1. </a:t>
            </a:r>
            <a:r>
              <a:rPr lang="zh-CN" altLang="zh-CN" sz="2300" b="1" dirty="0"/>
              <a:t>绕弯路法</a:t>
            </a:r>
            <a:endParaRPr lang="zh-CN" altLang="zh-CN" sz="2300" dirty="0"/>
          </a:p>
          <a:p>
            <a:pPr eaLnBrk="1" fontAlgn="auto" hangingPunct="1">
              <a:defRPr/>
            </a:pPr>
            <a:r>
              <a:rPr lang="en-US" altLang="zh-CN" sz="2300" dirty="0"/>
              <a:t> </a:t>
            </a:r>
            <a:r>
              <a:rPr lang="zh-CN" altLang="zh-CN" sz="2300" dirty="0"/>
              <a:t>绕弯路法是早期操作系统采用的一种文件共享方法。在该方法中</a:t>
            </a:r>
            <a:r>
              <a:rPr lang="zh-CN" altLang="en-US" sz="2300" dirty="0"/>
              <a:t>。</a:t>
            </a:r>
            <a:endParaRPr lang="en-US" altLang="zh-CN" sz="2300" dirty="0"/>
          </a:p>
          <a:p>
            <a:pPr eaLnBrk="1" fontAlgn="auto" hangingPunct="1">
              <a:defRPr/>
            </a:pPr>
            <a:r>
              <a:rPr lang="zh-CN" altLang="en-US" sz="2000" dirty="0">
                <a:solidFill>
                  <a:schemeClr val="tx1">
                    <a:lumMod val="85000"/>
                    <a:lumOff val="15000"/>
                  </a:schemeClr>
                </a:solidFill>
                <a:latin typeface="宋体" pitchFamily="2" charset="-122"/>
              </a:rPr>
              <a:t>指</a:t>
            </a:r>
            <a:r>
              <a:rPr lang="zh-CN" altLang="zh-CN" sz="2000" dirty="0"/>
              <a:t>若所访问的共享文件不在当前目录时，则从当前目录出发，向上级目录回溯，直到与共享文件所在路径的交叉点，再沿该路径往下，直到共享文件</a:t>
            </a:r>
            <a:r>
              <a:rPr lang="zh-CN" altLang="en-US" sz="2000" dirty="0"/>
              <a:t>。</a:t>
            </a:r>
            <a:endParaRPr lang="en-US" altLang="zh-CN" sz="2000" dirty="0"/>
          </a:p>
          <a:p>
            <a:pPr marL="0" indent="0">
              <a:lnSpc>
                <a:spcPct val="120000"/>
              </a:lnSpc>
              <a:spcAft>
                <a:spcPts val="600"/>
              </a:spcAft>
              <a:buNone/>
            </a:pPr>
            <a:r>
              <a:rPr lang="zh-CN" altLang="zh-CN" sz="2300" dirty="0"/>
              <a:t>绕弯路法要花很多时间访问多级目录，因此搜索效率不高。</a:t>
            </a:r>
          </a:p>
          <a:p>
            <a:pPr marL="0" indent="0">
              <a:buNone/>
            </a:pPr>
            <a:endParaRPr lang="zh-CN" altLang="zh-CN" dirty="0"/>
          </a:p>
        </p:txBody>
      </p:sp>
      <p:pic>
        <p:nvPicPr>
          <p:cNvPr id="4" name="Picture 5">
            <a:extLst>
              <a:ext uri="{FF2B5EF4-FFF2-40B4-BE49-F238E27FC236}">
                <a16:creationId xmlns:a16="http://schemas.microsoft.com/office/drawing/2014/main" id="{2EB02771-4373-4E5B-B01F-0B0EE30D489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07566" y="1671771"/>
            <a:ext cx="3870270" cy="388073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cSld>
  <p:clrMapOvr>
    <a:masterClrMapping/>
  </p:clrMapOvr>
  <p:transition>
    <p:random/>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9</a:t>
            </a:r>
            <a:r>
              <a:rPr lang="en-US" altLang="zh-CN" dirty="0">
                <a:sym typeface="+mn-ea"/>
              </a:rPr>
              <a:t>.4.1  </a:t>
            </a:r>
            <a:r>
              <a:rPr lang="zh-CN" altLang="en-US" dirty="0"/>
              <a:t>文件共享</a:t>
            </a:r>
          </a:p>
        </p:txBody>
      </p:sp>
      <p:sp>
        <p:nvSpPr>
          <p:cNvPr id="3" name="内容占位符 2"/>
          <p:cNvSpPr>
            <a:spLocks noGrp="1"/>
          </p:cNvSpPr>
          <p:nvPr>
            <p:ph idx="1"/>
          </p:nvPr>
        </p:nvSpPr>
        <p:spPr>
          <a:xfrm>
            <a:off x="608330" y="741002"/>
            <a:ext cx="10968990" cy="4160508"/>
          </a:xfrm>
        </p:spPr>
        <p:txBody>
          <a:bodyPr>
            <a:normAutofit fontScale="97500"/>
          </a:bodyPr>
          <a:lstStyle/>
          <a:p>
            <a:pPr marL="0" indent="0">
              <a:lnSpc>
                <a:spcPct val="150000"/>
              </a:lnSpc>
              <a:spcAft>
                <a:spcPts val="600"/>
              </a:spcAft>
              <a:buNone/>
            </a:pPr>
            <a:r>
              <a:rPr lang="en-US" altLang="zh-CN" sz="2300" b="1" dirty="0"/>
              <a:t>  2. </a:t>
            </a:r>
            <a:r>
              <a:rPr lang="zh-CN" altLang="zh-CN" sz="2300" b="1" dirty="0"/>
              <a:t>链接法</a:t>
            </a:r>
            <a:endParaRPr lang="zh-CN" altLang="zh-CN" sz="2300" dirty="0"/>
          </a:p>
          <a:p>
            <a:pPr marL="0" indent="0">
              <a:lnSpc>
                <a:spcPct val="150000"/>
              </a:lnSpc>
              <a:spcAft>
                <a:spcPts val="600"/>
              </a:spcAft>
              <a:buNone/>
            </a:pPr>
            <a:r>
              <a:rPr lang="en-US" altLang="zh-CN" sz="2300" dirty="0"/>
              <a:t>      </a:t>
            </a:r>
            <a:r>
              <a:rPr lang="zh-CN" altLang="zh-CN" sz="2300" dirty="0"/>
              <a:t>在相应目录表之间进行链接，即将一个目录中的表目直接指向被共享文件所在的目录，则被链接的目录以及子目录所包含的文件都为共享的对象。</a:t>
            </a:r>
          </a:p>
          <a:p>
            <a:pPr marL="0" indent="0">
              <a:lnSpc>
                <a:spcPct val="150000"/>
              </a:lnSpc>
              <a:spcAft>
                <a:spcPts val="600"/>
              </a:spcAft>
              <a:buNone/>
            </a:pPr>
            <a:r>
              <a:rPr lang="en-US" altLang="zh-CN" sz="2300" dirty="0"/>
              <a:t>      </a:t>
            </a:r>
            <a:r>
              <a:rPr lang="zh-CN" altLang="zh-CN" sz="2300" dirty="0"/>
              <a:t>链接法的另一种形式是采用基本文件目录和符号文件目录。如果一个用户要共享另一个文件，只需在他的符号文件目录中增加一个目录项，填上被共享文件的符号名和此文件的内部标识即可。</a:t>
            </a:r>
          </a:p>
          <a:p>
            <a:pPr marL="0" indent="0">
              <a:lnSpc>
                <a:spcPct val="150000"/>
              </a:lnSpc>
              <a:buNone/>
            </a:pPr>
            <a:endParaRPr lang="zh-CN" altLang="zh-CN" dirty="0"/>
          </a:p>
        </p:txBody>
      </p:sp>
      <p:pic>
        <p:nvPicPr>
          <p:cNvPr id="1026" name="Picture 2">
            <a:extLst>
              <a:ext uri="{FF2B5EF4-FFF2-40B4-BE49-F238E27FC236}">
                <a16:creationId xmlns:a16="http://schemas.microsoft.com/office/drawing/2014/main" id="{299604AD-CDB8-4F4A-8AB2-E99E25F19E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92545" y="3381305"/>
            <a:ext cx="5191125" cy="3362325"/>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cSld>
  <p:clrMapOvr>
    <a:masterClrMapping/>
  </p:clrMapOvr>
  <p:transition>
    <p:random/>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a:extLst>
              <a:ext uri="{FF2B5EF4-FFF2-40B4-BE49-F238E27FC236}">
                <a16:creationId xmlns:a16="http://schemas.microsoft.com/office/drawing/2014/main" id="{CCD3934A-7E81-46AC-A10A-51BC84A1655D}"/>
              </a:ext>
            </a:extLst>
          </p:cNvPr>
          <p:cNvSpPr>
            <a:spLocks noGrp="1"/>
          </p:cNvSpPr>
          <p:nvPr>
            <p:ph idx="1"/>
          </p:nvPr>
        </p:nvSpPr>
        <p:spPr>
          <a:xfrm>
            <a:off x="577209" y="906978"/>
            <a:ext cx="9649469" cy="1147012"/>
          </a:xfrm>
        </p:spPr>
        <p:txBody>
          <a:bodyPr rtlCol="0">
            <a:normAutofit/>
          </a:bodyPr>
          <a:lstStyle/>
          <a:p>
            <a:pPr eaLnBrk="1" fontAlgn="auto" hangingPunct="1">
              <a:defRPr/>
            </a:pPr>
            <a:r>
              <a:rPr lang="zh-CN" altLang="en-US" sz="2800" dirty="0">
                <a:solidFill>
                  <a:srgbClr val="C00000"/>
                </a:solidFill>
                <a:latin typeface="黑体" pitchFamily="2" charset="-122"/>
                <a:ea typeface="黑体" pitchFamily="2" charset="-122"/>
              </a:rPr>
              <a:t>链接法</a:t>
            </a:r>
            <a:r>
              <a:rPr lang="zh-CN" altLang="en-US" dirty="0">
                <a:solidFill>
                  <a:schemeClr val="tx1">
                    <a:lumMod val="85000"/>
                    <a:lumOff val="15000"/>
                  </a:schemeClr>
                </a:solidFill>
                <a:latin typeface="宋体" pitchFamily="2" charset="-122"/>
              </a:rPr>
              <a:t>：指</a:t>
            </a:r>
            <a:r>
              <a:rPr lang="zh-CN" altLang="zh-CN" dirty="0"/>
              <a:t>通过链接指针方式，将文件目录中的目录项（访问者），直接指向共享文件所对应的目录项（被访问者）</a:t>
            </a:r>
            <a:r>
              <a:rPr lang="zh-CN" altLang="en-US" dirty="0"/>
              <a:t>。</a:t>
            </a:r>
            <a:endParaRPr lang="en-US" altLang="zh-CN" dirty="0"/>
          </a:p>
        </p:txBody>
      </p:sp>
      <p:grpSp>
        <p:nvGrpSpPr>
          <p:cNvPr id="60420" name="组合 5">
            <a:extLst>
              <a:ext uri="{FF2B5EF4-FFF2-40B4-BE49-F238E27FC236}">
                <a16:creationId xmlns:a16="http://schemas.microsoft.com/office/drawing/2014/main" id="{A3431612-FC93-4B24-90AE-5C922E2F63D9}"/>
              </a:ext>
            </a:extLst>
          </p:cNvPr>
          <p:cNvGrpSpPr>
            <a:grpSpLocks/>
          </p:cNvGrpSpPr>
          <p:nvPr/>
        </p:nvGrpSpPr>
        <p:grpSpPr bwMode="auto">
          <a:xfrm>
            <a:off x="2785698" y="2491649"/>
            <a:ext cx="6378575" cy="3454400"/>
            <a:chOff x="409575" y="1130300"/>
            <a:chExt cx="8192145" cy="4242916"/>
          </a:xfrm>
        </p:grpSpPr>
        <p:sp>
          <p:nvSpPr>
            <p:cNvPr id="60421" name="Rectangle 3">
              <a:extLst>
                <a:ext uri="{FF2B5EF4-FFF2-40B4-BE49-F238E27FC236}">
                  <a16:creationId xmlns:a16="http://schemas.microsoft.com/office/drawing/2014/main" id="{63497932-06E0-4EE9-BED8-610F2EE6157A}"/>
                </a:ext>
              </a:extLst>
            </p:cNvPr>
            <p:cNvSpPr>
              <a:spLocks noChangeArrowheads="1"/>
            </p:cNvSpPr>
            <p:nvPr/>
          </p:nvSpPr>
          <p:spPr bwMode="auto">
            <a:xfrm>
              <a:off x="3760678" y="1436689"/>
              <a:ext cx="582612" cy="298450"/>
            </a:xfrm>
            <a:prstGeom prst="rect">
              <a:avLst/>
            </a:prstGeom>
            <a:solidFill>
              <a:schemeClr val="accent1"/>
            </a:solidFill>
            <a:ln w="15875">
              <a:solidFill>
                <a:srgbClr val="99CCFF"/>
              </a:solidFill>
              <a:miter lim="800000"/>
              <a:headEnd/>
              <a:tailEnd/>
            </a:ln>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lang="zh-CN" altLang="en-US" sz="1800">
                <a:solidFill>
                  <a:schemeClr val="tx1"/>
                </a:solidFill>
                <a:latin typeface="Arial" panose="020B0604020202020204" pitchFamily="34" charset="0"/>
                <a:ea typeface="宋体" panose="02010600030101010101" pitchFamily="2" charset="-122"/>
              </a:endParaRPr>
            </a:p>
          </p:txBody>
        </p:sp>
        <p:sp>
          <p:nvSpPr>
            <p:cNvPr id="60422" name="Rectangle 3">
              <a:extLst>
                <a:ext uri="{FF2B5EF4-FFF2-40B4-BE49-F238E27FC236}">
                  <a16:creationId xmlns:a16="http://schemas.microsoft.com/office/drawing/2014/main" id="{3E129E3C-6885-421D-B68E-9875D611CF45}"/>
                </a:ext>
              </a:extLst>
            </p:cNvPr>
            <p:cNvSpPr>
              <a:spLocks noChangeArrowheads="1"/>
            </p:cNvSpPr>
            <p:nvPr/>
          </p:nvSpPr>
          <p:spPr bwMode="auto">
            <a:xfrm>
              <a:off x="3776663" y="1130300"/>
              <a:ext cx="582612" cy="298450"/>
            </a:xfrm>
            <a:prstGeom prst="rect">
              <a:avLst/>
            </a:prstGeom>
            <a:solidFill>
              <a:schemeClr val="accent1"/>
            </a:solidFill>
            <a:ln w="15875">
              <a:solidFill>
                <a:srgbClr val="99CCFF"/>
              </a:solidFill>
              <a:miter lim="800000"/>
              <a:headEnd/>
              <a:tailEnd/>
            </a:ln>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lang="zh-CN" altLang="en-US" sz="1800">
                <a:solidFill>
                  <a:schemeClr val="tx1"/>
                </a:solidFill>
                <a:latin typeface="Arial" panose="020B0604020202020204" pitchFamily="34" charset="0"/>
                <a:ea typeface="宋体" panose="02010600030101010101" pitchFamily="2" charset="-122"/>
              </a:endParaRPr>
            </a:p>
          </p:txBody>
        </p:sp>
        <p:sp>
          <p:nvSpPr>
            <p:cNvPr id="60423" name="Rectangle 4">
              <a:extLst>
                <a:ext uri="{FF2B5EF4-FFF2-40B4-BE49-F238E27FC236}">
                  <a16:creationId xmlns:a16="http://schemas.microsoft.com/office/drawing/2014/main" id="{8EFACF75-FE88-47D1-B4C6-DF99CCD1619E}"/>
                </a:ext>
              </a:extLst>
            </p:cNvPr>
            <p:cNvSpPr>
              <a:spLocks noChangeArrowheads="1"/>
            </p:cNvSpPr>
            <p:nvPr/>
          </p:nvSpPr>
          <p:spPr bwMode="auto">
            <a:xfrm>
              <a:off x="3924300" y="1168400"/>
              <a:ext cx="189407" cy="3024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r>
                <a:rPr lang="en-US" altLang="zh-CN" sz="1600" b="1">
                  <a:solidFill>
                    <a:srgbClr val="000000"/>
                  </a:solidFill>
                  <a:latin typeface="Times" panose="02020603050405020304" pitchFamily="18" charset="0"/>
                  <a:ea typeface="宋体" panose="02010600030101010101" pitchFamily="2" charset="-122"/>
                </a:rPr>
                <a:t>A</a:t>
              </a:r>
            </a:p>
          </p:txBody>
        </p:sp>
        <p:sp>
          <p:nvSpPr>
            <p:cNvPr id="60424" name="Rectangle 5">
              <a:extLst>
                <a:ext uri="{FF2B5EF4-FFF2-40B4-BE49-F238E27FC236}">
                  <a16:creationId xmlns:a16="http://schemas.microsoft.com/office/drawing/2014/main" id="{6A054508-B665-453D-877F-28BC8FBFD1E4}"/>
                </a:ext>
              </a:extLst>
            </p:cNvPr>
            <p:cNvSpPr>
              <a:spLocks noChangeArrowheads="1"/>
            </p:cNvSpPr>
            <p:nvPr/>
          </p:nvSpPr>
          <p:spPr bwMode="auto">
            <a:xfrm>
              <a:off x="4359275" y="1130300"/>
              <a:ext cx="598488" cy="298450"/>
            </a:xfrm>
            <a:prstGeom prst="rect">
              <a:avLst/>
            </a:prstGeom>
            <a:solidFill>
              <a:schemeClr val="accent1"/>
            </a:solidFill>
            <a:ln w="15875">
              <a:solidFill>
                <a:srgbClr val="99CC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lang="zh-CN" altLang="en-US" sz="1800">
                <a:solidFill>
                  <a:schemeClr val="tx1"/>
                </a:solidFill>
                <a:latin typeface="Arial" panose="020B0604020202020204" pitchFamily="34" charset="0"/>
                <a:ea typeface="宋体" panose="02010600030101010101" pitchFamily="2" charset="-122"/>
              </a:endParaRPr>
            </a:p>
          </p:txBody>
        </p:sp>
        <p:sp>
          <p:nvSpPr>
            <p:cNvPr id="60425" name="Rectangle 6">
              <a:extLst>
                <a:ext uri="{FF2B5EF4-FFF2-40B4-BE49-F238E27FC236}">
                  <a16:creationId xmlns:a16="http://schemas.microsoft.com/office/drawing/2014/main" id="{7D6FFF88-210A-496F-B10B-4F73FC895FD9}"/>
                </a:ext>
              </a:extLst>
            </p:cNvPr>
            <p:cNvSpPr>
              <a:spLocks noChangeArrowheads="1"/>
            </p:cNvSpPr>
            <p:nvPr/>
          </p:nvSpPr>
          <p:spPr bwMode="auto">
            <a:xfrm>
              <a:off x="4595813" y="1160462"/>
              <a:ext cx="174997" cy="3024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r>
                <a:rPr lang="en-US" altLang="zh-CN" sz="1600" b="1" dirty="0">
                  <a:solidFill>
                    <a:srgbClr val="000000"/>
                  </a:solidFill>
                  <a:latin typeface="Times" panose="02020603050405020304" pitchFamily="18" charset="0"/>
                  <a:ea typeface="宋体" panose="02010600030101010101" pitchFamily="2" charset="-122"/>
                </a:rPr>
                <a:t>B</a:t>
              </a:r>
            </a:p>
          </p:txBody>
        </p:sp>
        <p:sp>
          <p:nvSpPr>
            <p:cNvPr id="60426" name="Rectangle 7">
              <a:extLst>
                <a:ext uri="{FF2B5EF4-FFF2-40B4-BE49-F238E27FC236}">
                  <a16:creationId xmlns:a16="http://schemas.microsoft.com/office/drawing/2014/main" id="{B4A2430E-A3D9-472D-892A-FABC8A3FA546}"/>
                </a:ext>
              </a:extLst>
            </p:cNvPr>
            <p:cNvSpPr>
              <a:spLocks noChangeArrowheads="1"/>
            </p:cNvSpPr>
            <p:nvPr/>
          </p:nvSpPr>
          <p:spPr bwMode="auto">
            <a:xfrm>
              <a:off x="4957763" y="1130300"/>
              <a:ext cx="598487" cy="298450"/>
            </a:xfrm>
            <a:prstGeom prst="rect">
              <a:avLst/>
            </a:prstGeom>
            <a:solidFill>
              <a:schemeClr val="accent1"/>
            </a:solidFill>
            <a:ln w="15875">
              <a:solidFill>
                <a:srgbClr val="99CC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lang="zh-CN" altLang="en-US" sz="1800">
                <a:solidFill>
                  <a:schemeClr val="tx1"/>
                </a:solidFill>
                <a:latin typeface="Arial" panose="020B0604020202020204" pitchFamily="34" charset="0"/>
                <a:ea typeface="宋体" panose="02010600030101010101" pitchFamily="2" charset="-122"/>
              </a:endParaRPr>
            </a:p>
          </p:txBody>
        </p:sp>
        <p:sp>
          <p:nvSpPr>
            <p:cNvPr id="60427" name="Rectangle 8">
              <a:extLst>
                <a:ext uri="{FF2B5EF4-FFF2-40B4-BE49-F238E27FC236}">
                  <a16:creationId xmlns:a16="http://schemas.microsoft.com/office/drawing/2014/main" id="{17336C39-0B60-4CA1-8AB4-3E9848678F13}"/>
                </a:ext>
              </a:extLst>
            </p:cNvPr>
            <p:cNvSpPr>
              <a:spLocks noChangeArrowheads="1"/>
            </p:cNvSpPr>
            <p:nvPr/>
          </p:nvSpPr>
          <p:spPr bwMode="auto">
            <a:xfrm>
              <a:off x="5194300" y="1160462"/>
              <a:ext cx="189407" cy="3024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r>
                <a:rPr lang="en-US" altLang="zh-CN" sz="1600" b="1">
                  <a:solidFill>
                    <a:srgbClr val="000000"/>
                  </a:solidFill>
                  <a:latin typeface="Times" panose="02020603050405020304" pitchFamily="18" charset="0"/>
                  <a:ea typeface="宋体" panose="02010600030101010101" pitchFamily="2" charset="-122"/>
                </a:rPr>
                <a:t>C</a:t>
              </a:r>
            </a:p>
          </p:txBody>
        </p:sp>
        <p:sp>
          <p:nvSpPr>
            <p:cNvPr id="60428" name="Rectangle 10">
              <a:extLst>
                <a:ext uri="{FF2B5EF4-FFF2-40B4-BE49-F238E27FC236}">
                  <a16:creationId xmlns:a16="http://schemas.microsoft.com/office/drawing/2014/main" id="{EA2C322D-88E5-485B-A21F-66D106428447}"/>
                </a:ext>
              </a:extLst>
            </p:cNvPr>
            <p:cNvSpPr>
              <a:spLocks noChangeArrowheads="1"/>
            </p:cNvSpPr>
            <p:nvPr/>
          </p:nvSpPr>
          <p:spPr bwMode="auto">
            <a:xfrm>
              <a:off x="4359275" y="1428750"/>
              <a:ext cx="598488" cy="298450"/>
            </a:xfrm>
            <a:prstGeom prst="rect">
              <a:avLst/>
            </a:prstGeom>
            <a:solidFill>
              <a:schemeClr val="accent1"/>
            </a:solidFill>
            <a:ln w="15875">
              <a:solidFill>
                <a:srgbClr val="99CC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lang="zh-CN" altLang="en-US" sz="1800">
                <a:solidFill>
                  <a:schemeClr val="tx1"/>
                </a:solidFill>
                <a:latin typeface="Arial" panose="020B0604020202020204" pitchFamily="34" charset="0"/>
                <a:ea typeface="宋体" panose="02010600030101010101" pitchFamily="2" charset="-122"/>
              </a:endParaRPr>
            </a:p>
          </p:txBody>
        </p:sp>
        <p:sp>
          <p:nvSpPr>
            <p:cNvPr id="60429" name="Rectangle 11">
              <a:extLst>
                <a:ext uri="{FF2B5EF4-FFF2-40B4-BE49-F238E27FC236}">
                  <a16:creationId xmlns:a16="http://schemas.microsoft.com/office/drawing/2014/main" id="{84CE10F8-9D1B-43E2-9EC6-7CB86462C48C}"/>
                </a:ext>
              </a:extLst>
            </p:cNvPr>
            <p:cNvSpPr>
              <a:spLocks noChangeArrowheads="1"/>
            </p:cNvSpPr>
            <p:nvPr/>
          </p:nvSpPr>
          <p:spPr bwMode="auto">
            <a:xfrm>
              <a:off x="4957763" y="1428750"/>
              <a:ext cx="598487" cy="298450"/>
            </a:xfrm>
            <a:prstGeom prst="rect">
              <a:avLst/>
            </a:prstGeom>
            <a:solidFill>
              <a:schemeClr val="accent1"/>
            </a:solidFill>
            <a:ln w="15875">
              <a:solidFill>
                <a:srgbClr val="99CC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lang="zh-CN" altLang="en-US" sz="1800">
                <a:solidFill>
                  <a:schemeClr val="tx1"/>
                </a:solidFill>
                <a:latin typeface="Arial" panose="020B0604020202020204" pitchFamily="34" charset="0"/>
                <a:ea typeface="宋体" panose="02010600030101010101" pitchFamily="2" charset="-122"/>
              </a:endParaRPr>
            </a:p>
          </p:txBody>
        </p:sp>
        <p:sp>
          <p:nvSpPr>
            <p:cNvPr id="60430" name="Rectangle 12">
              <a:extLst>
                <a:ext uri="{FF2B5EF4-FFF2-40B4-BE49-F238E27FC236}">
                  <a16:creationId xmlns:a16="http://schemas.microsoft.com/office/drawing/2014/main" id="{D452EA4F-C6FB-4EC0-8747-95D4D9AC71BD}"/>
                </a:ext>
              </a:extLst>
            </p:cNvPr>
            <p:cNvSpPr>
              <a:spLocks noChangeArrowheads="1"/>
            </p:cNvSpPr>
            <p:nvPr/>
          </p:nvSpPr>
          <p:spPr bwMode="auto">
            <a:xfrm>
              <a:off x="3776663" y="2098005"/>
              <a:ext cx="582612" cy="298450"/>
            </a:xfrm>
            <a:prstGeom prst="rect">
              <a:avLst/>
            </a:prstGeom>
            <a:solidFill>
              <a:schemeClr val="accent1"/>
            </a:solidFill>
            <a:ln w="15875">
              <a:solidFill>
                <a:srgbClr val="99CC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lang="zh-CN" altLang="en-US" sz="1800">
                <a:solidFill>
                  <a:schemeClr val="tx1"/>
                </a:solidFill>
                <a:latin typeface="Arial" panose="020B0604020202020204" pitchFamily="34" charset="0"/>
                <a:ea typeface="宋体" panose="02010600030101010101" pitchFamily="2" charset="-122"/>
              </a:endParaRPr>
            </a:p>
          </p:txBody>
        </p:sp>
        <p:sp>
          <p:nvSpPr>
            <p:cNvPr id="60431" name="Rectangle 13">
              <a:extLst>
                <a:ext uri="{FF2B5EF4-FFF2-40B4-BE49-F238E27FC236}">
                  <a16:creationId xmlns:a16="http://schemas.microsoft.com/office/drawing/2014/main" id="{1D6AF180-3B24-47AE-A0AA-942B52638B8C}"/>
                </a:ext>
              </a:extLst>
            </p:cNvPr>
            <p:cNvSpPr>
              <a:spLocks noChangeArrowheads="1"/>
            </p:cNvSpPr>
            <p:nvPr/>
          </p:nvSpPr>
          <p:spPr bwMode="auto">
            <a:xfrm>
              <a:off x="4013201" y="2113880"/>
              <a:ext cx="160584" cy="3024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r>
                <a:rPr lang="en-US" altLang="zh-CN" sz="1600" b="1">
                  <a:solidFill>
                    <a:schemeClr val="tx1"/>
                  </a:solidFill>
                  <a:latin typeface="Times" panose="02020603050405020304" pitchFamily="18" charset="0"/>
                  <a:ea typeface="宋体" panose="02010600030101010101" pitchFamily="2" charset="-122"/>
                </a:rPr>
                <a:t>F</a:t>
              </a:r>
            </a:p>
          </p:txBody>
        </p:sp>
        <p:sp>
          <p:nvSpPr>
            <p:cNvPr id="60432" name="Rectangle 14">
              <a:extLst>
                <a:ext uri="{FF2B5EF4-FFF2-40B4-BE49-F238E27FC236}">
                  <a16:creationId xmlns:a16="http://schemas.microsoft.com/office/drawing/2014/main" id="{303D5F7B-B296-4CA4-A535-322692324756}"/>
                </a:ext>
              </a:extLst>
            </p:cNvPr>
            <p:cNvSpPr>
              <a:spLocks noChangeArrowheads="1"/>
            </p:cNvSpPr>
            <p:nvPr/>
          </p:nvSpPr>
          <p:spPr bwMode="auto">
            <a:xfrm>
              <a:off x="4359275" y="2098005"/>
              <a:ext cx="598488" cy="298450"/>
            </a:xfrm>
            <a:prstGeom prst="rect">
              <a:avLst/>
            </a:prstGeom>
            <a:solidFill>
              <a:schemeClr val="accent1"/>
            </a:solidFill>
            <a:ln w="15875">
              <a:solidFill>
                <a:srgbClr val="99CC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lang="zh-CN" altLang="en-US" sz="1800">
                <a:solidFill>
                  <a:schemeClr val="tx1"/>
                </a:solidFill>
                <a:latin typeface="Arial" panose="020B0604020202020204" pitchFamily="34" charset="0"/>
                <a:ea typeface="宋体" panose="02010600030101010101" pitchFamily="2" charset="-122"/>
              </a:endParaRPr>
            </a:p>
          </p:txBody>
        </p:sp>
        <p:sp>
          <p:nvSpPr>
            <p:cNvPr id="60433" name="Rectangle 15">
              <a:extLst>
                <a:ext uri="{FF2B5EF4-FFF2-40B4-BE49-F238E27FC236}">
                  <a16:creationId xmlns:a16="http://schemas.microsoft.com/office/drawing/2014/main" id="{530868B5-9691-4E42-9CCD-6AE7255F7634}"/>
                </a:ext>
              </a:extLst>
            </p:cNvPr>
            <p:cNvSpPr>
              <a:spLocks noChangeArrowheads="1"/>
            </p:cNvSpPr>
            <p:nvPr/>
          </p:nvSpPr>
          <p:spPr bwMode="auto">
            <a:xfrm>
              <a:off x="4611688" y="2113880"/>
              <a:ext cx="174997" cy="3024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r>
                <a:rPr lang="en-US" altLang="zh-CN" sz="1600" b="1">
                  <a:solidFill>
                    <a:srgbClr val="000000"/>
                  </a:solidFill>
                  <a:latin typeface="Times" panose="02020603050405020304" pitchFamily="18" charset="0"/>
                  <a:ea typeface="宋体" panose="02010600030101010101" pitchFamily="2" charset="-122"/>
                </a:rPr>
                <a:t>E</a:t>
              </a:r>
            </a:p>
          </p:txBody>
        </p:sp>
        <p:sp>
          <p:nvSpPr>
            <p:cNvPr id="60434" name="Rectangle 16">
              <a:extLst>
                <a:ext uri="{FF2B5EF4-FFF2-40B4-BE49-F238E27FC236}">
                  <a16:creationId xmlns:a16="http://schemas.microsoft.com/office/drawing/2014/main" id="{191FE525-17EF-4C2F-928B-DAC1A7DC660A}"/>
                </a:ext>
              </a:extLst>
            </p:cNvPr>
            <p:cNvSpPr>
              <a:spLocks noChangeArrowheads="1"/>
            </p:cNvSpPr>
            <p:nvPr/>
          </p:nvSpPr>
          <p:spPr bwMode="auto">
            <a:xfrm>
              <a:off x="4957763" y="2098005"/>
              <a:ext cx="598487" cy="298450"/>
            </a:xfrm>
            <a:prstGeom prst="rect">
              <a:avLst/>
            </a:prstGeom>
            <a:solidFill>
              <a:schemeClr val="accent1"/>
            </a:solidFill>
            <a:ln w="15875">
              <a:solidFill>
                <a:srgbClr val="99CC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lang="zh-CN" altLang="en-US" sz="1800">
                <a:solidFill>
                  <a:schemeClr val="tx1"/>
                </a:solidFill>
                <a:latin typeface="Arial" panose="020B0604020202020204" pitchFamily="34" charset="0"/>
                <a:ea typeface="宋体" panose="02010600030101010101" pitchFamily="2" charset="-122"/>
              </a:endParaRPr>
            </a:p>
          </p:txBody>
        </p:sp>
        <p:sp>
          <p:nvSpPr>
            <p:cNvPr id="60435" name="Rectangle 17">
              <a:extLst>
                <a:ext uri="{FF2B5EF4-FFF2-40B4-BE49-F238E27FC236}">
                  <a16:creationId xmlns:a16="http://schemas.microsoft.com/office/drawing/2014/main" id="{965FA324-B522-45E1-A369-6CD85725DCE9}"/>
                </a:ext>
              </a:extLst>
            </p:cNvPr>
            <p:cNvSpPr>
              <a:spLocks noChangeArrowheads="1"/>
            </p:cNvSpPr>
            <p:nvPr/>
          </p:nvSpPr>
          <p:spPr bwMode="auto">
            <a:xfrm>
              <a:off x="5178425" y="2113880"/>
              <a:ext cx="189407" cy="3024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r>
                <a:rPr lang="en-US" altLang="zh-CN" sz="1600" b="1">
                  <a:solidFill>
                    <a:srgbClr val="000000"/>
                  </a:solidFill>
                  <a:latin typeface="Times" panose="02020603050405020304" pitchFamily="18" charset="0"/>
                  <a:ea typeface="宋体" panose="02010600030101010101" pitchFamily="2" charset="-122"/>
                </a:rPr>
                <a:t>D</a:t>
              </a:r>
            </a:p>
          </p:txBody>
        </p:sp>
        <p:sp>
          <p:nvSpPr>
            <p:cNvPr id="60436" name="Rectangle 18">
              <a:extLst>
                <a:ext uri="{FF2B5EF4-FFF2-40B4-BE49-F238E27FC236}">
                  <a16:creationId xmlns:a16="http://schemas.microsoft.com/office/drawing/2014/main" id="{ECA09225-1FEB-465E-B8EC-20F073A061CF}"/>
                </a:ext>
              </a:extLst>
            </p:cNvPr>
            <p:cNvSpPr>
              <a:spLocks noChangeArrowheads="1"/>
            </p:cNvSpPr>
            <p:nvPr/>
          </p:nvSpPr>
          <p:spPr bwMode="auto">
            <a:xfrm>
              <a:off x="3776663" y="2396455"/>
              <a:ext cx="582612" cy="300038"/>
            </a:xfrm>
            <a:prstGeom prst="rect">
              <a:avLst/>
            </a:prstGeom>
            <a:solidFill>
              <a:schemeClr val="accent1"/>
            </a:solidFill>
            <a:ln w="15875">
              <a:solidFill>
                <a:srgbClr val="99CC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lang="zh-CN" altLang="en-US" sz="1800">
                <a:solidFill>
                  <a:schemeClr val="tx1"/>
                </a:solidFill>
                <a:latin typeface="Arial" panose="020B0604020202020204" pitchFamily="34" charset="0"/>
                <a:ea typeface="宋体" panose="02010600030101010101" pitchFamily="2" charset="-122"/>
              </a:endParaRPr>
            </a:p>
          </p:txBody>
        </p:sp>
        <p:sp>
          <p:nvSpPr>
            <p:cNvPr id="60437" name="Rectangle 19">
              <a:extLst>
                <a:ext uri="{FF2B5EF4-FFF2-40B4-BE49-F238E27FC236}">
                  <a16:creationId xmlns:a16="http://schemas.microsoft.com/office/drawing/2014/main" id="{8B0F785B-C130-455C-9710-F5DEDCB16CB5}"/>
                </a:ext>
              </a:extLst>
            </p:cNvPr>
            <p:cNvSpPr>
              <a:spLocks noChangeArrowheads="1"/>
            </p:cNvSpPr>
            <p:nvPr/>
          </p:nvSpPr>
          <p:spPr bwMode="auto">
            <a:xfrm>
              <a:off x="4359275" y="2396455"/>
              <a:ext cx="598488" cy="300038"/>
            </a:xfrm>
            <a:prstGeom prst="rect">
              <a:avLst/>
            </a:prstGeom>
            <a:solidFill>
              <a:schemeClr val="accent1"/>
            </a:solidFill>
            <a:ln w="15875">
              <a:solidFill>
                <a:srgbClr val="99CC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lang="zh-CN" altLang="en-US" sz="1800">
                <a:solidFill>
                  <a:schemeClr val="tx1"/>
                </a:solidFill>
                <a:latin typeface="Arial" panose="020B0604020202020204" pitchFamily="34" charset="0"/>
                <a:ea typeface="宋体" panose="02010600030101010101" pitchFamily="2" charset="-122"/>
              </a:endParaRPr>
            </a:p>
          </p:txBody>
        </p:sp>
        <p:sp>
          <p:nvSpPr>
            <p:cNvPr id="60438" name="Rectangle 20">
              <a:extLst>
                <a:ext uri="{FF2B5EF4-FFF2-40B4-BE49-F238E27FC236}">
                  <a16:creationId xmlns:a16="http://schemas.microsoft.com/office/drawing/2014/main" id="{576E6C78-580D-470F-BC84-2E4A25B292B0}"/>
                </a:ext>
              </a:extLst>
            </p:cNvPr>
            <p:cNvSpPr>
              <a:spLocks noChangeArrowheads="1"/>
            </p:cNvSpPr>
            <p:nvPr/>
          </p:nvSpPr>
          <p:spPr bwMode="auto">
            <a:xfrm>
              <a:off x="4957763" y="2396455"/>
              <a:ext cx="598487" cy="300038"/>
            </a:xfrm>
            <a:prstGeom prst="rect">
              <a:avLst/>
            </a:prstGeom>
            <a:solidFill>
              <a:schemeClr val="accent1"/>
            </a:solidFill>
            <a:ln w="15875">
              <a:solidFill>
                <a:srgbClr val="99CC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lang="zh-CN" altLang="en-US" sz="1800">
                <a:solidFill>
                  <a:schemeClr val="tx1"/>
                </a:solidFill>
                <a:latin typeface="Arial" panose="020B0604020202020204" pitchFamily="34" charset="0"/>
                <a:ea typeface="宋体" panose="02010600030101010101" pitchFamily="2" charset="-122"/>
              </a:endParaRPr>
            </a:p>
          </p:txBody>
        </p:sp>
        <p:sp>
          <p:nvSpPr>
            <p:cNvPr id="60439" name="Freeform 21">
              <a:extLst>
                <a:ext uri="{FF2B5EF4-FFF2-40B4-BE49-F238E27FC236}">
                  <a16:creationId xmlns:a16="http://schemas.microsoft.com/office/drawing/2014/main" id="{B54DF635-307C-4FCD-BC8D-6EC579695FBB}"/>
                </a:ext>
              </a:extLst>
            </p:cNvPr>
            <p:cNvSpPr>
              <a:spLocks/>
            </p:cNvSpPr>
            <p:nvPr/>
          </p:nvSpPr>
          <p:spPr bwMode="auto">
            <a:xfrm>
              <a:off x="4627563" y="1554163"/>
              <a:ext cx="77787" cy="63500"/>
            </a:xfrm>
            <a:custGeom>
              <a:avLst/>
              <a:gdLst>
                <a:gd name="T0" fmla="*/ 0 w 49"/>
                <a:gd name="T1" fmla="*/ 2147483646 h 40"/>
                <a:gd name="T2" fmla="*/ 2147483646 w 49"/>
                <a:gd name="T3" fmla="*/ 0 h 40"/>
                <a:gd name="T4" fmla="*/ 2147483646 w 49"/>
                <a:gd name="T5" fmla="*/ 0 h 40"/>
                <a:gd name="T6" fmla="*/ 2147483646 w 49"/>
                <a:gd name="T7" fmla="*/ 2147483646 h 40"/>
                <a:gd name="T8" fmla="*/ 2147483646 w 49"/>
                <a:gd name="T9" fmla="*/ 2147483646 h 40"/>
                <a:gd name="T10" fmla="*/ 2147483646 w 49"/>
                <a:gd name="T11" fmla="*/ 2147483646 h 40"/>
                <a:gd name="T12" fmla="*/ 0 w 49"/>
                <a:gd name="T13" fmla="*/ 2147483646 h 4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9" h="40">
                  <a:moveTo>
                    <a:pt x="0" y="20"/>
                  </a:moveTo>
                  <a:lnTo>
                    <a:pt x="10" y="0"/>
                  </a:lnTo>
                  <a:lnTo>
                    <a:pt x="39" y="0"/>
                  </a:lnTo>
                  <a:lnTo>
                    <a:pt x="49" y="20"/>
                  </a:lnTo>
                  <a:lnTo>
                    <a:pt x="39" y="40"/>
                  </a:lnTo>
                  <a:lnTo>
                    <a:pt x="10" y="40"/>
                  </a:lnTo>
                  <a:lnTo>
                    <a:pt x="0" y="20"/>
                  </a:lnTo>
                  <a:close/>
                </a:path>
              </a:pathLst>
            </a:custGeom>
            <a:solidFill>
              <a:srgbClr val="000000"/>
            </a:solidFill>
            <a:ln w="15875">
              <a:solidFill>
                <a:srgbClr val="FFFF00"/>
              </a:solidFill>
              <a:prstDash val="solid"/>
              <a:round/>
              <a:headEnd/>
              <a:tailEnd/>
            </a:ln>
          </p:spPr>
          <p:txBody>
            <a:bodyPr/>
            <a:lstStyle/>
            <a:p>
              <a:endParaRPr lang="zh-CN" altLang="en-US"/>
            </a:p>
          </p:txBody>
        </p:sp>
        <p:sp>
          <p:nvSpPr>
            <p:cNvPr id="60440" name="Freeform 22">
              <a:extLst>
                <a:ext uri="{FF2B5EF4-FFF2-40B4-BE49-F238E27FC236}">
                  <a16:creationId xmlns:a16="http://schemas.microsoft.com/office/drawing/2014/main" id="{01FBFC54-D409-45B1-B7BC-D02673D214D8}"/>
                </a:ext>
              </a:extLst>
            </p:cNvPr>
            <p:cNvSpPr>
              <a:spLocks/>
            </p:cNvSpPr>
            <p:nvPr/>
          </p:nvSpPr>
          <p:spPr bwMode="auto">
            <a:xfrm>
              <a:off x="5224463" y="1554163"/>
              <a:ext cx="79375" cy="63500"/>
            </a:xfrm>
            <a:custGeom>
              <a:avLst/>
              <a:gdLst>
                <a:gd name="T0" fmla="*/ 0 w 50"/>
                <a:gd name="T1" fmla="*/ 2147483646 h 40"/>
                <a:gd name="T2" fmla="*/ 2147483646 w 50"/>
                <a:gd name="T3" fmla="*/ 0 h 40"/>
                <a:gd name="T4" fmla="*/ 2147483646 w 50"/>
                <a:gd name="T5" fmla="*/ 0 h 40"/>
                <a:gd name="T6" fmla="*/ 2147483646 w 50"/>
                <a:gd name="T7" fmla="*/ 2147483646 h 40"/>
                <a:gd name="T8" fmla="*/ 2147483646 w 50"/>
                <a:gd name="T9" fmla="*/ 2147483646 h 40"/>
                <a:gd name="T10" fmla="*/ 2147483646 w 50"/>
                <a:gd name="T11" fmla="*/ 2147483646 h 40"/>
                <a:gd name="T12" fmla="*/ 0 w 50"/>
                <a:gd name="T13" fmla="*/ 2147483646 h 4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0" h="40">
                  <a:moveTo>
                    <a:pt x="0" y="20"/>
                  </a:moveTo>
                  <a:lnTo>
                    <a:pt x="10" y="0"/>
                  </a:lnTo>
                  <a:lnTo>
                    <a:pt x="30" y="0"/>
                  </a:lnTo>
                  <a:lnTo>
                    <a:pt x="50" y="20"/>
                  </a:lnTo>
                  <a:lnTo>
                    <a:pt x="30" y="40"/>
                  </a:lnTo>
                  <a:lnTo>
                    <a:pt x="10" y="40"/>
                  </a:lnTo>
                  <a:lnTo>
                    <a:pt x="0" y="20"/>
                  </a:lnTo>
                  <a:close/>
                </a:path>
              </a:pathLst>
            </a:custGeom>
            <a:solidFill>
              <a:srgbClr val="000000"/>
            </a:solidFill>
            <a:ln w="15875">
              <a:solidFill>
                <a:srgbClr val="FFFF00"/>
              </a:solidFill>
              <a:prstDash val="solid"/>
              <a:round/>
              <a:headEnd/>
              <a:tailEnd/>
            </a:ln>
          </p:spPr>
          <p:txBody>
            <a:bodyPr/>
            <a:lstStyle/>
            <a:p>
              <a:endParaRPr lang="zh-CN" altLang="en-US"/>
            </a:p>
          </p:txBody>
        </p:sp>
        <p:sp>
          <p:nvSpPr>
            <p:cNvPr id="60441" name="Freeform 23">
              <a:extLst>
                <a:ext uri="{FF2B5EF4-FFF2-40B4-BE49-F238E27FC236}">
                  <a16:creationId xmlns:a16="http://schemas.microsoft.com/office/drawing/2014/main" id="{14AAD844-6EDD-401F-9B28-42983FE0F3E4}"/>
                </a:ext>
              </a:extLst>
            </p:cNvPr>
            <p:cNvSpPr>
              <a:spLocks/>
            </p:cNvSpPr>
            <p:nvPr/>
          </p:nvSpPr>
          <p:spPr bwMode="auto">
            <a:xfrm>
              <a:off x="4029075" y="1554163"/>
              <a:ext cx="79375" cy="63500"/>
            </a:xfrm>
            <a:custGeom>
              <a:avLst/>
              <a:gdLst>
                <a:gd name="T0" fmla="*/ 0 w 50"/>
                <a:gd name="T1" fmla="*/ 2147483646 h 40"/>
                <a:gd name="T2" fmla="*/ 2147483646 w 50"/>
                <a:gd name="T3" fmla="*/ 0 h 40"/>
                <a:gd name="T4" fmla="*/ 2147483646 w 50"/>
                <a:gd name="T5" fmla="*/ 0 h 40"/>
                <a:gd name="T6" fmla="*/ 2147483646 w 50"/>
                <a:gd name="T7" fmla="*/ 2147483646 h 40"/>
                <a:gd name="T8" fmla="*/ 2147483646 w 50"/>
                <a:gd name="T9" fmla="*/ 2147483646 h 40"/>
                <a:gd name="T10" fmla="*/ 2147483646 w 50"/>
                <a:gd name="T11" fmla="*/ 2147483646 h 40"/>
                <a:gd name="T12" fmla="*/ 0 w 50"/>
                <a:gd name="T13" fmla="*/ 2147483646 h 4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0" h="40">
                  <a:moveTo>
                    <a:pt x="0" y="20"/>
                  </a:moveTo>
                  <a:lnTo>
                    <a:pt x="10" y="0"/>
                  </a:lnTo>
                  <a:lnTo>
                    <a:pt x="40" y="0"/>
                  </a:lnTo>
                  <a:lnTo>
                    <a:pt x="50" y="20"/>
                  </a:lnTo>
                  <a:lnTo>
                    <a:pt x="40" y="40"/>
                  </a:lnTo>
                  <a:lnTo>
                    <a:pt x="10" y="40"/>
                  </a:lnTo>
                  <a:lnTo>
                    <a:pt x="0" y="20"/>
                  </a:lnTo>
                  <a:close/>
                </a:path>
              </a:pathLst>
            </a:custGeom>
            <a:solidFill>
              <a:srgbClr val="000000"/>
            </a:solidFill>
            <a:ln w="15875">
              <a:solidFill>
                <a:schemeClr val="tx1"/>
              </a:solidFill>
              <a:prstDash val="solid"/>
              <a:round/>
              <a:headEnd/>
              <a:tailEnd/>
            </a:ln>
          </p:spPr>
          <p:txBody>
            <a:bodyPr/>
            <a:lstStyle/>
            <a:p>
              <a:endParaRPr lang="zh-CN" altLang="en-US"/>
            </a:p>
          </p:txBody>
        </p:sp>
        <p:sp>
          <p:nvSpPr>
            <p:cNvPr id="60442" name="Line 24">
              <a:extLst>
                <a:ext uri="{FF2B5EF4-FFF2-40B4-BE49-F238E27FC236}">
                  <a16:creationId xmlns:a16="http://schemas.microsoft.com/office/drawing/2014/main" id="{0AEFCD5B-9868-4285-8452-1F9DC983AF16}"/>
                </a:ext>
              </a:extLst>
            </p:cNvPr>
            <p:cNvSpPr>
              <a:spLocks noChangeShapeType="1"/>
            </p:cNvSpPr>
            <p:nvPr/>
          </p:nvSpPr>
          <p:spPr bwMode="auto">
            <a:xfrm flipH="1">
              <a:off x="4679156" y="1611686"/>
              <a:ext cx="13842" cy="36090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0443" name="Freeform 25">
              <a:extLst>
                <a:ext uri="{FF2B5EF4-FFF2-40B4-BE49-F238E27FC236}">
                  <a16:creationId xmlns:a16="http://schemas.microsoft.com/office/drawing/2014/main" id="{694FBC2D-ED0C-481C-ADA2-ABA43859A0A1}"/>
                </a:ext>
              </a:extLst>
            </p:cNvPr>
            <p:cNvSpPr>
              <a:spLocks/>
            </p:cNvSpPr>
            <p:nvPr/>
          </p:nvSpPr>
          <p:spPr bwMode="auto">
            <a:xfrm>
              <a:off x="4638675" y="1934493"/>
              <a:ext cx="77788" cy="188912"/>
            </a:xfrm>
            <a:custGeom>
              <a:avLst/>
              <a:gdLst>
                <a:gd name="T0" fmla="*/ 2147483646 w 49"/>
                <a:gd name="T1" fmla="*/ 0 h 119"/>
                <a:gd name="T2" fmla="*/ 2147483646 w 49"/>
                <a:gd name="T3" fmla="*/ 2147483646 h 119"/>
                <a:gd name="T4" fmla="*/ 0 w 49"/>
                <a:gd name="T5" fmla="*/ 0 h 119"/>
                <a:gd name="T6" fmla="*/ 2147483646 w 49"/>
                <a:gd name="T7" fmla="*/ 2147483646 h 119"/>
                <a:gd name="T8" fmla="*/ 2147483646 w 49"/>
                <a:gd name="T9" fmla="*/ 0 h 1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119">
                  <a:moveTo>
                    <a:pt x="49" y="0"/>
                  </a:moveTo>
                  <a:lnTo>
                    <a:pt x="20" y="20"/>
                  </a:lnTo>
                  <a:lnTo>
                    <a:pt x="0" y="0"/>
                  </a:lnTo>
                  <a:lnTo>
                    <a:pt x="20" y="119"/>
                  </a:lnTo>
                  <a:lnTo>
                    <a:pt x="49" y="0"/>
                  </a:lnTo>
                  <a:close/>
                </a:path>
              </a:pathLst>
            </a:custGeom>
            <a:solidFill>
              <a:srgbClr val="FFFF00"/>
            </a:solidFill>
            <a:ln w="158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0444" name="Line 26">
              <a:extLst>
                <a:ext uri="{FF2B5EF4-FFF2-40B4-BE49-F238E27FC236}">
                  <a16:creationId xmlns:a16="http://schemas.microsoft.com/office/drawing/2014/main" id="{16FA2195-87EE-43F4-8C64-39E1A1110384}"/>
                </a:ext>
              </a:extLst>
            </p:cNvPr>
            <p:cNvSpPr>
              <a:spLocks noChangeShapeType="1"/>
            </p:cNvSpPr>
            <p:nvPr/>
          </p:nvSpPr>
          <p:spPr bwMode="auto">
            <a:xfrm>
              <a:off x="5256213" y="1585914"/>
              <a:ext cx="1214437" cy="44303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0445" name="Rectangle 27">
              <a:extLst>
                <a:ext uri="{FF2B5EF4-FFF2-40B4-BE49-F238E27FC236}">
                  <a16:creationId xmlns:a16="http://schemas.microsoft.com/office/drawing/2014/main" id="{A7AF30FB-BAE1-4E0D-8518-E5B39309036C}"/>
                </a:ext>
              </a:extLst>
            </p:cNvPr>
            <p:cNvSpPr>
              <a:spLocks noChangeArrowheads="1"/>
            </p:cNvSpPr>
            <p:nvPr/>
          </p:nvSpPr>
          <p:spPr bwMode="auto">
            <a:xfrm>
              <a:off x="3619501" y="1160462"/>
              <a:ext cx="131761" cy="302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00"/>
                  </a:solidFill>
                  <a:miter lim="800000"/>
                  <a:headEnd/>
                  <a:tailEnd/>
                </a14:hiddenLine>
              </a:ext>
            </a:extLst>
          </p:spPr>
          <p:txBody>
            <a:bodyPr wrap="none" lIns="0" tIns="0" rIns="0" bIns="0">
              <a:spAutoFit/>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r>
                <a:rPr lang="en-US" altLang="zh-CN" sz="1600" b="1">
                  <a:solidFill>
                    <a:schemeClr val="tx1"/>
                  </a:solidFill>
                  <a:latin typeface="Times" panose="02020603050405020304" pitchFamily="18" charset="0"/>
                  <a:ea typeface="宋体" panose="02010600030101010101" pitchFamily="2" charset="-122"/>
                </a:rPr>
                <a:t>1</a:t>
              </a:r>
              <a:endParaRPr lang="en-US" altLang="zh-CN" sz="1800" b="1">
                <a:solidFill>
                  <a:schemeClr val="tx1"/>
                </a:solidFill>
                <a:latin typeface="Arial" panose="020B0604020202020204" pitchFamily="34" charset="0"/>
                <a:ea typeface="宋体" panose="02010600030101010101" pitchFamily="2" charset="-122"/>
              </a:endParaRPr>
            </a:p>
          </p:txBody>
        </p:sp>
        <p:sp>
          <p:nvSpPr>
            <p:cNvPr id="60446" name="Rectangle 28">
              <a:extLst>
                <a:ext uri="{FF2B5EF4-FFF2-40B4-BE49-F238E27FC236}">
                  <a16:creationId xmlns:a16="http://schemas.microsoft.com/office/drawing/2014/main" id="{DE48888F-BDF4-4CF6-8B2F-D14D49BE6AB3}"/>
                </a:ext>
              </a:extLst>
            </p:cNvPr>
            <p:cNvSpPr>
              <a:spLocks noChangeArrowheads="1"/>
            </p:cNvSpPr>
            <p:nvPr/>
          </p:nvSpPr>
          <p:spPr bwMode="auto">
            <a:xfrm>
              <a:off x="3619501" y="2113880"/>
              <a:ext cx="131761" cy="3024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r>
                <a:rPr lang="en-US" altLang="zh-CN" sz="1600" b="1">
                  <a:solidFill>
                    <a:schemeClr val="tx1"/>
                  </a:solidFill>
                  <a:latin typeface="Times" panose="02020603050405020304" pitchFamily="18" charset="0"/>
                  <a:ea typeface="宋体" panose="02010600030101010101" pitchFamily="2" charset="-122"/>
                </a:rPr>
                <a:t>3</a:t>
              </a:r>
            </a:p>
          </p:txBody>
        </p:sp>
        <p:sp>
          <p:nvSpPr>
            <p:cNvPr id="60447" name="Rectangle 29">
              <a:extLst>
                <a:ext uri="{FF2B5EF4-FFF2-40B4-BE49-F238E27FC236}">
                  <a16:creationId xmlns:a16="http://schemas.microsoft.com/office/drawing/2014/main" id="{D6524A47-633F-46CF-B261-9A3896ED94F8}"/>
                </a:ext>
              </a:extLst>
            </p:cNvPr>
            <p:cNvSpPr>
              <a:spLocks noChangeArrowheads="1"/>
            </p:cNvSpPr>
            <p:nvPr/>
          </p:nvSpPr>
          <p:spPr bwMode="auto">
            <a:xfrm>
              <a:off x="1243013" y="2098005"/>
              <a:ext cx="598487" cy="298450"/>
            </a:xfrm>
            <a:prstGeom prst="rect">
              <a:avLst/>
            </a:prstGeom>
            <a:solidFill>
              <a:schemeClr val="accent1"/>
            </a:solidFill>
            <a:ln w="15875">
              <a:solidFill>
                <a:srgbClr val="99CC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lang="zh-CN" altLang="en-US" sz="1800">
                <a:solidFill>
                  <a:schemeClr val="tx1"/>
                </a:solidFill>
                <a:latin typeface="Arial" panose="020B0604020202020204" pitchFamily="34" charset="0"/>
                <a:ea typeface="宋体" panose="02010600030101010101" pitchFamily="2" charset="-122"/>
              </a:endParaRPr>
            </a:p>
          </p:txBody>
        </p:sp>
        <p:sp>
          <p:nvSpPr>
            <p:cNvPr id="60448" name="Rectangle 30">
              <a:extLst>
                <a:ext uri="{FF2B5EF4-FFF2-40B4-BE49-F238E27FC236}">
                  <a16:creationId xmlns:a16="http://schemas.microsoft.com/office/drawing/2014/main" id="{006486CB-AD16-4ABB-9C70-5377EB883A9F}"/>
                </a:ext>
              </a:extLst>
            </p:cNvPr>
            <p:cNvSpPr>
              <a:spLocks noChangeArrowheads="1"/>
            </p:cNvSpPr>
            <p:nvPr/>
          </p:nvSpPr>
          <p:spPr bwMode="auto">
            <a:xfrm>
              <a:off x="1463675" y="2113880"/>
              <a:ext cx="189407" cy="3024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r>
                <a:rPr lang="en-US" altLang="zh-CN" sz="1600" b="1">
                  <a:solidFill>
                    <a:srgbClr val="000000"/>
                  </a:solidFill>
                  <a:latin typeface="Times" panose="02020603050405020304" pitchFamily="18" charset="0"/>
                  <a:ea typeface="宋体" panose="02010600030101010101" pitchFamily="2" charset="-122"/>
                </a:rPr>
                <a:t>A</a:t>
              </a:r>
            </a:p>
          </p:txBody>
        </p:sp>
        <p:sp>
          <p:nvSpPr>
            <p:cNvPr id="60449" name="Rectangle 31">
              <a:extLst>
                <a:ext uri="{FF2B5EF4-FFF2-40B4-BE49-F238E27FC236}">
                  <a16:creationId xmlns:a16="http://schemas.microsoft.com/office/drawing/2014/main" id="{DEB37937-3FB4-4D6B-9B5B-E5D4BAD62E7F}"/>
                </a:ext>
              </a:extLst>
            </p:cNvPr>
            <p:cNvSpPr>
              <a:spLocks noChangeArrowheads="1"/>
            </p:cNvSpPr>
            <p:nvPr/>
          </p:nvSpPr>
          <p:spPr bwMode="auto">
            <a:xfrm>
              <a:off x="1841500" y="2098005"/>
              <a:ext cx="598488" cy="298450"/>
            </a:xfrm>
            <a:prstGeom prst="rect">
              <a:avLst/>
            </a:prstGeom>
            <a:solidFill>
              <a:schemeClr val="accent1"/>
            </a:solidFill>
            <a:ln w="15875">
              <a:solidFill>
                <a:srgbClr val="99CC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lang="zh-CN" altLang="en-US" sz="1800">
                <a:solidFill>
                  <a:schemeClr val="tx1"/>
                </a:solidFill>
                <a:latin typeface="Arial" panose="020B0604020202020204" pitchFamily="34" charset="0"/>
                <a:ea typeface="宋体" panose="02010600030101010101" pitchFamily="2" charset="-122"/>
              </a:endParaRPr>
            </a:p>
          </p:txBody>
        </p:sp>
        <p:sp>
          <p:nvSpPr>
            <p:cNvPr id="60450" name="Rectangle 32">
              <a:extLst>
                <a:ext uri="{FF2B5EF4-FFF2-40B4-BE49-F238E27FC236}">
                  <a16:creationId xmlns:a16="http://schemas.microsoft.com/office/drawing/2014/main" id="{3FACEFF0-8F66-4610-82A5-F81E7F0053E4}"/>
                </a:ext>
              </a:extLst>
            </p:cNvPr>
            <p:cNvSpPr>
              <a:spLocks noChangeArrowheads="1"/>
            </p:cNvSpPr>
            <p:nvPr/>
          </p:nvSpPr>
          <p:spPr bwMode="auto">
            <a:xfrm>
              <a:off x="2078038" y="2113880"/>
              <a:ext cx="174997" cy="3024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r>
                <a:rPr lang="en-US" altLang="zh-CN" sz="1600" b="1">
                  <a:solidFill>
                    <a:srgbClr val="000000"/>
                  </a:solidFill>
                  <a:latin typeface="Times" panose="02020603050405020304" pitchFamily="18" charset="0"/>
                  <a:ea typeface="宋体" panose="02010600030101010101" pitchFamily="2" charset="-122"/>
                </a:rPr>
                <a:t>B</a:t>
              </a:r>
            </a:p>
          </p:txBody>
        </p:sp>
        <p:sp>
          <p:nvSpPr>
            <p:cNvPr id="60451" name="Rectangle 33">
              <a:extLst>
                <a:ext uri="{FF2B5EF4-FFF2-40B4-BE49-F238E27FC236}">
                  <a16:creationId xmlns:a16="http://schemas.microsoft.com/office/drawing/2014/main" id="{EBA702BB-9C3B-487B-81B8-48480691B6F9}"/>
                </a:ext>
              </a:extLst>
            </p:cNvPr>
            <p:cNvSpPr>
              <a:spLocks noChangeArrowheads="1"/>
            </p:cNvSpPr>
            <p:nvPr/>
          </p:nvSpPr>
          <p:spPr bwMode="auto">
            <a:xfrm>
              <a:off x="2439988" y="2098005"/>
              <a:ext cx="581025" cy="298450"/>
            </a:xfrm>
            <a:prstGeom prst="rect">
              <a:avLst/>
            </a:prstGeom>
            <a:solidFill>
              <a:schemeClr val="accent1"/>
            </a:solidFill>
            <a:ln w="15875">
              <a:solidFill>
                <a:srgbClr val="99CC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lang="zh-CN" altLang="en-US" sz="1800">
                <a:solidFill>
                  <a:schemeClr val="tx1"/>
                </a:solidFill>
                <a:latin typeface="Arial" panose="020B0604020202020204" pitchFamily="34" charset="0"/>
                <a:ea typeface="宋体" panose="02010600030101010101" pitchFamily="2" charset="-122"/>
              </a:endParaRPr>
            </a:p>
          </p:txBody>
        </p:sp>
        <p:sp>
          <p:nvSpPr>
            <p:cNvPr id="60452" name="Rectangle 34">
              <a:extLst>
                <a:ext uri="{FF2B5EF4-FFF2-40B4-BE49-F238E27FC236}">
                  <a16:creationId xmlns:a16="http://schemas.microsoft.com/office/drawing/2014/main" id="{2814FA79-C59E-42D4-99FA-011812CB5429}"/>
                </a:ext>
              </a:extLst>
            </p:cNvPr>
            <p:cNvSpPr>
              <a:spLocks noChangeArrowheads="1"/>
            </p:cNvSpPr>
            <p:nvPr/>
          </p:nvSpPr>
          <p:spPr bwMode="auto">
            <a:xfrm>
              <a:off x="2659063" y="2113880"/>
              <a:ext cx="189407" cy="3024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r>
                <a:rPr lang="en-US" altLang="zh-CN" sz="1600" b="1">
                  <a:solidFill>
                    <a:schemeClr val="tx1"/>
                  </a:solidFill>
                  <a:latin typeface="Times" panose="02020603050405020304" pitchFamily="18" charset="0"/>
                  <a:ea typeface="宋体" panose="02010600030101010101" pitchFamily="2" charset="-122"/>
                </a:rPr>
                <a:t>D</a:t>
              </a:r>
            </a:p>
          </p:txBody>
        </p:sp>
        <p:sp>
          <p:nvSpPr>
            <p:cNvPr id="60453" name="Rectangle 35">
              <a:extLst>
                <a:ext uri="{FF2B5EF4-FFF2-40B4-BE49-F238E27FC236}">
                  <a16:creationId xmlns:a16="http://schemas.microsoft.com/office/drawing/2014/main" id="{0CF4993A-1BA4-40C6-9873-DFC4F12E1C91}"/>
                </a:ext>
              </a:extLst>
            </p:cNvPr>
            <p:cNvSpPr>
              <a:spLocks noChangeArrowheads="1"/>
            </p:cNvSpPr>
            <p:nvPr/>
          </p:nvSpPr>
          <p:spPr bwMode="auto">
            <a:xfrm>
              <a:off x="1243013" y="2396455"/>
              <a:ext cx="598487" cy="300038"/>
            </a:xfrm>
            <a:prstGeom prst="rect">
              <a:avLst/>
            </a:prstGeom>
            <a:solidFill>
              <a:schemeClr val="accent1"/>
            </a:solidFill>
            <a:ln w="15875">
              <a:solidFill>
                <a:srgbClr val="99CC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lang="zh-CN" altLang="en-US" sz="1800">
                <a:solidFill>
                  <a:schemeClr val="tx1"/>
                </a:solidFill>
                <a:latin typeface="Arial" panose="020B0604020202020204" pitchFamily="34" charset="0"/>
                <a:ea typeface="宋体" panose="02010600030101010101" pitchFamily="2" charset="-122"/>
              </a:endParaRPr>
            </a:p>
          </p:txBody>
        </p:sp>
        <p:sp>
          <p:nvSpPr>
            <p:cNvPr id="60454" name="Rectangle 36">
              <a:extLst>
                <a:ext uri="{FF2B5EF4-FFF2-40B4-BE49-F238E27FC236}">
                  <a16:creationId xmlns:a16="http://schemas.microsoft.com/office/drawing/2014/main" id="{18B9C17E-000C-4992-9FD3-91D3BA4776D0}"/>
                </a:ext>
              </a:extLst>
            </p:cNvPr>
            <p:cNvSpPr>
              <a:spLocks noChangeArrowheads="1"/>
            </p:cNvSpPr>
            <p:nvPr/>
          </p:nvSpPr>
          <p:spPr bwMode="auto">
            <a:xfrm>
              <a:off x="1841500" y="2396455"/>
              <a:ext cx="598488" cy="300038"/>
            </a:xfrm>
            <a:prstGeom prst="rect">
              <a:avLst/>
            </a:prstGeom>
            <a:solidFill>
              <a:schemeClr val="accent1"/>
            </a:solidFill>
            <a:ln w="15875">
              <a:solidFill>
                <a:srgbClr val="99CC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lang="zh-CN" altLang="en-US" sz="1800">
                <a:solidFill>
                  <a:schemeClr val="tx1"/>
                </a:solidFill>
                <a:latin typeface="Arial" panose="020B0604020202020204" pitchFamily="34" charset="0"/>
                <a:ea typeface="宋体" panose="02010600030101010101" pitchFamily="2" charset="-122"/>
              </a:endParaRPr>
            </a:p>
          </p:txBody>
        </p:sp>
        <p:sp>
          <p:nvSpPr>
            <p:cNvPr id="60455" name="Rectangle 37">
              <a:extLst>
                <a:ext uri="{FF2B5EF4-FFF2-40B4-BE49-F238E27FC236}">
                  <a16:creationId xmlns:a16="http://schemas.microsoft.com/office/drawing/2014/main" id="{2A3CFDB6-24F9-4001-8E6B-230C01EFFC49}"/>
                </a:ext>
              </a:extLst>
            </p:cNvPr>
            <p:cNvSpPr>
              <a:spLocks noChangeArrowheads="1"/>
            </p:cNvSpPr>
            <p:nvPr/>
          </p:nvSpPr>
          <p:spPr bwMode="auto">
            <a:xfrm>
              <a:off x="2439988" y="2396455"/>
              <a:ext cx="581025" cy="300038"/>
            </a:xfrm>
            <a:prstGeom prst="rect">
              <a:avLst/>
            </a:prstGeom>
            <a:solidFill>
              <a:schemeClr val="accent1"/>
            </a:solidFill>
            <a:ln w="15875">
              <a:solidFill>
                <a:srgbClr val="99CC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lang="zh-CN" altLang="en-US" sz="1800">
                <a:solidFill>
                  <a:schemeClr val="tx1"/>
                </a:solidFill>
                <a:latin typeface="Arial" panose="020B0604020202020204" pitchFamily="34" charset="0"/>
                <a:ea typeface="宋体" panose="02010600030101010101" pitchFamily="2" charset="-122"/>
              </a:endParaRPr>
            </a:p>
          </p:txBody>
        </p:sp>
        <p:sp>
          <p:nvSpPr>
            <p:cNvPr id="60456" name="Rectangle 38">
              <a:extLst>
                <a:ext uri="{FF2B5EF4-FFF2-40B4-BE49-F238E27FC236}">
                  <a16:creationId xmlns:a16="http://schemas.microsoft.com/office/drawing/2014/main" id="{D8C20D12-6F6B-4DB4-9F53-DA66A425D3DA}"/>
                </a:ext>
              </a:extLst>
            </p:cNvPr>
            <p:cNvSpPr>
              <a:spLocks noChangeArrowheads="1"/>
            </p:cNvSpPr>
            <p:nvPr/>
          </p:nvSpPr>
          <p:spPr bwMode="auto">
            <a:xfrm>
              <a:off x="1101724" y="2113880"/>
              <a:ext cx="131761" cy="3024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r>
                <a:rPr lang="en-US" altLang="zh-CN" sz="1600" b="1">
                  <a:solidFill>
                    <a:schemeClr val="tx1"/>
                  </a:solidFill>
                  <a:latin typeface="Times" panose="02020603050405020304" pitchFamily="18" charset="0"/>
                  <a:ea typeface="宋体" panose="02010600030101010101" pitchFamily="2" charset="-122"/>
                </a:rPr>
                <a:t>2</a:t>
              </a:r>
            </a:p>
          </p:txBody>
        </p:sp>
        <p:sp>
          <p:nvSpPr>
            <p:cNvPr id="60457" name="Line 39">
              <a:extLst>
                <a:ext uri="{FF2B5EF4-FFF2-40B4-BE49-F238E27FC236}">
                  <a16:creationId xmlns:a16="http://schemas.microsoft.com/office/drawing/2014/main" id="{046BAA83-3A79-4565-B042-D0D219096952}"/>
                </a:ext>
              </a:extLst>
            </p:cNvPr>
            <p:cNvSpPr>
              <a:spLocks noChangeShapeType="1"/>
            </p:cNvSpPr>
            <p:nvPr/>
          </p:nvSpPr>
          <p:spPr bwMode="auto">
            <a:xfrm flipH="1">
              <a:off x="2919412" y="1585914"/>
              <a:ext cx="1157287" cy="44303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0458" name="Freeform 40">
              <a:extLst>
                <a:ext uri="{FF2B5EF4-FFF2-40B4-BE49-F238E27FC236}">
                  <a16:creationId xmlns:a16="http://schemas.microsoft.com/office/drawing/2014/main" id="{F445CB5D-3218-46DC-AC0D-77AC532D63E0}"/>
                </a:ext>
              </a:extLst>
            </p:cNvPr>
            <p:cNvSpPr>
              <a:spLocks/>
            </p:cNvSpPr>
            <p:nvPr/>
          </p:nvSpPr>
          <p:spPr bwMode="auto">
            <a:xfrm>
              <a:off x="2738438" y="1972593"/>
              <a:ext cx="188912" cy="125412"/>
            </a:xfrm>
            <a:custGeom>
              <a:avLst/>
              <a:gdLst>
                <a:gd name="T0" fmla="*/ 2147483646 w 119"/>
                <a:gd name="T1" fmla="*/ 2147483646 h 79"/>
                <a:gd name="T2" fmla="*/ 2147483646 w 119"/>
                <a:gd name="T3" fmla="*/ 2147483646 h 79"/>
                <a:gd name="T4" fmla="*/ 2147483646 w 119"/>
                <a:gd name="T5" fmla="*/ 0 h 79"/>
                <a:gd name="T6" fmla="*/ 0 w 119"/>
                <a:gd name="T7" fmla="*/ 2147483646 h 79"/>
                <a:gd name="T8" fmla="*/ 2147483646 w 119"/>
                <a:gd name="T9" fmla="*/ 2147483646 h 7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9" h="79">
                  <a:moveTo>
                    <a:pt x="119" y="40"/>
                  </a:moveTo>
                  <a:lnTo>
                    <a:pt x="89" y="30"/>
                  </a:lnTo>
                  <a:lnTo>
                    <a:pt x="99" y="0"/>
                  </a:lnTo>
                  <a:lnTo>
                    <a:pt x="0" y="79"/>
                  </a:lnTo>
                  <a:lnTo>
                    <a:pt x="119" y="40"/>
                  </a:lnTo>
                  <a:close/>
                </a:path>
              </a:pathLst>
            </a:custGeom>
            <a:solidFill>
              <a:srgbClr val="FFFF00"/>
            </a:solidFill>
            <a:ln w="15875">
              <a:solidFill>
                <a:schemeClr val="tx1"/>
              </a:solidFill>
              <a:prstDash val="solid"/>
              <a:round/>
              <a:headEnd/>
              <a:tailEnd/>
            </a:ln>
          </p:spPr>
          <p:txBody>
            <a:bodyPr/>
            <a:lstStyle/>
            <a:p>
              <a:endParaRPr lang="zh-CN" altLang="en-US"/>
            </a:p>
          </p:txBody>
        </p:sp>
        <p:sp>
          <p:nvSpPr>
            <p:cNvPr id="60459" name="Rectangle 41">
              <a:extLst>
                <a:ext uri="{FF2B5EF4-FFF2-40B4-BE49-F238E27FC236}">
                  <a16:creationId xmlns:a16="http://schemas.microsoft.com/office/drawing/2014/main" id="{E5AFFA82-BECB-43A9-83AC-3FADD0687882}"/>
                </a:ext>
              </a:extLst>
            </p:cNvPr>
            <p:cNvSpPr>
              <a:spLocks noChangeArrowheads="1"/>
            </p:cNvSpPr>
            <p:nvPr/>
          </p:nvSpPr>
          <p:spPr bwMode="auto">
            <a:xfrm>
              <a:off x="6296025" y="2098005"/>
              <a:ext cx="596900" cy="298450"/>
            </a:xfrm>
            <a:prstGeom prst="rect">
              <a:avLst/>
            </a:prstGeom>
            <a:solidFill>
              <a:schemeClr val="accent1"/>
            </a:solidFill>
            <a:ln w="1587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lang="zh-CN" altLang="en-US" sz="1800">
                <a:solidFill>
                  <a:schemeClr val="tx1"/>
                </a:solidFill>
                <a:latin typeface="Arial" panose="020B0604020202020204" pitchFamily="34" charset="0"/>
                <a:ea typeface="宋体" panose="02010600030101010101" pitchFamily="2" charset="-122"/>
              </a:endParaRPr>
            </a:p>
          </p:txBody>
        </p:sp>
        <p:sp>
          <p:nvSpPr>
            <p:cNvPr id="60460" name="Rectangle 42">
              <a:extLst>
                <a:ext uri="{FF2B5EF4-FFF2-40B4-BE49-F238E27FC236}">
                  <a16:creationId xmlns:a16="http://schemas.microsoft.com/office/drawing/2014/main" id="{BF05B858-F7DB-4B9D-8D5B-51EC88BEBF50}"/>
                </a:ext>
              </a:extLst>
            </p:cNvPr>
            <p:cNvSpPr>
              <a:spLocks noChangeArrowheads="1"/>
            </p:cNvSpPr>
            <p:nvPr/>
          </p:nvSpPr>
          <p:spPr bwMode="auto">
            <a:xfrm>
              <a:off x="6530975" y="2113880"/>
              <a:ext cx="205877" cy="3024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r>
                <a:rPr lang="en-US" altLang="zh-CN" sz="1600" b="1">
                  <a:solidFill>
                    <a:schemeClr val="tx1"/>
                  </a:solidFill>
                  <a:latin typeface="Times" panose="02020603050405020304" pitchFamily="18" charset="0"/>
                  <a:ea typeface="宋体" panose="02010600030101010101" pitchFamily="2" charset="-122"/>
                </a:rPr>
                <a:t>G</a:t>
              </a:r>
            </a:p>
          </p:txBody>
        </p:sp>
        <p:sp>
          <p:nvSpPr>
            <p:cNvPr id="60461" name="Rectangle 43">
              <a:extLst>
                <a:ext uri="{FF2B5EF4-FFF2-40B4-BE49-F238E27FC236}">
                  <a16:creationId xmlns:a16="http://schemas.microsoft.com/office/drawing/2014/main" id="{EACDEB1A-9A88-47CE-AE9F-0217631ED838}"/>
                </a:ext>
              </a:extLst>
            </p:cNvPr>
            <p:cNvSpPr>
              <a:spLocks noChangeArrowheads="1"/>
            </p:cNvSpPr>
            <p:nvPr/>
          </p:nvSpPr>
          <p:spPr bwMode="auto">
            <a:xfrm>
              <a:off x="6892925" y="2098005"/>
              <a:ext cx="598488" cy="298450"/>
            </a:xfrm>
            <a:prstGeom prst="rect">
              <a:avLst/>
            </a:prstGeom>
            <a:solidFill>
              <a:schemeClr val="accent1"/>
            </a:solidFill>
            <a:ln w="15875">
              <a:solidFill>
                <a:srgbClr val="99CC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lang="zh-CN" altLang="en-US" sz="1800">
                <a:solidFill>
                  <a:schemeClr val="tx1"/>
                </a:solidFill>
                <a:latin typeface="Arial" panose="020B0604020202020204" pitchFamily="34" charset="0"/>
                <a:ea typeface="宋体" panose="02010600030101010101" pitchFamily="2" charset="-122"/>
              </a:endParaRPr>
            </a:p>
          </p:txBody>
        </p:sp>
        <p:sp>
          <p:nvSpPr>
            <p:cNvPr id="60462" name="Rectangle 44">
              <a:extLst>
                <a:ext uri="{FF2B5EF4-FFF2-40B4-BE49-F238E27FC236}">
                  <a16:creationId xmlns:a16="http://schemas.microsoft.com/office/drawing/2014/main" id="{B19DB1FB-B69C-4163-80D6-D28217FAA69B}"/>
                </a:ext>
              </a:extLst>
            </p:cNvPr>
            <p:cNvSpPr>
              <a:spLocks noChangeArrowheads="1"/>
            </p:cNvSpPr>
            <p:nvPr/>
          </p:nvSpPr>
          <p:spPr bwMode="auto">
            <a:xfrm>
              <a:off x="7113588" y="2113880"/>
              <a:ext cx="189407" cy="3024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r>
                <a:rPr lang="en-US" altLang="zh-CN" sz="1600" b="1">
                  <a:solidFill>
                    <a:srgbClr val="000000"/>
                  </a:solidFill>
                  <a:latin typeface="Times" panose="02020603050405020304" pitchFamily="18" charset="0"/>
                  <a:ea typeface="宋体" panose="02010600030101010101" pitchFamily="2" charset="-122"/>
                </a:rPr>
                <a:t>A</a:t>
              </a:r>
            </a:p>
          </p:txBody>
        </p:sp>
        <p:sp>
          <p:nvSpPr>
            <p:cNvPr id="60463" name="Rectangle 45">
              <a:extLst>
                <a:ext uri="{FF2B5EF4-FFF2-40B4-BE49-F238E27FC236}">
                  <a16:creationId xmlns:a16="http://schemas.microsoft.com/office/drawing/2014/main" id="{890E0594-9C06-478D-AD5C-B588CDEF4D2A}"/>
                </a:ext>
              </a:extLst>
            </p:cNvPr>
            <p:cNvSpPr>
              <a:spLocks noChangeArrowheads="1"/>
            </p:cNvSpPr>
            <p:nvPr/>
          </p:nvSpPr>
          <p:spPr bwMode="auto">
            <a:xfrm>
              <a:off x="6296025" y="2396455"/>
              <a:ext cx="596900" cy="300038"/>
            </a:xfrm>
            <a:prstGeom prst="rect">
              <a:avLst/>
            </a:prstGeom>
            <a:solidFill>
              <a:schemeClr val="accent1"/>
            </a:solidFill>
            <a:ln w="1587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lang="zh-CN" altLang="en-US" sz="1800">
                <a:solidFill>
                  <a:schemeClr val="tx1"/>
                </a:solidFill>
                <a:latin typeface="Arial" panose="020B0604020202020204" pitchFamily="34" charset="0"/>
                <a:ea typeface="宋体" panose="02010600030101010101" pitchFamily="2" charset="-122"/>
              </a:endParaRPr>
            </a:p>
          </p:txBody>
        </p:sp>
        <p:sp>
          <p:nvSpPr>
            <p:cNvPr id="60464" name="Rectangle 46">
              <a:extLst>
                <a:ext uri="{FF2B5EF4-FFF2-40B4-BE49-F238E27FC236}">
                  <a16:creationId xmlns:a16="http://schemas.microsoft.com/office/drawing/2014/main" id="{BDBCFA24-DAD9-4B90-9BAF-392434E86617}"/>
                </a:ext>
              </a:extLst>
            </p:cNvPr>
            <p:cNvSpPr>
              <a:spLocks noChangeArrowheads="1"/>
            </p:cNvSpPr>
            <p:nvPr/>
          </p:nvSpPr>
          <p:spPr bwMode="auto">
            <a:xfrm>
              <a:off x="6892925" y="2396455"/>
              <a:ext cx="598488" cy="300038"/>
            </a:xfrm>
            <a:prstGeom prst="rect">
              <a:avLst/>
            </a:prstGeom>
            <a:solidFill>
              <a:schemeClr val="accent1"/>
            </a:solidFill>
            <a:ln w="1587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lang="zh-CN" altLang="en-US" sz="1800">
                <a:solidFill>
                  <a:schemeClr val="tx1"/>
                </a:solidFill>
                <a:latin typeface="Arial" panose="020B0604020202020204" pitchFamily="34" charset="0"/>
                <a:ea typeface="宋体" panose="02010600030101010101" pitchFamily="2" charset="-122"/>
              </a:endParaRPr>
            </a:p>
          </p:txBody>
        </p:sp>
        <p:sp>
          <p:nvSpPr>
            <p:cNvPr id="60465" name="Rectangle 47">
              <a:extLst>
                <a:ext uri="{FF2B5EF4-FFF2-40B4-BE49-F238E27FC236}">
                  <a16:creationId xmlns:a16="http://schemas.microsoft.com/office/drawing/2014/main" id="{D6DEE03B-5983-4CD5-990F-7D7CDB578739}"/>
                </a:ext>
              </a:extLst>
            </p:cNvPr>
            <p:cNvSpPr>
              <a:spLocks noChangeArrowheads="1"/>
            </p:cNvSpPr>
            <p:nvPr/>
          </p:nvSpPr>
          <p:spPr bwMode="auto">
            <a:xfrm>
              <a:off x="6156324" y="2123404"/>
              <a:ext cx="131761" cy="3024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r>
                <a:rPr lang="en-US" altLang="zh-CN" sz="1600" b="1">
                  <a:solidFill>
                    <a:schemeClr val="tx1"/>
                  </a:solidFill>
                  <a:latin typeface="Times" panose="02020603050405020304" pitchFamily="18" charset="0"/>
                  <a:ea typeface="宋体" panose="02010600030101010101" pitchFamily="2" charset="-122"/>
                </a:rPr>
                <a:t>4</a:t>
              </a:r>
            </a:p>
          </p:txBody>
        </p:sp>
        <p:sp>
          <p:nvSpPr>
            <p:cNvPr id="60466" name="Freeform 48">
              <a:extLst>
                <a:ext uri="{FF2B5EF4-FFF2-40B4-BE49-F238E27FC236}">
                  <a16:creationId xmlns:a16="http://schemas.microsoft.com/office/drawing/2014/main" id="{29ECF954-4D21-42FC-8290-21A278A4C628}"/>
                </a:ext>
              </a:extLst>
            </p:cNvPr>
            <p:cNvSpPr>
              <a:spLocks/>
            </p:cNvSpPr>
            <p:nvPr/>
          </p:nvSpPr>
          <p:spPr bwMode="auto">
            <a:xfrm>
              <a:off x="1511300" y="2507580"/>
              <a:ext cx="61913" cy="61913"/>
            </a:xfrm>
            <a:custGeom>
              <a:avLst/>
              <a:gdLst>
                <a:gd name="T0" fmla="*/ 0 w 39"/>
                <a:gd name="T1" fmla="*/ 2147483646 h 39"/>
                <a:gd name="T2" fmla="*/ 2147483646 w 39"/>
                <a:gd name="T3" fmla="*/ 0 h 39"/>
                <a:gd name="T4" fmla="*/ 2147483646 w 39"/>
                <a:gd name="T5" fmla="*/ 0 h 39"/>
                <a:gd name="T6" fmla="*/ 2147483646 w 39"/>
                <a:gd name="T7" fmla="*/ 2147483646 h 39"/>
                <a:gd name="T8" fmla="*/ 2147483646 w 39"/>
                <a:gd name="T9" fmla="*/ 2147483646 h 39"/>
                <a:gd name="T10" fmla="*/ 2147483646 w 39"/>
                <a:gd name="T11" fmla="*/ 2147483646 h 39"/>
                <a:gd name="T12" fmla="*/ 0 w 39"/>
                <a:gd name="T13" fmla="*/ 2147483646 h 3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9" h="39">
                  <a:moveTo>
                    <a:pt x="0" y="20"/>
                  </a:moveTo>
                  <a:lnTo>
                    <a:pt x="10" y="0"/>
                  </a:lnTo>
                  <a:lnTo>
                    <a:pt x="29" y="0"/>
                  </a:lnTo>
                  <a:lnTo>
                    <a:pt x="39" y="20"/>
                  </a:lnTo>
                  <a:lnTo>
                    <a:pt x="29" y="39"/>
                  </a:lnTo>
                  <a:lnTo>
                    <a:pt x="10" y="39"/>
                  </a:lnTo>
                  <a:lnTo>
                    <a:pt x="0" y="20"/>
                  </a:lnTo>
                  <a:close/>
                </a:path>
              </a:pathLst>
            </a:custGeom>
            <a:solidFill>
              <a:srgbClr val="000000"/>
            </a:solidFill>
            <a:ln w="15875">
              <a:solidFill>
                <a:schemeClr val="tx1"/>
              </a:solidFill>
              <a:prstDash val="solid"/>
              <a:round/>
              <a:headEnd/>
              <a:tailEnd/>
            </a:ln>
          </p:spPr>
          <p:txBody>
            <a:bodyPr/>
            <a:lstStyle/>
            <a:p>
              <a:endParaRPr lang="zh-CN" altLang="en-US"/>
            </a:p>
          </p:txBody>
        </p:sp>
        <p:sp>
          <p:nvSpPr>
            <p:cNvPr id="60467" name="Freeform 49">
              <a:extLst>
                <a:ext uri="{FF2B5EF4-FFF2-40B4-BE49-F238E27FC236}">
                  <a16:creationId xmlns:a16="http://schemas.microsoft.com/office/drawing/2014/main" id="{98D19574-E96D-49C1-B0ED-A6820CE72BAA}"/>
                </a:ext>
              </a:extLst>
            </p:cNvPr>
            <p:cNvSpPr>
              <a:spLocks/>
            </p:cNvSpPr>
            <p:nvPr/>
          </p:nvSpPr>
          <p:spPr bwMode="auto">
            <a:xfrm>
              <a:off x="2093913" y="2507580"/>
              <a:ext cx="77787" cy="61913"/>
            </a:xfrm>
            <a:custGeom>
              <a:avLst/>
              <a:gdLst>
                <a:gd name="T0" fmla="*/ 0 w 49"/>
                <a:gd name="T1" fmla="*/ 2147483646 h 39"/>
                <a:gd name="T2" fmla="*/ 2147483646 w 49"/>
                <a:gd name="T3" fmla="*/ 0 h 39"/>
                <a:gd name="T4" fmla="*/ 2147483646 w 49"/>
                <a:gd name="T5" fmla="*/ 0 h 39"/>
                <a:gd name="T6" fmla="*/ 2147483646 w 49"/>
                <a:gd name="T7" fmla="*/ 2147483646 h 39"/>
                <a:gd name="T8" fmla="*/ 2147483646 w 49"/>
                <a:gd name="T9" fmla="*/ 2147483646 h 39"/>
                <a:gd name="T10" fmla="*/ 2147483646 w 49"/>
                <a:gd name="T11" fmla="*/ 2147483646 h 39"/>
                <a:gd name="T12" fmla="*/ 0 w 49"/>
                <a:gd name="T13" fmla="*/ 2147483646 h 3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9" h="39">
                  <a:moveTo>
                    <a:pt x="0" y="20"/>
                  </a:moveTo>
                  <a:lnTo>
                    <a:pt x="19" y="0"/>
                  </a:lnTo>
                  <a:lnTo>
                    <a:pt x="39" y="0"/>
                  </a:lnTo>
                  <a:lnTo>
                    <a:pt x="49" y="20"/>
                  </a:lnTo>
                  <a:lnTo>
                    <a:pt x="39" y="39"/>
                  </a:lnTo>
                  <a:lnTo>
                    <a:pt x="19" y="39"/>
                  </a:lnTo>
                  <a:lnTo>
                    <a:pt x="0" y="20"/>
                  </a:lnTo>
                  <a:close/>
                </a:path>
              </a:pathLst>
            </a:custGeom>
            <a:solidFill>
              <a:srgbClr val="000000"/>
            </a:solidFill>
            <a:ln w="15875">
              <a:solidFill>
                <a:srgbClr val="FFFF00"/>
              </a:solidFill>
              <a:prstDash val="solid"/>
              <a:round/>
              <a:headEnd/>
              <a:tailEnd/>
            </a:ln>
          </p:spPr>
          <p:txBody>
            <a:bodyPr/>
            <a:lstStyle/>
            <a:p>
              <a:endParaRPr lang="zh-CN" altLang="en-US"/>
            </a:p>
          </p:txBody>
        </p:sp>
        <p:sp>
          <p:nvSpPr>
            <p:cNvPr id="60468" name="Freeform 50">
              <a:extLst>
                <a:ext uri="{FF2B5EF4-FFF2-40B4-BE49-F238E27FC236}">
                  <a16:creationId xmlns:a16="http://schemas.microsoft.com/office/drawing/2014/main" id="{671E62CC-5868-4074-9EF3-5F9777047526}"/>
                </a:ext>
              </a:extLst>
            </p:cNvPr>
            <p:cNvSpPr>
              <a:spLocks/>
            </p:cNvSpPr>
            <p:nvPr/>
          </p:nvSpPr>
          <p:spPr bwMode="auto">
            <a:xfrm>
              <a:off x="2690813" y="2507580"/>
              <a:ext cx="79375" cy="61913"/>
            </a:xfrm>
            <a:custGeom>
              <a:avLst/>
              <a:gdLst>
                <a:gd name="T0" fmla="*/ 0 w 50"/>
                <a:gd name="T1" fmla="*/ 2147483646 h 39"/>
                <a:gd name="T2" fmla="*/ 2147483646 w 50"/>
                <a:gd name="T3" fmla="*/ 0 h 39"/>
                <a:gd name="T4" fmla="*/ 2147483646 w 50"/>
                <a:gd name="T5" fmla="*/ 0 h 39"/>
                <a:gd name="T6" fmla="*/ 2147483646 w 50"/>
                <a:gd name="T7" fmla="*/ 2147483646 h 39"/>
                <a:gd name="T8" fmla="*/ 2147483646 w 50"/>
                <a:gd name="T9" fmla="*/ 2147483646 h 39"/>
                <a:gd name="T10" fmla="*/ 2147483646 w 50"/>
                <a:gd name="T11" fmla="*/ 2147483646 h 39"/>
                <a:gd name="T12" fmla="*/ 0 w 50"/>
                <a:gd name="T13" fmla="*/ 2147483646 h 3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0" h="39">
                  <a:moveTo>
                    <a:pt x="0" y="20"/>
                  </a:moveTo>
                  <a:lnTo>
                    <a:pt x="10" y="0"/>
                  </a:lnTo>
                  <a:lnTo>
                    <a:pt x="40" y="0"/>
                  </a:lnTo>
                  <a:lnTo>
                    <a:pt x="50" y="20"/>
                  </a:lnTo>
                  <a:lnTo>
                    <a:pt x="40" y="39"/>
                  </a:lnTo>
                  <a:lnTo>
                    <a:pt x="10" y="39"/>
                  </a:lnTo>
                  <a:lnTo>
                    <a:pt x="0" y="20"/>
                  </a:lnTo>
                  <a:close/>
                </a:path>
              </a:pathLst>
            </a:custGeom>
            <a:solidFill>
              <a:srgbClr val="000000"/>
            </a:solidFill>
            <a:ln w="15875">
              <a:solidFill>
                <a:srgbClr val="FFFF00"/>
              </a:solidFill>
              <a:prstDash val="solid"/>
              <a:round/>
              <a:headEnd/>
              <a:tailEnd/>
            </a:ln>
          </p:spPr>
          <p:txBody>
            <a:bodyPr/>
            <a:lstStyle/>
            <a:p>
              <a:endParaRPr lang="zh-CN" altLang="en-US"/>
            </a:p>
          </p:txBody>
        </p:sp>
        <p:sp>
          <p:nvSpPr>
            <p:cNvPr id="60469" name="Freeform 51">
              <a:extLst>
                <a:ext uri="{FF2B5EF4-FFF2-40B4-BE49-F238E27FC236}">
                  <a16:creationId xmlns:a16="http://schemas.microsoft.com/office/drawing/2014/main" id="{1AF69C3D-5277-41B6-87B0-BDE6F56ED9C5}"/>
                </a:ext>
              </a:extLst>
            </p:cNvPr>
            <p:cNvSpPr>
              <a:spLocks/>
            </p:cNvSpPr>
            <p:nvPr/>
          </p:nvSpPr>
          <p:spPr bwMode="auto">
            <a:xfrm>
              <a:off x="4029075" y="2507580"/>
              <a:ext cx="79375" cy="61913"/>
            </a:xfrm>
            <a:custGeom>
              <a:avLst/>
              <a:gdLst>
                <a:gd name="T0" fmla="*/ 0 w 50"/>
                <a:gd name="T1" fmla="*/ 2147483646 h 39"/>
                <a:gd name="T2" fmla="*/ 2147483646 w 50"/>
                <a:gd name="T3" fmla="*/ 0 h 39"/>
                <a:gd name="T4" fmla="*/ 2147483646 w 50"/>
                <a:gd name="T5" fmla="*/ 0 h 39"/>
                <a:gd name="T6" fmla="*/ 2147483646 w 50"/>
                <a:gd name="T7" fmla="*/ 2147483646 h 39"/>
                <a:gd name="T8" fmla="*/ 2147483646 w 50"/>
                <a:gd name="T9" fmla="*/ 2147483646 h 39"/>
                <a:gd name="T10" fmla="*/ 2147483646 w 50"/>
                <a:gd name="T11" fmla="*/ 2147483646 h 39"/>
                <a:gd name="T12" fmla="*/ 0 w 50"/>
                <a:gd name="T13" fmla="*/ 2147483646 h 3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0" h="39">
                  <a:moveTo>
                    <a:pt x="0" y="20"/>
                  </a:moveTo>
                  <a:lnTo>
                    <a:pt x="10" y="0"/>
                  </a:lnTo>
                  <a:lnTo>
                    <a:pt x="40" y="0"/>
                  </a:lnTo>
                  <a:lnTo>
                    <a:pt x="50" y="20"/>
                  </a:lnTo>
                  <a:lnTo>
                    <a:pt x="40" y="39"/>
                  </a:lnTo>
                  <a:lnTo>
                    <a:pt x="10" y="39"/>
                  </a:lnTo>
                  <a:lnTo>
                    <a:pt x="0" y="20"/>
                  </a:lnTo>
                  <a:close/>
                </a:path>
              </a:pathLst>
            </a:custGeom>
            <a:solidFill>
              <a:srgbClr val="000000"/>
            </a:solidFill>
            <a:ln w="15875">
              <a:solidFill>
                <a:srgbClr val="FFFF00"/>
              </a:solidFill>
              <a:prstDash val="solid"/>
              <a:round/>
              <a:headEnd/>
              <a:tailEnd/>
            </a:ln>
          </p:spPr>
          <p:txBody>
            <a:bodyPr/>
            <a:lstStyle/>
            <a:p>
              <a:endParaRPr lang="zh-CN" altLang="en-US"/>
            </a:p>
          </p:txBody>
        </p:sp>
        <p:sp>
          <p:nvSpPr>
            <p:cNvPr id="60470" name="Freeform 52">
              <a:extLst>
                <a:ext uri="{FF2B5EF4-FFF2-40B4-BE49-F238E27FC236}">
                  <a16:creationId xmlns:a16="http://schemas.microsoft.com/office/drawing/2014/main" id="{E3F1955C-AD75-45E0-8967-BBAA2E7BD303}"/>
                </a:ext>
              </a:extLst>
            </p:cNvPr>
            <p:cNvSpPr>
              <a:spLocks/>
            </p:cNvSpPr>
            <p:nvPr/>
          </p:nvSpPr>
          <p:spPr bwMode="auto">
            <a:xfrm>
              <a:off x="4627563" y="2507580"/>
              <a:ext cx="77787" cy="61913"/>
            </a:xfrm>
            <a:custGeom>
              <a:avLst/>
              <a:gdLst>
                <a:gd name="T0" fmla="*/ 0 w 49"/>
                <a:gd name="T1" fmla="*/ 2147483646 h 39"/>
                <a:gd name="T2" fmla="*/ 2147483646 w 49"/>
                <a:gd name="T3" fmla="*/ 0 h 39"/>
                <a:gd name="T4" fmla="*/ 2147483646 w 49"/>
                <a:gd name="T5" fmla="*/ 0 h 39"/>
                <a:gd name="T6" fmla="*/ 2147483646 w 49"/>
                <a:gd name="T7" fmla="*/ 2147483646 h 39"/>
                <a:gd name="T8" fmla="*/ 2147483646 w 49"/>
                <a:gd name="T9" fmla="*/ 2147483646 h 39"/>
                <a:gd name="T10" fmla="*/ 2147483646 w 49"/>
                <a:gd name="T11" fmla="*/ 2147483646 h 39"/>
                <a:gd name="T12" fmla="*/ 0 w 49"/>
                <a:gd name="T13" fmla="*/ 2147483646 h 3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9" h="39">
                  <a:moveTo>
                    <a:pt x="0" y="20"/>
                  </a:moveTo>
                  <a:lnTo>
                    <a:pt x="10" y="0"/>
                  </a:lnTo>
                  <a:lnTo>
                    <a:pt x="39" y="0"/>
                  </a:lnTo>
                  <a:lnTo>
                    <a:pt x="49" y="20"/>
                  </a:lnTo>
                  <a:lnTo>
                    <a:pt x="39" y="39"/>
                  </a:lnTo>
                  <a:lnTo>
                    <a:pt x="10" y="39"/>
                  </a:lnTo>
                  <a:lnTo>
                    <a:pt x="0" y="20"/>
                  </a:lnTo>
                  <a:close/>
                </a:path>
              </a:pathLst>
            </a:custGeom>
            <a:solidFill>
              <a:srgbClr val="000000"/>
            </a:solidFill>
            <a:ln w="15875">
              <a:solidFill>
                <a:srgbClr val="FFFF00"/>
              </a:solidFill>
              <a:prstDash val="solid"/>
              <a:round/>
              <a:headEnd/>
              <a:tailEnd/>
            </a:ln>
          </p:spPr>
          <p:txBody>
            <a:bodyPr/>
            <a:lstStyle/>
            <a:p>
              <a:endParaRPr lang="zh-CN" altLang="en-US"/>
            </a:p>
          </p:txBody>
        </p:sp>
        <p:sp>
          <p:nvSpPr>
            <p:cNvPr id="60471" name="Freeform 53">
              <a:extLst>
                <a:ext uri="{FF2B5EF4-FFF2-40B4-BE49-F238E27FC236}">
                  <a16:creationId xmlns:a16="http://schemas.microsoft.com/office/drawing/2014/main" id="{510AA2C2-880A-4721-8C22-50FE9C5E0FE5}"/>
                </a:ext>
              </a:extLst>
            </p:cNvPr>
            <p:cNvSpPr>
              <a:spLocks/>
            </p:cNvSpPr>
            <p:nvPr/>
          </p:nvSpPr>
          <p:spPr bwMode="auto">
            <a:xfrm>
              <a:off x="5224463" y="2507580"/>
              <a:ext cx="79375" cy="61913"/>
            </a:xfrm>
            <a:custGeom>
              <a:avLst/>
              <a:gdLst>
                <a:gd name="T0" fmla="*/ 0 w 50"/>
                <a:gd name="T1" fmla="*/ 2147483646 h 39"/>
                <a:gd name="T2" fmla="*/ 2147483646 w 50"/>
                <a:gd name="T3" fmla="*/ 0 h 39"/>
                <a:gd name="T4" fmla="*/ 2147483646 w 50"/>
                <a:gd name="T5" fmla="*/ 0 h 39"/>
                <a:gd name="T6" fmla="*/ 2147483646 w 50"/>
                <a:gd name="T7" fmla="*/ 2147483646 h 39"/>
                <a:gd name="T8" fmla="*/ 2147483646 w 50"/>
                <a:gd name="T9" fmla="*/ 2147483646 h 39"/>
                <a:gd name="T10" fmla="*/ 2147483646 w 50"/>
                <a:gd name="T11" fmla="*/ 2147483646 h 39"/>
                <a:gd name="T12" fmla="*/ 0 w 50"/>
                <a:gd name="T13" fmla="*/ 2147483646 h 3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0" h="39">
                  <a:moveTo>
                    <a:pt x="0" y="20"/>
                  </a:moveTo>
                  <a:lnTo>
                    <a:pt x="10" y="0"/>
                  </a:lnTo>
                  <a:lnTo>
                    <a:pt x="30" y="0"/>
                  </a:lnTo>
                  <a:lnTo>
                    <a:pt x="50" y="20"/>
                  </a:lnTo>
                  <a:lnTo>
                    <a:pt x="30" y="39"/>
                  </a:lnTo>
                  <a:lnTo>
                    <a:pt x="10" y="39"/>
                  </a:lnTo>
                  <a:lnTo>
                    <a:pt x="0" y="20"/>
                  </a:lnTo>
                  <a:close/>
                </a:path>
              </a:pathLst>
            </a:custGeom>
            <a:solidFill>
              <a:srgbClr val="000000"/>
            </a:solidFill>
            <a:ln w="15875">
              <a:solidFill>
                <a:srgbClr val="FFFF00"/>
              </a:solidFill>
              <a:prstDash val="solid"/>
              <a:round/>
              <a:headEnd/>
              <a:tailEnd/>
            </a:ln>
          </p:spPr>
          <p:txBody>
            <a:bodyPr/>
            <a:lstStyle/>
            <a:p>
              <a:endParaRPr lang="zh-CN" altLang="en-US"/>
            </a:p>
          </p:txBody>
        </p:sp>
        <p:sp>
          <p:nvSpPr>
            <p:cNvPr id="60472" name="Freeform 54">
              <a:extLst>
                <a:ext uri="{FF2B5EF4-FFF2-40B4-BE49-F238E27FC236}">
                  <a16:creationId xmlns:a16="http://schemas.microsoft.com/office/drawing/2014/main" id="{34E09064-BC9F-44DF-8B8B-623ABDE09118}"/>
                </a:ext>
              </a:extLst>
            </p:cNvPr>
            <p:cNvSpPr>
              <a:spLocks/>
            </p:cNvSpPr>
            <p:nvPr/>
          </p:nvSpPr>
          <p:spPr bwMode="auto">
            <a:xfrm>
              <a:off x="6405563" y="1972593"/>
              <a:ext cx="188912" cy="125412"/>
            </a:xfrm>
            <a:custGeom>
              <a:avLst/>
              <a:gdLst>
                <a:gd name="T0" fmla="*/ 0 w 119"/>
                <a:gd name="T1" fmla="*/ 2147483646 h 79"/>
                <a:gd name="T2" fmla="*/ 2147483646 w 119"/>
                <a:gd name="T3" fmla="*/ 2147483646 h 79"/>
                <a:gd name="T4" fmla="*/ 2147483646 w 119"/>
                <a:gd name="T5" fmla="*/ 0 h 79"/>
                <a:gd name="T6" fmla="*/ 2147483646 w 119"/>
                <a:gd name="T7" fmla="*/ 2147483646 h 79"/>
                <a:gd name="T8" fmla="*/ 0 w 119"/>
                <a:gd name="T9" fmla="*/ 2147483646 h 7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9" h="79">
                  <a:moveTo>
                    <a:pt x="0" y="40"/>
                  </a:moveTo>
                  <a:lnTo>
                    <a:pt x="40" y="30"/>
                  </a:lnTo>
                  <a:lnTo>
                    <a:pt x="30" y="0"/>
                  </a:lnTo>
                  <a:lnTo>
                    <a:pt x="119" y="79"/>
                  </a:lnTo>
                  <a:lnTo>
                    <a:pt x="0" y="40"/>
                  </a:lnTo>
                  <a:close/>
                </a:path>
              </a:pathLst>
            </a:custGeom>
            <a:solidFill>
              <a:srgbClr val="FFFF00"/>
            </a:solidFill>
            <a:ln w="158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0473" name="Freeform 55">
              <a:extLst>
                <a:ext uri="{FF2B5EF4-FFF2-40B4-BE49-F238E27FC236}">
                  <a16:creationId xmlns:a16="http://schemas.microsoft.com/office/drawing/2014/main" id="{D0030016-CAA0-4371-B85D-AB09AF849CD5}"/>
                </a:ext>
              </a:extLst>
            </p:cNvPr>
            <p:cNvSpPr>
              <a:spLocks/>
            </p:cNvSpPr>
            <p:nvPr/>
          </p:nvSpPr>
          <p:spPr bwMode="auto">
            <a:xfrm>
              <a:off x="6562725" y="2507580"/>
              <a:ext cx="79375" cy="61913"/>
            </a:xfrm>
            <a:custGeom>
              <a:avLst/>
              <a:gdLst>
                <a:gd name="T0" fmla="*/ 0 w 50"/>
                <a:gd name="T1" fmla="*/ 2147483646 h 39"/>
                <a:gd name="T2" fmla="*/ 2147483646 w 50"/>
                <a:gd name="T3" fmla="*/ 0 h 39"/>
                <a:gd name="T4" fmla="*/ 2147483646 w 50"/>
                <a:gd name="T5" fmla="*/ 0 h 39"/>
                <a:gd name="T6" fmla="*/ 2147483646 w 50"/>
                <a:gd name="T7" fmla="*/ 2147483646 h 39"/>
                <a:gd name="T8" fmla="*/ 2147483646 w 50"/>
                <a:gd name="T9" fmla="*/ 2147483646 h 39"/>
                <a:gd name="T10" fmla="*/ 2147483646 w 50"/>
                <a:gd name="T11" fmla="*/ 2147483646 h 39"/>
                <a:gd name="T12" fmla="*/ 0 w 50"/>
                <a:gd name="T13" fmla="*/ 2147483646 h 3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0" h="39">
                  <a:moveTo>
                    <a:pt x="0" y="20"/>
                  </a:moveTo>
                  <a:lnTo>
                    <a:pt x="10" y="0"/>
                  </a:lnTo>
                  <a:lnTo>
                    <a:pt x="30" y="0"/>
                  </a:lnTo>
                  <a:lnTo>
                    <a:pt x="50" y="20"/>
                  </a:lnTo>
                  <a:lnTo>
                    <a:pt x="30" y="39"/>
                  </a:lnTo>
                  <a:lnTo>
                    <a:pt x="10" y="39"/>
                  </a:lnTo>
                  <a:lnTo>
                    <a:pt x="0" y="20"/>
                  </a:lnTo>
                  <a:close/>
                </a:path>
              </a:pathLst>
            </a:custGeom>
            <a:solidFill>
              <a:srgbClr val="000000"/>
            </a:solidFill>
            <a:ln w="15875">
              <a:solidFill>
                <a:schemeClr val="tx1"/>
              </a:solidFill>
              <a:prstDash val="solid"/>
              <a:round/>
              <a:headEnd/>
              <a:tailEnd/>
            </a:ln>
          </p:spPr>
          <p:txBody>
            <a:bodyPr/>
            <a:lstStyle/>
            <a:p>
              <a:endParaRPr lang="zh-CN" altLang="en-US"/>
            </a:p>
          </p:txBody>
        </p:sp>
        <p:sp>
          <p:nvSpPr>
            <p:cNvPr id="60474" name="Freeform 56">
              <a:extLst>
                <a:ext uri="{FF2B5EF4-FFF2-40B4-BE49-F238E27FC236}">
                  <a16:creationId xmlns:a16="http://schemas.microsoft.com/office/drawing/2014/main" id="{8D9566BE-7CB1-4878-8014-D869D0EB5B30}"/>
                </a:ext>
              </a:extLst>
            </p:cNvPr>
            <p:cNvSpPr>
              <a:spLocks/>
            </p:cNvSpPr>
            <p:nvPr/>
          </p:nvSpPr>
          <p:spPr bwMode="auto">
            <a:xfrm>
              <a:off x="7161213" y="2507580"/>
              <a:ext cx="61912" cy="61913"/>
            </a:xfrm>
            <a:custGeom>
              <a:avLst/>
              <a:gdLst>
                <a:gd name="T0" fmla="*/ 0 w 39"/>
                <a:gd name="T1" fmla="*/ 2147483646 h 39"/>
                <a:gd name="T2" fmla="*/ 2147483646 w 39"/>
                <a:gd name="T3" fmla="*/ 0 h 39"/>
                <a:gd name="T4" fmla="*/ 2147483646 w 39"/>
                <a:gd name="T5" fmla="*/ 0 h 39"/>
                <a:gd name="T6" fmla="*/ 2147483646 w 39"/>
                <a:gd name="T7" fmla="*/ 2147483646 h 39"/>
                <a:gd name="T8" fmla="*/ 2147483646 w 39"/>
                <a:gd name="T9" fmla="*/ 2147483646 h 39"/>
                <a:gd name="T10" fmla="*/ 2147483646 w 39"/>
                <a:gd name="T11" fmla="*/ 2147483646 h 39"/>
                <a:gd name="T12" fmla="*/ 0 w 39"/>
                <a:gd name="T13" fmla="*/ 2147483646 h 3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9" h="39">
                  <a:moveTo>
                    <a:pt x="0" y="20"/>
                  </a:moveTo>
                  <a:lnTo>
                    <a:pt x="10" y="0"/>
                  </a:lnTo>
                  <a:lnTo>
                    <a:pt x="30" y="0"/>
                  </a:lnTo>
                  <a:lnTo>
                    <a:pt x="39" y="20"/>
                  </a:lnTo>
                  <a:lnTo>
                    <a:pt x="30" y="39"/>
                  </a:lnTo>
                  <a:lnTo>
                    <a:pt x="10" y="39"/>
                  </a:lnTo>
                  <a:lnTo>
                    <a:pt x="0" y="20"/>
                  </a:lnTo>
                  <a:close/>
                </a:path>
              </a:pathLst>
            </a:custGeom>
            <a:solidFill>
              <a:srgbClr val="000000"/>
            </a:solidFill>
            <a:ln w="15875">
              <a:solidFill>
                <a:schemeClr val="tx1"/>
              </a:solidFill>
              <a:prstDash val="solid"/>
              <a:round/>
              <a:headEnd/>
              <a:tailEnd/>
            </a:ln>
          </p:spPr>
          <p:txBody>
            <a:bodyPr/>
            <a:lstStyle/>
            <a:p>
              <a:endParaRPr lang="zh-CN" altLang="en-US"/>
            </a:p>
          </p:txBody>
        </p:sp>
        <p:sp>
          <p:nvSpPr>
            <p:cNvPr id="60475" name="Rectangle 57">
              <a:extLst>
                <a:ext uri="{FF2B5EF4-FFF2-40B4-BE49-F238E27FC236}">
                  <a16:creationId xmlns:a16="http://schemas.microsoft.com/office/drawing/2014/main" id="{05255572-DF6F-4A46-9051-AEAD3D819326}"/>
                </a:ext>
              </a:extLst>
            </p:cNvPr>
            <p:cNvSpPr>
              <a:spLocks noChangeArrowheads="1"/>
            </p:cNvSpPr>
            <p:nvPr/>
          </p:nvSpPr>
          <p:spPr bwMode="auto">
            <a:xfrm>
              <a:off x="644525" y="3136230"/>
              <a:ext cx="598488" cy="298450"/>
            </a:xfrm>
            <a:prstGeom prst="rect">
              <a:avLst/>
            </a:prstGeom>
            <a:solidFill>
              <a:schemeClr val="accent1"/>
            </a:solidFill>
            <a:ln w="15875">
              <a:solidFill>
                <a:srgbClr val="99CC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lang="zh-CN" altLang="en-US" sz="1800">
                <a:solidFill>
                  <a:schemeClr val="tx1"/>
                </a:solidFill>
                <a:latin typeface="Arial" panose="020B0604020202020204" pitchFamily="34" charset="0"/>
                <a:ea typeface="宋体" panose="02010600030101010101" pitchFamily="2" charset="-122"/>
              </a:endParaRPr>
            </a:p>
          </p:txBody>
        </p:sp>
        <p:sp>
          <p:nvSpPr>
            <p:cNvPr id="60476" name="Rectangle 58">
              <a:extLst>
                <a:ext uri="{FF2B5EF4-FFF2-40B4-BE49-F238E27FC236}">
                  <a16:creationId xmlns:a16="http://schemas.microsoft.com/office/drawing/2014/main" id="{1F8CA954-9758-4250-A891-A931465E3B8C}"/>
                </a:ext>
              </a:extLst>
            </p:cNvPr>
            <p:cNvSpPr>
              <a:spLocks noChangeArrowheads="1"/>
            </p:cNvSpPr>
            <p:nvPr/>
          </p:nvSpPr>
          <p:spPr bwMode="auto">
            <a:xfrm>
              <a:off x="865188" y="3152105"/>
              <a:ext cx="189407" cy="3024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r>
                <a:rPr lang="en-US" altLang="zh-CN" sz="1600" b="1">
                  <a:solidFill>
                    <a:srgbClr val="000000"/>
                  </a:solidFill>
                  <a:latin typeface="Times" panose="02020603050405020304" pitchFamily="18" charset="0"/>
                  <a:ea typeface="宋体" panose="02010600030101010101" pitchFamily="2" charset="-122"/>
                </a:rPr>
                <a:t>A</a:t>
              </a:r>
            </a:p>
          </p:txBody>
        </p:sp>
        <p:sp>
          <p:nvSpPr>
            <p:cNvPr id="60477" name="Rectangle 59">
              <a:extLst>
                <a:ext uri="{FF2B5EF4-FFF2-40B4-BE49-F238E27FC236}">
                  <a16:creationId xmlns:a16="http://schemas.microsoft.com/office/drawing/2014/main" id="{D59369E3-9531-4AA0-88AE-AE77F37DFE88}"/>
                </a:ext>
              </a:extLst>
            </p:cNvPr>
            <p:cNvSpPr>
              <a:spLocks noChangeArrowheads="1"/>
            </p:cNvSpPr>
            <p:nvPr/>
          </p:nvSpPr>
          <p:spPr bwMode="auto">
            <a:xfrm>
              <a:off x="1243013" y="3136230"/>
              <a:ext cx="598487" cy="298450"/>
            </a:xfrm>
            <a:prstGeom prst="rect">
              <a:avLst/>
            </a:prstGeom>
            <a:solidFill>
              <a:schemeClr val="accent1"/>
            </a:solidFill>
            <a:ln w="15875">
              <a:solidFill>
                <a:srgbClr val="99CC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lang="zh-CN" altLang="zh-CN" sz="1800">
                <a:solidFill>
                  <a:schemeClr val="tx1"/>
                </a:solidFill>
                <a:latin typeface="Arial" panose="020B0604020202020204" pitchFamily="34" charset="0"/>
                <a:ea typeface="宋体" panose="02010600030101010101" pitchFamily="2" charset="-122"/>
              </a:endParaRPr>
            </a:p>
          </p:txBody>
        </p:sp>
        <p:sp>
          <p:nvSpPr>
            <p:cNvPr id="60478" name="Rectangle 60">
              <a:extLst>
                <a:ext uri="{FF2B5EF4-FFF2-40B4-BE49-F238E27FC236}">
                  <a16:creationId xmlns:a16="http://schemas.microsoft.com/office/drawing/2014/main" id="{6D51580F-3D6D-4518-A93B-215822D07B91}"/>
                </a:ext>
              </a:extLst>
            </p:cNvPr>
            <p:cNvSpPr>
              <a:spLocks noChangeArrowheads="1"/>
            </p:cNvSpPr>
            <p:nvPr/>
          </p:nvSpPr>
          <p:spPr bwMode="auto">
            <a:xfrm>
              <a:off x="1479550" y="3152105"/>
              <a:ext cx="189407" cy="302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00"/>
                  </a:solidFill>
                  <a:miter lim="800000"/>
                  <a:headEnd/>
                  <a:tailEnd/>
                </a14:hiddenLine>
              </a:ext>
            </a:extLst>
          </p:spPr>
          <p:txBody>
            <a:bodyPr wrap="none" lIns="0" tIns="0" rIns="0" bIns="0">
              <a:spAutoFit/>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r>
                <a:rPr lang="en-US" altLang="zh-CN" sz="1600" b="1">
                  <a:solidFill>
                    <a:srgbClr val="000000"/>
                  </a:solidFill>
                  <a:latin typeface="Times" panose="02020603050405020304" pitchFamily="18" charset="0"/>
                  <a:ea typeface="宋体" panose="02010600030101010101" pitchFamily="2" charset="-122"/>
                </a:rPr>
                <a:t>C</a:t>
              </a:r>
              <a:endParaRPr lang="en-US" altLang="zh-CN" sz="1800" b="1">
                <a:solidFill>
                  <a:schemeClr val="tx1"/>
                </a:solidFill>
                <a:latin typeface="Arial" panose="020B0604020202020204" pitchFamily="34" charset="0"/>
                <a:ea typeface="宋体" panose="02010600030101010101" pitchFamily="2" charset="-122"/>
              </a:endParaRPr>
            </a:p>
          </p:txBody>
        </p:sp>
        <p:sp>
          <p:nvSpPr>
            <p:cNvPr id="60479" name="Rectangle 61">
              <a:extLst>
                <a:ext uri="{FF2B5EF4-FFF2-40B4-BE49-F238E27FC236}">
                  <a16:creationId xmlns:a16="http://schemas.microsoft.com/office/drawing/2014/main" id="{E5DC04B1-0927-4907-819C-F9674834342A}"/>
                </a:ext>
              </a:extLst>
            </p:cNvPr>
            <p:cNvSpPr>
              <a:spLocks noChangeArrowheads="1"/>
            </p:cNvSpPr>
            <p:nvPr/>
          </p:nvSpPr>
          <p:spPr bwMode="auto">
            <a:xfrm>
              <a:off x="644525" y="3434680"/>
              <a:ext cx="598488" cy="298450"/>
            </a:xfrm>
            <a:prstGeom prst="rect">
              <a:avLst/>
            </a:prstGeom>
            <a:solidFill>
              <a:schemeClr val="accent1"/>
            </a:solidFill>
            <a:ln w="15875">
              <a:solidFill>
                <a:srgbClr val="99CC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lang="zh-CN" altLang="en-US" sz="1800">
                <a:solidFill>
                  <a:schemeClr val="tx1"/>
                </a:solidFill>
                <a:latin typeface="Arial" panose="020B0604020202020204" pitchFamily="34" charset="0"/>
                <a:ea typeface="宋体" panose="02010600030101010101" pitchFamily="2" charset="-122"/>
              </a:endParaRPr>
            </a:p>
          </p:txBody>
        </p:sp>
        <p:sp>
          <p:nvSpPr>
            <p:cNvPr id="60480" name="Rectangle 62">
              <a:extLst>
                <a:ext uri="{FF2B5EF4-FFF2-40B4-BE49-F238E27FC236}">
                  <a16:creationId xmlns:a16="http://schemas.microsoft.com/office/drawing/2014/main" id="{BCE93900-A335-45FA-BA85-EF3FAC89FE9F}"/>
                </a:ext>
              </a:extLst>
            </p:cNvPr>
            <p:cNvSpPr>
              <a:spLocks noChangeArrowheads="1"/>
            </p:cNvSpPr>
            <p:nvPr/>
          </p:nvSpPr>
          <p:spPr bwMode="auto">
            <a:xfrm>
              <a:off x="1243013" y="3434680"/>
              <a:ext cx="598487" cy="298450"/>
            </a:xfrm>
            <a:prstGeom prst="rect">
              <a:avLst/>
            </a:prstGeom>
            <a:solidFill>
              <a:schemeClr val="accent1"/>
            </a:solidFill>
            <a:ln w="15875">
              <a:solidFill>
                <a:srgbClr val="99CC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lang="zh-CN" altLang="en-US" sz="1800">
                <a:solidFill>
                  <a:schemeClr val="tx1"/>
                </a:solidFill>
                <a:latin typeface="Arial" panose="020B0604020202020204" pitchFamily="34" charset="0"/>
                <a:ea typeface="宋体" panose="02010600030101010101" pitchFamily="2" charset="-122"/>
              </a:endParaRPr>
            </a:p>
          </p:txBody>
        </p:sp>
        <p:sp>
          <p:nvSpPr>
            <p:cNvPr id="60481" name="Rectangle 63">
              <a:extLst>
                <a:ext uri="{FF2B5EF4-FFF2-40B4-BE49-F238E27FC236}">
                  <a16:creationId xmlns:a16="http://schemas.microsoft.com/office/drawing/2014/main" id="{04008390-4ACF-42DE-8CB4-4A34D2105C37}"/>
                </a:ext>
              </a:extLst>
            </p:cNvPr>
            <p:cNvSpPr>
              <a:spLocks noChangeArrowheads="1"/>
            </p:cNvSpPr>
            <p:nvPr/>
          </p:nvSpPr>
          <p:spPr bwMode="auto">
            <a:xfrm>
              <a:off x="503238" y="3152105"/>
              <a:ext cx="131761" cy="3024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r>
                <a:rPr lang="en-US" altLang="zh-CN" sz="1600" b="1">
                  <a:solidFill>
                    <a:schemeClr val="tx1"/>
                  </a:solidFill>
                  <a:latin typeface="Times" panose="02020603050405020304" pitchFamily="18" charset="0"/>
                  <a:ea typeface="宋体" panose="02010600030101010101" pitchFamily="2" charset="-122"/>
                </a:rPr>
                <a:t>5</a:t>
              </a:r>
            </a:p>
          </p:txBody>
        </p:sp>
        <p:sp>
          <p:nvSpPr>
            <p:cNvPr id="60482" name="Freeform 64">
              <a:extLst>
                <a:ext uri="{FF2B5EF4-FFF2-40B4-BE49-F238E27FC236}">
                  <a16:creationId xmlns:a16="http://schemas.microsoft.com/office/drawing/2014/main" id="{7A0F296C-7A58-4D18-BB7D-0E7665C31E17}"/>
                </a:ext>
              </a:extLst>
            </p:cNvPr>
            <p:cNvSpPr>
              <a:spLocks/>
            </p:cNvSpPr>
            <p:nvPr/>
          </p:nvSpPr>
          <p:spPr bwMode="auto">
            <a:xfrm>
              <a:off x="912813" y="3544218"/>
              <a:ext cx="79375" cy="63500"/>
            </a:xfrm>
            <a:custGeom>
              <a:avLst/>
              <a:gdLst>
                <a:gd name="T0" fmla="*/ 0 w 50"/>
                <a:gd name="T1" fmla="*/ 2147483646 h 40"/>
                <a:gd name="T2" fmla="*/ 2147483646 w 50"/>
                <a:gd name="T3" fmla="*/ 0 h 40"/>
                <a:gd name="T4" fmla="*/ 2147483646 w 50"/>
                <a:gd name="T5" fmla="*/ 0 h 40"/>
                <a:gd name="T6" fmla="*/ 2147483646 w 50"/>
                <a:gd name="T7" fmla="*/ 2147483646 h 40"/>
                <a:gd name="T8" fmla="*/ 2147483646 w 50"/>
                <a:gd name="T9" fmla="*/ 2147483646 h 40"/>
                <a:gd name="T10" fmla="*/ 2147483646 w 50"/>
                <a:gd name="T11" fmla="*/ 2147483646 h 40"/>
                <a:gd name="T12" fmla="*/ 0 w 50"/>
                <a:gd name="T13" fmla="*/ 2147483646 h 4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0" h="40">
                  <a:moveTo>
                    <a:pt x="0" y="20"/>
                  </a:moveTo>
                  <a:lnTo>
                    <a:pt x="10" y="0"/>
                  </a:lnTo>
                  <a:lnTo>
                    <a:pt x="30" y="0"/>
                  </a:lnTo>
                  <a:lnTo>
                    <a:pt x="50" y="20"/>
                  </a:lnTo>
                  <a:lnTo>
                    <a:pt x="30" y="40"/>
                  </a:lnTo>
                  <a:lnTo>
                    <a:pt x="10" y="40"/>
                  </a:lnTo>
                  <a:lnTo>
                    <a:pt x="0" y="20"/>
                  </a:lnTo>
                  <a:close/>
                </a:path>
              </a:pathLst>
            </a:custGeom>
            <a:solidFill>
              <a:srgbClr val="000000"/>
            </a:solidFill>
            <a:ln w="15875">
              <a:solidFill>
                <a:schemeClr val="tx1"/>
              </a:solidFill>
              <a:prstDash val="solid"/>
              <a:round/>
              <a:headEnd/>
              <a:tailEnd/>
            </a:ln>
          </p:spPr>
          <p:txBody>
            <a:bodyPr/>
            <a:lstStyle/>
            <a:p>
              <a:endParaRPr lang="zh-CN" altLang="en-US"/>
            </a:p>
          </p:txBody>
        </p:sp>
        <p:sp>
          <p:nvSpPr>
            <p:cNvPr id="60483" name="Freeform 65">
              <a:extLst>
                <a:ext uri="{FF2B5EF4-FFF2-40B4-BE49-F238E27FC236}">
                  <a16:creationId xmlns:a16="http://schemas.microsoft.com/office/drawing/2014/main" id="{068F7FEE-79C0-48D4-9D42-84C554CBDC7C}"/>
                </a:ext>
              </a:extLst>
            </p:cNvPr>
            <p:cNvSpPr>
              <a:spLocks/>
            </p:cNvSpPr>
            <p:nvPr/>
          </p:nvSpPr>
          <p:spPr bwMode="auto">
            <a:xfrm>
              <a:off x="1511300" y="3544218"/>
              <a:ext cx="61913" cy="63500"/>
            </a:xfrm>
            <a:custGeom>
              <a:avLst/>
              <a:gdLst>
                <a:gd name="T0" fmla="*/ 0 w 39"/>
                <a:gd name="T1" fmla="*/ 2147483646 h 40"/>
                <a:gd name="T2" fmla="*/ 2147483646 w 39"/>
                <a:gd name="T3" fmla="*/ 0 h 40"/>
                <a:gd name="T4" fmla="*/ 2147483646 w 39"/>
                <a:gd name="T5" fmla="*/ 0 h 40"/>
                <a:gd name="T6" fmla="*/ 2147483646 w 39"/>
                <a:gd name="T7" fmla="*/ 2147483646 h 40"/>
                <a:gd name="T8" fmla="*/ 2147483646 w 39"/>
                <a:gd name="T9" fmla="*/ 2147483646 h 40"/>
                <a:gd name="T10" fmla="*/ 2147483646 w 39"/>
                <a:gd name="T11" fmla="*/ 2147483646 h 40"/>
                <a:gd name="T12" fmla="*/ 0 w 39"/>
                <a:gd name="T13" fmla="*/ 2147483646 h 4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9" h="40">
                  <a:moveTo>
                    <a:pt x="0" y="20"/>
                  </a:moveTo>
                  <a:lnTo>
                    <a:pt x="10" y="0"/>
                  </a:lnTo>
                  <a:lnTo>
                    <a:pt x="29" y="0"/>
                  </a:lnTo>
                  <a:lnTo>
                    <a:pt x="39" y="20"/>
                  </a:lnTo>
                  <a:lnTo>
                    <a:pt x="29" y="40"/>
                  </a:lnTo>
                  <a:lnTo>
                    <a:pt x="10" y="40"/>
                  </a:lnTo>
                  <a:lnTo>
                    <a:pt x="0" y="20"/>
                  </a:lnTo>
                  <a:close/>
                </a:path>
              </a:pathLst>
            </a:custGeom>
            <a:solidFill>
              <a:srgbClr val="000000"/>
            </a:solidFill>
            <a:ln w="15875">
              <a:solidFill>
                <a:schemeClr val="tx1"/>
              </a:solidFill>
              <a:prstDash val="solid"/>
              <a:round/>
              <a:headEnd/>
              <a:tailEnd/>
            </a:ln>
          </p:spPr>
          <p:txBody>
            <a:bodyPr/>
            <a:lstStyle/>
            <a:p>
              <a:endParaRPr lang="zh-CN" altLang="en-US"/>
            </a:p>
          </p:txBody>
        </p:sp>
        <p:sp>
          <p:nvSpPr>
            <p:cNvPr id="60484" name="Line 66">
              <a:extLst>
                <a:ext uri="{FF2B5EF4-FFF2-40B4-BE49-F238E27FC236}">
                  <a16:creationId xmlns:a16="http://schemas.microsoft.com/office/drawing/2014/main" id="{E18B84E1-FC7A-4774-BB5B-5C221BFD8556}"/>
                </a:ext>
              </a:extLst>
            </p:cNvPr>
            <p:cNvSpPr>
              <a:spLocks noChangeShapeType="1"/>
            </p:cNvSpPr>
            <p:nvPr/>
          </p:nvSpPr>
          <p:spPr bwMode="auto">
            <a:xfrm>
              <a:off x="2124075" y="2555205"/>
              <a:ext cx="142875" cy="45561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0485" name="Line 67">
              <a:extLst>
                <a:ext uri="{FF2B5EF4-FFF2-40B4-BE49-F238E27FC236}">
                  <a16:creationId xmlns:a16="http://schemas.microsoft.com/office/drawing/2014/main" id="{A5C714F9-3802-4CC5-8EEF-16ED2C0EEFFB}"/>
                </a:ext>
              </a:extLst>
            </p:cNvPr>
            <p:cNvSpPr>
              <a:spLocks noChangeShapeType="1"/>
            </p:cNvSpPr>
            <p:nvPr/>
          </p:nvSpPr>
          <p:spPr bwMode="auto">
            <a:xfrm>
              <a:off x="2700338" y="2482180"/>
              <a:ext cx="141287" cy="45561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86" name="Freeform 68">
              <a:extLst>
                <a:ext uri="{FF2B5EF4-FFF2-40B4-BE49-F238E27FC236}">
                  <a16:creationId xmlns:a16="http://schemas.microsoft.com/office/drawing/2014/main" id="{1F086803-F99E-40E7-B36C-6031C88B9CDF}"/>
                </a:ext>
              </a:extLst>
            </p:cNvPr>
            <p:cNvSpPr>
              <a:spLocks/>
            </p:cNvSpPr>
            <p:nvPr/>
          </p:nvSpPr>
          <p:spPr bwMode="auto">
            <a:xfrm>
              <a:off x="2771775" y="2771105"/>
              <a:ext cx="93663" cy="204788"/>
            </a:xfrm>
            <a:custGeom>
              <a:avLst/>
              <a:gdLst>
                <a:gd name="T0" fmla="*/ 2147483646 w 59"/>
                <a:gd name="T1" fmla="*/ 0 h 129"/>
                <a:gd name="T2" fmla="*/ 2147483646 w 59"/>
                <a:gd name="T3" fmla="*/ 2147483646 h 129"/>
                <a:gd name="T4" fmla="*/ 0 w 59"/>
                <a:gd name="T5" fmla="*/ 2147483646 h 129"/>
                <a:gd name="T6" fmla="*/ 2147483646 w 59"/>
                <a:gd name="T7" fmla="*/ 2147483646 h 129"/>
                <a:gd name="T8" fmla="*/ 2147483646 w 59"/>
                <a:gd name="T9" fmla="*/ 0 h 1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9" h="129">
                  <a:moveTo>
                    <a:pt x="39" y="0"/>
                  </a:moveTo>
                  <a:lnTo>
                    <a:pt x="30" y="30"/>
                  </a:lnTo>
                  <a:lnTo>
                    <a:pt x="0" y="20"/>
                  </a:lnTo>
                  <a:lnTo>
                    <a:pt x="59" y="129"/>
                  </a:lnTo>
                  <a:lnTo>
                    <a:pt x="39" y="0"/>
                  </a:lnTo>
                  <a:close/>
                </a:path>
              </a:pathLst>
            </a:custGeom>
            <a:solidFill>
              <a:srgbClr val="FFFF00"/>
            </a:solidFill>
            <a:ln w="158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0487" name="Freeform 69">
              <a:extLst>
                <a:ext uri="{FF2B5EF4-FFF2-40B4-BE49-F238E27FC236}">
                  <a16:creationId xmlns:a16="http://schemas.microsoft.com/office/drawing/2014/main" id="{FDAA43C2-0347-40BD-9091-7201CC9FADC2}"/>
                </a:ext>
              </a:extLst>
            </p:cNvPr>
            <p:cNvSpPr>
              <a:spLocks/>
            </p:cNvSpPr>
            <p:nvPr/>
          </p:nvSpPr>
          <p:spPr bwMode="auto">
            <a:xfrm>
              <a:off x="2173288" y="2771105"/>
              <a:ext cx="95250" cy="204788"/>
            </a:xfrm>
            <a:custGeom>
              <a:avLst/>
              <a:gdLst>
                <a:gd name="T0" fmla="*/ 2147483646 w 60"/>
                <a:gd name="T1" fmla="*/ 0 h 129"/>
                <a:gd name="T2" fmla="*/ 2147483646 w 60"/>
                <a:gd name="T3" fmla="*/ 2147483646 h 129"/>
                <a:gd name="T4" fmla="*/ 0 w 60"/>
                <a:gd name="T5" fmla="*/ 2147483646 h 129"/>
                <a:gd name="T6" fmla="*/ 2147483646 w 60"/>
                <a:gd name="T7" fmla="*/ 2147483646 h 129"/>
                <a:gd name="T8" fmla="*/ 2147483646 w 60"/>
                <a:gd name="T9" fmla="*/ 0 h 1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 h="129">
                  <a:moveTo>
                    <a:pt x="40" y="0"/>
                  </a:moveTo>
                  <a:lnTo>
                    <a:pt x="30" y="30"/>
                  </a:lnTo>
                  <a:lnTo>
                    <a:pt x="0" y="20"/>
                  </a:lnTo>
                  <a:lnTo>
                    <a:pt x="60" y="129"/>
                  </a:lnTo>
                  <a:lnTo>
                    <a:pt x="40" y="0"/>
                  </a:lnTo>
                  <a:close/>
                </a:path>
              </a:pathLst>
            </a:custGeom>
            <a:solidFill>
              <a:srgbClr val="FFFF00"/>
            </a:solidFill>
            <a:ln w="285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0488" name="Freeform 70">
              <a:extLst>
                <a:ext uri="{FF2B5EF4-FFF2-40B4-BE49-F238E27FC236}">
                  <a16:creationId xmlns:a16="http://schemas.microsoft.com/office/drawing/2014/main" id="{796EB8F9-8E12-4A38-9DE1-F91BD89A9FD5}"/>
                </a:ext>
              </a:extLst>
            </p:cNvPr>
            <p:cNvSpPr>
              <a:spLocks/>
            </p:cNvSpPr>
            <p:nvPr/>
          </p:nvSpPr>
          <p:spPr bwMode="auto">
            <a:xfrm>
              <a:off x="2770188" y="2994943"/>
              <a:ext cx="298450" cy="282575"/>
            </a:xfrm>
            <a:custGeom>
              <a:avLst/>
              <a:gdLst>
                <a:gd name="T0" fmla="*/ 0 w 188"/>
                <a:gd name="T1" fmla="*/ 2147483646 h 178"/>
                <a:gd name="T2" fmla="*/ 2147483646 w 188"/>
                <a:gd name="T3" fmla="*/ 2147483646 h 178"/>
                <a:gd name="T4" fmla="*/ 2147483646 w 188"/>
                <a:gd name="T5" fmla="*/ 0 h 178"/>
                <a:gd name="T6" fmla="*/ 2147483646 w 188"/>
                <a:gd name="T7" fmla="*/ 0 h 178"/>
                <a:gd name="T8" fmla="*/ 2147483646 w 188"/>
                <a:gd name="T9" fmla="*/ 2147483646 h 178"/>
                <a:gd name="T10" fmla="*/ 2147483646 w 188"/>
                <a:gd name="T11" fmla="*/ 2147483646 h 178"/>
                <a:gd name="T12" fmla="*/ 2147483646 w 188"/>
                <a:gd name="T13" fmla="*/ 2147483646 h 178"/>
                <a:gd name="T14" fmla="*/ 2147483646 w 188"/>
                <a:gd name="T15" fmla="*/ 2147483646 h 178"/>
                <a:gd name="T16" fmla="*/ 2147483646 w 188"/>
                <a:gd name="T17" fmla="*/ 2147483646 h 178"/>
                <a:gd name="T18" fmla="*/ 2147483646 w 188"/>
                <a:gd name="T19" fmla="*/ 2147483646 h 178"/>
                <a:gd name="T20" fmla="*/ 0 w 188"/>
                <a:gd name="T21" fmla="*/ 2147483646 h 17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88" h="178">
                  <a:moveTo>
                    <a:pt x="0" y="89"/>
                  </a:moveTo>
                  <a:lnTo>
                    <a:pt x="20" y="29"/>
                  </a:lnTo>
                  <a:lnTo>
                    <a:pt x="59" y="0"/>
                  </a:lnTo>
                  <a:lnTo>
                    <a:pt x="119" y="0"/>
                  </a:lnTo>
                  <a:lnTo>
                    <a:pt x="168" y="29"/>
                  </a:lnTo>
                  <a:lnTo>
                    <a:pt x="188" y="89"/>
                  </a:lnTo>
                  <a:lnTo>
                    <a:pt x="168" y="148"/>
                  </a:lnTo>
                  <a:lnTo>
                    <a:pt x="119" y="178"/>
                  </a:lnTo>
                  <a:lnTo>
                    <a:pt x="59" y="178"/>
                  </a:lnTo>
                  <a:lnTo>
                    <a:pt x="20" y="148"/>
                  </a:lnTo>
                  <a:lnTo>
                    <a:pt x="0" y="89"/>
                  </a:lnTo>
                  <a:close/>
                </a:path>
              </a:pathLst>
            </a:custGeom>
            <a:solidFill>
              <a:srgbClr val="FFFFFF"/>
            </a:solidFill>
            <a:ln w="15875">
              <a:solidFill>
                <a:schemeClr val="tx1"/>
              </a:solidFill>
              <a:prstDash val="solid"/>
              <a:round/>
              <a:headEnd/>
              <a:tailEnd/>
            </a:ln>
          </p:spPr>
          <p:txBody>
            <a:bodyPr/>
            <a:lstStyle/>
            <a:p>
              <a:endParaRPr lang="zh-CN" altLang="en-US"/>
            </a:p>
          </p:txBody>
        </p:sp>
        <p:sp>
          <p:nvSpPr>
            <p:cNvPr id="60489" name="Freeform 71">
              <a:extLst>
                <a:ext uri="{FF2B5EF4-FFF2-40B4-BE49-F238E27FC236}">
                  <a16:creationId xmlns:a16="http://schemas.microsoft.com/office/drawing/2014/main" id="{ACEA3DAF-AFEB-4701-AC14-57C822FCEC56}"/>
                </a:ext>
              </a:extLst>
            </p:cNvPr>
            <p:cNvSpPr>
              <a:spLocks/>
            </p:cNvSpPr>
            <p:nvPr/>
          </p:nvSpPr>
          <p:spPr bwMode="auto">
            <a:xfrm>
              <a:off x="503238" y="4188743"/>
              <a:ext cx="300037" cy="284162"/>
            </a:xfrm>
            <a:custGeom>
              <a:avLst/>
              <a:gdLst>
                <a:gd name="T0" fmla="*/ 0 w 189"/>
                <a:gd name="T1" fmla="*/ 2147483646 h 179"/>
                <a:gd name="T2" fmla="*/ 2147483646 w 189"/>
                <a:gd name="T3" fmla="*/ 2147483646 h 179"/>
                <a:gd name="T4" fmla="*/ 2147483646 w 189"/>
                <a:gd name="T5" fmla="*/ 0 h 179"/>
                <a:gd name="T6" fmla="*/ 2147483646 w 189"/>
                <a:gd name="T7" fmla="*/ 0 h 179"/>
                <a:gd name="T8" fmla="*/ 2147483646 w 189"/>
                <a:gd name="T9" fmla="*/ 2147483646 h 179"/>
                <a:gd name="T10" fmla="*/ 2147483646 w 189"/>
                <a:gd name="T11" fmla="*/ 2147483646 h 179"/>
                <a:gd name="T12" fmla="*/ 2147483646 w 189"/>
                <a:gd name="T13" fmla="*/ 2147483646 h 179"/>
                <a:gd name="T14" fmla="*/ 2147483646 w 189"/>
                <a:gd name="T15" fmla="*/ 2147483646 h 179"/>
                <a:gd name="T16" fmla="*/ 2147483646 w 189"/>
                <a:gd name="T17" fmla="*/ 2147483646 h 179"/>
                <a:gd name="T18" fmla="*/ 2147483646 w 189"/>
                <a:gd name="T19" fmla="*/ 2147483646 h 179"/>
                <a:gd name="T20" fmla="*/ 0 w 189"/>
                <a:gd name="T21" fmla="*/ 2147483646 h 17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89" h="179">
                  <a:moveTo>
                    <a:pt x="0" y="89"/>
                  </a:moveTo>
                  <a:lnTo>
                    <a:pt x="20" y="30"/>
                  </a:lnTo>
                  <a:lnTo>
                    <a:pt x="60" y="0"/>
                  </a:lnTo>
                  <a:lnTo>
                    <a:pt x="119" y="0"/>
                  </a:lnTo>
                  <a:lnTo>
                    <a:pt x="169" y="30"/>
                  </a:lnTo>
                  <a:lnTo>
                    <a:pt x="189" y="89"/>
                  </a:lnTo>
                  <a:lnTo>
                    <a:pt x="169" y="139"/>
                  </a:lnTo>
                  <a:lnTo>
                    <a:pt x="119" y="179"/>
                  </a:lnTo>
                  <a:lnTo>
                    <a:pt x="60" y="179"/>
                  </a:lnTo>
                  <a:lnTo>
                    <a:pt x="20" y="139"/>
                  </a:lnTo>
                  <a:lnTo>
                    <a:pt x="0" y="89"/>
                  </a:lnTo>
                  <a:close/>
                </a:path>
              </a:pathLst>
            </a:custGeom>
            <a:solidFill>
              <a:srgbClr val="FFFFFF"/>
            </a:solidFill>
            <a:ln w="15875">
              <a:solidFill>
                <a:schemeClr val="tx1"/>
              </a:solidFill>
              <a:prstDash val="solid"/>
              <a:round/>
              <a:headEnd/>
              <a:tailEnd/>
            </a:ln>
          </p:spPr>
          <p:txBody>
            <a:bodyPr/>
            <a:lstStyle/>
            <a:p>
              <a:endParaRPr lang="zh-CN" altLang="en-US"/>
            </a:p>
          </p:txBody>
        </p:sp>
        <p:sp>
          <p:nvSpPr>
            <p:cNvPr id="60490" name="Line 72">
              <a:extLst>
                <a:ext uri="{FF2B5EF4-FFF2-40B4-BE49-F238E27FC236}">
                  <a16:creationId xmlns:a16="http://schemas.microsoft.com/office/drawing/2014/main" id="{11969F6E-62D7-4406-824A-C74D40493216}"/>
                </a:ext>
              </a:extLst>
            </p:cNvPr>
            <p:cNvSpPr>
              <a:spLocks noChangeShapeType="1"/>
            </p:cNvSpPr>
            <p:nvPr/>
          </p:nvSpPr>
          <p:spPr bwMode="auto">
            <a:xfrm flipH="1">
              <a:off x="1101725" y="2539330"/>
              <a:ext cx="441325" cy="5969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0491" name="Freeform 73">
              <a:extLst>
                <a:ext uri="{FF2B5EF4-FFF2-40B4-BE49-F238E27FC236}">
                  <a16:creationId xmlns:a16="http://schemas.microsoft.com/office/drawing/2014/main" id="{08EA80E7-E6DD-4D3C-A16F-CDCBCF79ECD3}"/>
                </a:ext>
              </a:extLst>
            </p:cNvPr>
            <p:cNvSpPr>
              <a:spLocks/>
            </p:cNvSpPr>
            <p:nvPr/>
          </p:nvSpPr>
          <p:spPr bwMode="auto">
            <a:xfrm>
              <a:off x="1085850" y="2963193"/>
              <a:ext cx="157163" cy="173037"/>
            </a:xfrm>
            <a:custGeom>
              <a:avLst/>
              <a:gdLst>
                <a:gd name="T0" fmla="*/ 2147483646 w 99"/>
                <a:gd name="T1" fmla="*/ 2147483646 h 109"/>
                <a:gd name="T2" fmla="*/ 2147483646 w 99"/>
                <a:gd name="T3" fmla="*/ 2147483646 h 109"/>
                <a:gd name="T4" fmla="*/ 2147483646 w 99"/>
                <a:gd name="T5" fmla="*/ 0 h 109"/>
                <a:gd name="T6" fmla="*/ 0 w 99"/>
                <a:gd name="T7" fmla="*/ 2147483646 h 109"/>
                <a:gd name="T8" fmla="*/ 2147483646 w 99"/>
                <a:gd name="T9" fmla="*/ 2147483646 h 10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9" h="109">
                  <a:moveTo>
                    <a:pt x="99" y="30"/>
                  </a:moveTo>
                  <a:lnTo>
                    <a:pt x="69" y="30"/>
                  </a:lnTo>
                  <a:lnTo>
                    <a:pt x="60" y="0"/>
                  </a:lnTo>
                  <a:lnTo>
                    <a:pt x="0" y="109"/>
                  </a:lnTo>
                  <a:lnTo>
                    <a:pt x="99" y="30"/>
                  </a:lnTo>
                  <a:close/>
                </a:path>
              </a:pathLst>
            </a:custGeom>
            <a:solidFill>
              <a:srgbClr val="FFFF00"/>
            </a:solidFill>
            <a:ln w="158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0492" name="Rectangle 74">
              <a:extLst>
                <a:ext uri="{FF2B5EF4-FFF2-40B4-BE49-F238E27FC236}">
                  <a16:creationId xmlns:a16="http://schemas.microsoft.com/office/drawing/2014/main" id="{3444FFB2-B3EB-4470-A069-A80605B562C5}"/>
                </a:ext>
              </a:extLst>
            </p:cNvPr>
            <p:cNvSpPr>
              <a:spLocks noChangeArrowheads="1"/>
            </p:cNvSpPr>
            <p:nvPr/>
          </p:nvSpPr>
          <p:spPr bwMode="auto">
            <a:xfrm>
              <a:off x="2062162" y="2790155"/>
              <a:ext cx="131761" cy="3024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r>
                <a:rPr lang="en-US" altLang="zh-CN" sz="1600" b="1">
                  <a:solidFill>
                    <a:schemeClr val="tx1"/>
                  </a:solidFill>
                  <a:latin typeface="Times" panose="02020603050405020304" pitchFamily="18" charset="0"/>
                  <a:ea typeface="宋体" panose="02010600030101010101" pitchFamily="2" charset="-122"/>
                </a:rPr>
                <a:t>6</a:t>
              </a:r>
            </a:p>
          </p:txBody>
        </p:sp>
        <p:sp>
          <p:nvSpPr>
            <p:cNvPr id="60493" name="Rectangle 75">
              <a:extLst>
                <a:ext uri="{FF2B5EF4-FFF2-40B4-BE49-F238E27FC236}">
                  <a16:creationId xmlns:a16="http://schemas.microsoft.com/office/drawing/2014/main" id="{A0C1280C-5259-4FEC-89D8-FD4C8DDA3FF9}"/>
                </a:ext>
              </a:extLst>
            </p:cNvPr>
            <p:cNvSpPr>
              <a:spLocks noChangeArrowheads="1"/>
            </p:cNvSpPr>
            <p:nvPr/>
          </p:nvSpPr>
          <p:spPr bwMode="auto">
            <a:xfrm>
              <a:off x="2659063" y="2790155"/>
              <a:ext cx="131761" cy="3024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r>
                <a:rPr lang="en-US" altLang="zh-CN" sz="1600" b="1">
                  <a:solidFill>
                    <a:schemeClr val="tx1"/>
                  </a:solidFill>
                  <a:latin typeface="Times" panose="02020603050405020304" pitchFamily="18" charset="0"/>
                  <a:ea typeface="宋体" panose="02010600030101010101" pitchFamily="2" charset="-122"/>
                </a:rPr>
                <a:t>7</a:t>
              </a:r>
            </a:p>
          </p:txBody>
        </p:sp>
        <p:sp>
          <p:nvSpPr>
            <p:cNvPr id="60494" name="Line 76">
              <a:extLst>
                <a:ext uri="{FF2B5EF4-FFF2-40B4-BE49-F238E27FC236}">
                  <a16:creationId xmlns:a16="http://schemas.microsoft.com/office/drawing/2014/main" id="{2A344732-D24E-40A2-AB1E-007649A10CB4}"/>
                </a:ext>
              </a:extLst>
            </p:cNvPr>
            <p:cNvSpPr>
              <a:spLocks noChangeShapeType="1"/>
            </p:cNvSpPr>
            <p:nvPr/>
          </p:nvSpPr>
          <p:spPr bwMode="auto">
            <a:xfrm flipH="1">
              <a:off x="692150" y="3575968"/>
              <a:ext cx="252413" cy="51911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0495" name="Line 77">
              <a:extLst>
                <a:ext uri="{FF2B5EF4-FFF2-40B4-BE49-F238E27FC236}">
                  <a16:creationId xmlns:a16="http://schemas.microsoft.com/office/drawing/2014/main" id="{836B9078-4F34-4D48-B2B5-0C44ED410B8F}"/>
                </a:ext>
              </a:extLst>
            </p:cNvPr>
            <p:cNvSpPr>
              <a:spLocks noChangeShapeType="1"/>
            </p:cNvSpPr>
            <p:nvPr/>
          </p:nvSpPr>
          <p:spPr bwMode="auto">
            <a:xfrm flipH="1">
              <a:off x="1384300" y="3575968"/>
              <a:ext cx="158750" cy="5969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0496" name="Freeform 78">
              <a:extLst>
                <a:ext uri="{FF2B5EF4-FFF2-40B4-BE49-F238E27FC236}">
                  <a16:creationId xmlns:a16="http://schemas.microsoft.com/office/drawing/2014/main" id="{C2BEA6B9-3C03-4481-81BD-FDE1A961CC2B}"/>
                </a:ext>
              </a:extLst>
            </p:cNvPr>
            <p:cNvSpPr>
              <a:spLocks/>
            </p:cNvSpPr>
            <p:nvPr/>
          </p:nvSpPr>
          <p:spPr bwMode="auto">
            <a:xfrm>
              <a:off x="644525" y="3985543"/>
              <a:ext cx="127000" cy="187325"/>
            </a:xfrm>
            <a:custGeom>
              <a:avLst/>
              <a:gdLst>
                <a:gd name="T0" fmla="*/ 2147483646 w 80"/>
                <a:gd name="T1" fmla="*/ 0 h 118"/>
                <a:gd name="T2" fmla="*/ 2147483646 w 80"/>
                <a:gd name="T3" fmla="*/ 2147483646 h 118"/>
                <a:gd name="T4" fmla="*/ 2147483646 w 80"/>
                <a:gd name="T5" fmla="*/ 2147483646 h 118"/>
                <a:gd name="T6" fmla="*/ 0 w 80"/>
                <a:gd name="T7" fmla="*/ 2147483646 h 118"/>
                <a:gd name="T8" fmla="*/ 2147483646 w 80"/>
                <a:gd name="T9" fmla="*/ 0 h 1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0" h="118">
                  <a:moveTo>
                    <a:pt x="30" y="0"/>
                  </a:moveTo>
                  <a:lnTo>
                    <a:pt x="50" y="29"/>
                  </a:lnTo>
                  <a:lnTo>
                    <a:pt x="80" y="19"/>
                  </a:lnTo>
                  <a:lnTo>
                    <a:pt x="0" y="118"/>
                  </a:lnTo>
                  <a:lnTo>
                    <a:pt x="30" y="0"/>
                  </a:lnTo>
                  <a:close/>
                </a:path>
              </a:pathLst>
            </a:custGeom>
            <a:solidFill>
              <a:srgbClr val="FFFF00"/>
            </a:solidFill>
            <a:ln w="158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0497" name="Freeform 79">
              <a:extLst>
                <a:ext uri="{FF2B5EF4-FFF2-40B4-BE49-F238E27FC236}">
                  <a16:creationId xmlns:a16="http://schemas.microsoft.com/office/drawing/2014/main" id="{F44093A0-4427-4921-BAB5-50B3EB815AC2}"/>
                </a:ext>
              </a:extLst>
            </p:cNvPr>
            <p:cNvSpPr>
              <a:spLocks/>
            </p:cNvSpPr>
            <p:nvPr/>
          </p:nvSpPr>
          <p:spPr bwMode="auto">
            <a:xfrm>
              <a:off x="1384300" y="3985543"/>
              <a:ext cx="95250" cy="187325"/>
            </a:xfrm>
            <a:custGeom>
              <a:avLst/>
              <a:gdLst>
                <a:gd name="T0" fmla="*/ 2147483646 w 60"/>
                <a:gd name="T1" fmla="*/ 0 h 118"/>
                <a:gd name="T2" fmla="*/ 2147483646 w 60"/>
                <a:gd name="T3" fmla="*/ 2147483646 h 118"/>
                <a:gd name="T4" fmla="*/ 2147483646 w 60"/>
                <a:gd name="T5" fmla="*/ 2147483646 h 118"/>
                <a:gd name="T6" fmla="*/ 0 w 60"/>
                <a:gd name="T7" fmla="*/ 2147483646 h 118"/>
                <a:gd name="T8" fmla="*/ 2147483646 w 60"/>
                <a:gd name="T9" fmla="*/ 0 h 1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 h="118">
                  <a:moveTo>
                    <a:pt x="10" y="0"/>
                  </a:moveTo>
                  <a:lnTo>
                    <a:pt x="30" y="29"/>
                  </a:lnTo>
                  <a:lnTo>
                    <a:pt x="60" y="10"/>
                  </a:lnTo>
                  <a:lnTo>
                    <a:pt x="0" y="118"/>
                  </a:lnTo>
                  <a:lnTo>
                    <a:pt x="10" y="0"/>
                  </a:lnTo>
                  <a:close/>
                </a:path>
              </a:pathLst>
            </a:custGeom>
            <a:solidFill>
              <a:srgbClr val="FFFF00"/>
            </a:solidFill>
            <a:ln w="158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0498" name="Freeform 80">
              <a:extLst>
                <a:ext uri="{FF2B5EF4-FFF2-40B4-BE49-F238E27FC236}">
                  <a16:creationId xmlns:a16="http://schemas.microsoft.com/office/drawing/2014/main" id="{EC481F3E-C98F-46C1-A2D5-CC6035A1C815}"/>
                </a:ext>
              </a:extLst>
            </p:cNvPr>
            <p:cNvSpPr>
              <a:spLocks/>
            </p:cNvSpPr>
            <p:nvPr/>
          </p:nvSpPr>
          <p:spPr bwMode="auto">
            <a:xfrm>
              <a:off x="1243013" y="4188743"/>
              <a:ext cx="300037" cy="284162"/>
            </a:xfrm>
            <a:custGeom>
              <a:avLst/>
              <a:gdLst>
                <a:gd name="T0" fmla="*/ 0 w 189"/>
                <a:gd name="T1" fmla="*/ 2147483646 h 179"/>
                <a:gd name="T2" fmla="*/ 2147483646 w 189"/>
                <a:gd name="T3" fmla="*/ 2147483646 h 179"/>
                <a:gd name="T4" fmla="*/ 2147483646 w 189"/>
                <a:gd name="T5" fmla="*/ 0 h 179"/>
                <a:gd name="T6" fmla="*/ 2147483646 w 189"/>
                <a:gd name="T7" fmla="*/ 0 h 179"/>
                <a:gd name="T8" fmla="*/ 2147483646 w 189"/>
                <a:gd name="T9" fmla="*/ 2147483646 h 179"/>
                <a:gd name="T10" fmla="*/ 2147483646 w 189"/>
                <a:gd name="T11" fmla="*/ 2147483646 h 179"/>
                <a:gd name="T12" fmla="*/ 2147483646 w 189"/>
                <a:gd name="T13" fmla="*/ 2147483646 h 179"/>
                <a:gd name="T14" fmla="*/ 2147483646 w 189"/>
                <a:gd name="T15" fmla="*/ 2147483646 h 179"/>
                <a:gd name="T16" fmla="*/ 2147483646 w 189"/>
                <a:gd name="T17" fmla="*/ 2147483646 h 179"/>
                <a:gd name="T18" fmla="*/ 2147483646 w 189"/>
                <a:gd name="T19" fmla="*/ 2147483646 h 179"/>
                <a:gd name="T20" fmla="*/ 0 w 189"/>
                <a:gd name="T21" fmla="*/ 2147483646 h 17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89" h="179">
                  <a:moveTo>
                    <a:pt x="0" y="89"/>
                  </a:moveTo>
                  <a:lnTo>
                    <a:pt x="20" y="30"/>
                  </a:lnTo>
                  <a:lnTo>
                    <a:pt x="70" y="0"/>
                  </a:lnTo>
                  <a:lnTo>
                    <a:pt x="119" y="0"/>
                  </a:lnTo>
                  <a:lnTo>
                    <a:pt x="169" y="30"/>
                  </a:lnTo>
                  <a:lnTo>
                    <a:pt x="189" y="89"/>
                  </a:lnTo>
                  <a:lnTo>
                    <a:pt x="169" y="139"/>
                  </a:lnTo>
                  <a:lnTo>
                    <a:pt x="119" y="179"/>
                  </a:lnTo>
                  <a:lnTo>
                    <a:pt x="70" y="179"/>
                  </a:lnTo>
                  <a:lnTo>
                    <a:pt x="20" y="139"/>
                  </a:lnTo>
                  <a:lnTo>
                    <a:pt x="0" y="89"/>
                  </a:lnTo>
                  <a:close/>
                </a:path>
              </a:pathLst>
            </a:custGeom>
            <a:solidFill>
              <a:srgbClr val="FFFFFF"/>
            </a:solidFill>
            <a:ln w="15875">
              <a:solidFill>
                <a:schemeClr val="tx1"/>
              </a:solidFill>
              <a:prstDash val="solid"/>
              <a:round/>
              <a:headEnd/>
              <a:tailEnd/>
            </a:ln>
          </p:spPr>
          <p:txBody>
            <a:bodyPr/>
            <a:lstStyle/>
            <a:p>
              <a:endParaRPr lang="zh-CN" altLang="en-US"/>
            </a:p>
          </p:txBody>
        </p:sp>
        <p:sp>
          <p:nvSpPr>
            <p:cNvPr id="60499" name="Rectangle 81">
              <a:extLst>
                <a:ext uri="{FF2B5EF4-FFF2-40B4-BE49-F238E27FC236}">
                  <a16:creationId xmlns:a16="http://schemas.microsoft.com/office/drawing/2014/main" id="{7FF4949A-5AD5-485B-A9DC-157B9384484B}"/>
                </a:ext>
              </a:extLst>
            </p:cNvPr>
            <p:cNvSpPr>
              <a:spLocks noChangeArrowheads="1"/>
            </p:cNvSpPr>
            <p:nvPr/>
          </p:nvSpPr>
          <p:spPr bwMode="auto">
            <a:xfrm>
              <a:off x="409575" y="3906169"/>
              <a:ext cx="263522" cy="3024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r>
                <a:rPr lang="en-US" altLang="zh-CN" sz="1600" b="1">
                  <a:solidFill>
                    <a:schemeClr val="tx1"/>
                  </a:solidFill>
                  <a:latin typeface="Times" panose="02020603050405020304" pitchFamily="18" charset="0"/>
                  <a:ea typeface="宋体" panose="02010600030101010101" pitchFamily="2" charset="-122"/>
                </a:rPr>
                <a:t>10</a:t>
              </a:r>
            </a:p>
          </p:txBody>
        </p:sp>
        <p:sp>
          <p:nvSpPr>
            <p:cNvPr id="60500" name="Rectangle 82">
              <a:extLst>
                <a:ext uri="{FF2B5EF4-FFF2-40B4-BE49-F238E27FC236}">
                  <a16:creationId xmlns:a16="http://schemas.microsoft.com/office/drawing/2014/main" id="{6AD243D3-28DB-4151-80EC-B4DBD400D751}"/>
                </a:ext>
              </a:extLst>
            </p:cNvPr>
            <p:cNvSpPr>
              <a:spLocks noChangeArrowheads="1"/>
            </p:cNvSpPr>
            <p:nvPr/>
          </p:nvSpPr>
          <p:spPr bwMode="auto">
            <a:xfrm>
              <a:off x="1149350" y="3906169"/>
              <a:ext cx="248948" cy="3024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r>
                <a:rPr lang="en-US" altLang="zh-CN" sz="1600" b="1">
                  <a:solidFill>
                    <a:schemeClr val="tx1"/>
                  </a:solidFill>
                  <a:latin typeface="Times" panose="02020603050405020304" pitchFamily="18" charset="0"/>
                  <a:ea typeface="宋体" panose="02010600030101010101" pitchFamily="2" charset="-122"/>
                </a:rPr>
                <a:t>11</a:t>
              </a:r>
            </a:p>
          </p:txBody>
        </p:sp>
        <p:sp>
          <p:nvSpPr>
            <p:cNvPr id="60501" name="Freeform 83">
              <a:extLst>
                <a:ext uri="{FF2B5EF4-FFF2-40B4-BE49-F238E27FC236}">
                  <a16:creationId xmlns:a16="http://schemas.microsoft.com/office/drawing/2014/main" id="{708430A8-BEA4-4A63-A820-2C5510826450}"/>
                </a:ext>
              </a:extLst>
            </p:cNvPr>
            <p:cNvSpPr>
              <a:spLocks/>
            </p:cNvSpPr>
            <p:nvPr/>
          </p:nvSpPr>
          <p:spPr bwMode="auto">
            <a:xfrm>
              <a:off x="2139950" y="2994943"/>
              <a:ext cx="300038" cy="282575"/>
            </a:xfrm>
            <a:custGeom>
              <a:avLst/>
              <a:gdLst>
                <a:gd name="T0" fmla="*/ 0 w 189"/>
                <a:gd name="T1" fmla="*/ 2147483646 h 178"/>
                <a:gd name="T2" fmla="*/ 2147483646 w 189"/>
                <a:gd name="T3" fmla="*/ 2147483646 h 178"/>
                <a:gd name="T4" fmla="*/ 2147483646 w 189"/>
                <a:gd name="T5" fmla="*/ 0 h 178"/>
                <a:gd name="T6" fmla="*/ 2147483646 w 189"/>
                <a:gd name="T7" fmla="*/ 0 h 178"/>
                <a:gd name="T8" fmla="*/ 2147483646 w 189"/>
                <a:gd name="T9" fmla="*/ 2147483646 h 178"/>
                <a:gd name="T10" fmla="*/ 2147483646 w 189"/>
                <a:gd name="T11" fmla="*/ 2147483646 h 178"/>
                <a:gd name="T12" fmla="*/ 2147483646 w 189"/>
                <a:gd name="T13" fmla="*/ 2147483646 h 178"/>
                <a:gd name="T14" fmla="*/ 2147483646 w 189"/>
                <a:gd name="T15" fmla="*/ 2147483646 h 178"/>
                <a:gd name="T16" fmla="*/ 2147483646 w 189"/>
                <a:gd name="T17" fmla="*/ 2147483646 h 178"/>
                <a:gd name="T18" fmla="*/ 2147483646 w 189"/>
                <a:gd name="T19" fmla="*/ 2147483646 h 178"/>
                <a:gd name="T20" fmla="*/ 0 w 189"/>
                <a:gd name="T21" fmla="*/ 2147483646 h 17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89" h="178">
                  <a:moveTo>
                    <a:pt x="0" y="89"/>
                  </a:moveTo>
                  <a:lnTo>
                    <a:pt x="20" y="29"/>
                  </a:lnTo>
                  <a:lnTo>
                    <a:pt x="60" y="0"/>
                  </a:lnTo>
                  <a:lnTo>
                    <a:pt x="119" y="0"/>
                  </a:lnTo>
                  <a:lnTo>
                    <a:pt x="169" y="29"/>
                  </a:lnTo>
                  <a:lnTo>
                    <a:pt x="189" y="89"/>
                  </a:lnTo>
                  <a:lnTo>
                    <a:pt x="169" y="148"/>
                  </a:lnTo>
                  <a:lnTo>
                    <a:pt x="119" y="178"/>
                  </a:lnTo>
                  <a:lnTo>
                    <a:pt x="60" y="178"/>
                  </a:lnTo>
                  <a:lnTo>
                    <a:pt x="20" y="148"/>
                  </a:lnTo>
                  <a:lnTo>
                    <a:pt x="0" y="89"/>
                  </a:lnTo>
                  <a:close/>
                </a:path>
              </a:pathLst>
            </a:custGeom>
            <a:solidFill>
              <a:srgbClr val="FFFFFF"/>
            </a:solidFill>
            <a:ln w="15875">
              <a:solidFill>
                <a:schemeClr val="tx1"/>
              </a:solidFill>
              <a:prstDash val="solid"/>
              <a:round/>
              <a:headEnd/>
              <a:tailEnd/>
            </a:ln>
          </p:spPr>
          <p:txBody>
            <a:bodyPr/>
            <a:lstStyle/>
            <a:p>
              <a:endParaRPr lang="zh-CN" altLang="en-US"/>
            </a:p>
          </p:txBody>
        </p:sp>
        <p:sp>
          <p:nvSpPr>
            <p:cNvPr id="60502" name="Freeform 84">
              <a:extLst>
                <a:ext uri="{FF2B5EF4-FFF2-40B4-BE49-F238E27FC236}">
                  <a16:creationId xmlns:a16="http://schemas.microsoft.com/office/drawing/2014/main" id="{CB7DA471-79A2-40C7-B112-D3A320B1A8B5}"/>
                </a:ext>
              </a:extLst>
            </p:cNvPr>
            <p:cNvSpPr>
              <a:spLocks/>
            </p:cNvSpPr>
            <p:nvPr/>
          </p:nvSpPr>
          <p:spPr bwMode="auto">
            <a:xfrm>
              <a:off x="6594475" y="2994943"/>
              <a:ext cx="298450" cy="282575"/>
            </a:xfrm>
            <a:custGeom>
              <a:avLst/>
              <a:gdLst>
                <a:gd name="T0" fmla="*/ 0 w 188"/>
                <a:gd name="T1" fmla="*/ 2147483646 h 178"/>
                <a:gd name="T2" fmla="*/ 2147483646 w 188"/>
                <a:gd name="T3" fmla="*/ 2147483646 h 178"/>
                <a:gd name="T4" fmla="*/ 2147483646 w 188"/>
                <a:gd name="T5" fmla="*/ 0 h 178"/>
                <a:gd name="T6" fmla="*/ 2147483646 w 188"/>
                <a:gd name="T7" fmla="*/ 0 h 178"/>
                <a:gd name="T8" fmla="*/ 2147483646 w 188"/>
                <a:gd name="T9" fmla="*/ 2147483646 h 178"/>
                <a:gd name="T10" fmla="*/ 2147483646 w 188"/>
                <a:gd name="T11" fmla="*/ 2147483646 h 178"/>
                <a:gd name="T12" fmla="*/ 2147483646 w 188"/>
                <a:gd name="T13" fmla="*/ 2147483646 h 178"/>
                <a:gd name="T14" fmla="*/ 2147483646 w 188"/>
                <a:gd name="T15" fmla="*/ 2147483646 h 178"/>
                <a:gd name="T16" fmla="*/ 2147483646 w 188"/>
                <a:gd name="T17" fmla="*/ 2147483646 h 178"/>
                <a:gd name="T18" fmla="*/ 2147483646 w 188"/>
                <a:gd name="T19" fmla="*/ 2147483646 h 178"/>
                <a:gd name="T20" fmla="*/ 0 w 188"/>
                <a:gd name="T21" fmla="*/ 2147483646 h 17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88" h="178">
                  <a:moveTo>
                    <a:pt x="0" y="89"/>
                  </a:moveTo>
                  <a:lnTo>
                    <a:pt x="20" y="29"/>
                  </a:lnTo>
                  <a:lnTo>
                    <a:pt x="69" y="0"/>
                  </a:lnTo>
                  <a:lnTo>
                    <a:pt x="129" y="0"/>
                  </a:lnTo>
                  <a:lnTo>
                    <a:pt x="168" y="29"/>
                  </a:lnTo>
                  <a:lnTo>
                    <a:pt x="188" y="89"/>
                  </a:lnTo>
                  <a:lnTo>
                    <a:pt x="168" y="148"/>
                  </a:lnTo>
                  <a:lnTo>
                    <a:pt x="129" y="178"/>
                  </a:lnTo>
                  <a:lnTo>
                    <a:pt x="69" y="178"/>
                  </a:lnTo>
                  <a:lnTo>
                    <a:pt x="20" y="148"/>
                  </a:lnTo>
                  <a:lnTo>
                    <a:pt x="0" y="89"/>
                  </a:lnTo>
                  <a:close/>
                </a:path>
              </a:pathLst>
            </a:custGeom>
            <a:solidFill>
              <a:srgbClr val="FFFFFF"/>
            </a:solidFill>
            <a:ln w="15875">
              <a:solidFill>
                <a:schemeClr val="tx1"/>
              </a:solidFill>
              <a:prstDash val="solid"/>
              <a:round/>
              <a:headEnd/>
              <a:tailEnd/>
            </a:ln>
          </p:spPr>
          <p:txBody>
            <a:bodyPr/>
            <a:lstStyle/>
            <a:p>
              <a:endParaRPr lang="zh-CN" altLang="en-US"/>
            </a:p>
          </p:txBody>
        </p:sp>
        <p:sp>
          <p:nvSpPr>
            <p:cNvPr id="60503" name="Freeform 85">
              <a:extLst>
                <a:ext uri="{FF2B5EF4-FFF2-40B4-BE49-F238E27FC236}">
                  <a16:creationId xmlns:a16="http://schemas.microsoft.com/office/drawing/2014/main" id="{98D0B687-B29F-40E0-9590-397643DDB5A8}"/>
                </a:ext>
              </a:extLst>
            </p:cNvPr>
            <p:cNvSpPr>
              <a:spLocks/>
            </p:cNvSpPr>
            <p:nvPr/>
          </p:nvSpPr>
          <p:spPr bwMode="auto">
            <a:xfrm>
              <a:off x="7192963" y="2994943"/>
              <a:ext cx="298450" cy="282575"/>
            </a:xfrm>
            <a:custGeom>
              <a:avLst/>
              <a:gdLst>
                <a:gd name="T0" fmla="*/ 0 w 188"/>
                <a:gd name="T1" fmla="*/ 2147483646 h 178"/>
                <a:gd name="T2" fmla="*/ 2147483646 w 188"/>
                <a:gd name="T3" fmla="*/ 2147483646 h 178"/>
                <a:gd name="T4" fmla="*/ 2147483646 w 188"/>
                <a:gd name="T5" fmla="*/ 0 h 178"/>
                <a:gd name="T6" fmla="*/ 2147483646 w 188"/>
                <a:gd name="T7" fmla="*/ 0 h 178"/>
                <a:gd name="T8" fmla="*/ 2147483646 w 188"/>
                <a:gd name="T9" fmla="*/ 2147483646 h 178"/>
                <a:gd name="T10" fmla="*/ 2147483646 w 188"/>
                <a:gd name="T11" fmla="*/ 2147483646 h 178"/>
                <a:gd name="T12" fmla="*/ 2147483646 w 188"/>
                <a:gd name="T13" fmla="*/ 2147483646 h 178"/>
                <a:gd name="T14" fmla="*/ 2147483646 w 188"/>
                <a:gd name="T15" fmla="*/ 2147483646 h 178"/>
                <a:gd name="T16" fmla="*/ 2147483646 w 188"/>
                <a:gd name="T17" fmla="*/ 2147483646 h 178"/>
                <a:gd name="T18" fmla="*/ 2147483646 w 188"/>
                <a:gd name="T19" fmla="*/ 2147483646 h 178"/>
                <a:gd name="T20" fmla="*/ 0 w 188"/>
                <a:gd name="T21" fmla="*/ 2147483646 h 17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88" h="178">
                  <a:moveTo>
                    <a:pt x="0" y="89"/>
                  </a:moveTo>
                  <a:lnTo>
                    <a:pt x="19" y="29"/>
                  </a:lnTo>
                  <a:lnTo>
                    <a:pt x="69" y="0"/>
                  </a:lnTo>
                  <a:lnTo>
                    <a:pt x="119" y="0"/>
                  </a:lnTo>
                  <a:lnTo>
                    <a:pt x="168" y="29"/>
                  </a:lnTo>
                  <a:lnTo>
                    <a:pt x="188" y="89"/>
                  </a:lnTo>
                  <a:lnTo>
                    <a:pt x="168" y="148"/>
                  </a:lnTo>
                  <a:lnTo>
                    <a:pt x="119" y="178"/>
                  </a:lnTo>
                  <a:lnTo>
                    <a:pt x="69" y="178"/>
                  </a:lnTo>
                  <a:lnTo>
                    <a:pt x="19" y="148"/>
                  </a:lnTo>
                  <a:lnTo>
                    <a:pt x="0" y="89"/>
                  </a:lnTo>
                  <a:close/>
                </a:path>
              </a:pathLst>
            </a:custGeom>
            <a:solidFill>
              <a:srgbClr val="FFFFFF"/>
            </a:solidFill>
            <a:ln w="15875">
              <a:solidFill>
                <a:schemeClr val="tx1"/>
              </a:solidFill>
              <a:prstDash val="solid"/>
              <a:round/>
              <a:headEnd/>
              <a:tailEnd/>
            </a:ln>
          </p:spPr>
          <p:txBody>
            <a:bodyPr/>
            <a:lstStyle/>
            <a:p>
              <a:endParaRPr lang="zh-CN" altLang="en-US"/>
            </a:p>
          </p:txBody>
        </p:sp>
        <p:sp>
          <p:nvSpPr>
            <p:cNvPr id="60504" name="Line 86">
              <a:extLst>
                <a:ext uri="{FF2B5EF4-FFF2-40B4-BE49-F238E27FC236}">
                  <a16:creationId xmlns:a16="http://schemas.microsoft.com/office/drawing/2014/main" id="{2B4C8E8B-5EFA-4F04-886D-7477B6AEBAD7}"/>
                </a:ext>
              </a:extLst>
            </p:cNvPr>
            <p:cNvSpPr>
              <a:spLocks noChangeShapeType="1"/>
            </p:cNvSpPr>
            <p:nvPr/>
          </p:nvSpPr>
          <p:spPr bwMode="auto">
            <a:xfrm>
              <a:off x="6594475" y="2539330"/>
              <a:ext cx="157163" cy="45561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0505" name="Line 87">
              <a:extLst>
                <a:ext uri="{FF2B5EF4-FFF2-40B4-BE49-F238E27FC236}">
                  <a16:creationId xmlns:a16="http://schemas.microsoft.com/office/drawing/2014/main" id="{FE7EF34A-CE0F-4A30-BB1C-26EA9369DB8A}"/>
                </a:ext>
              </a:extLst>
            </p:cNvPr>
            <p:cNvSpPr>
              <a:spLocks noChangeShapeType="1"/>
            </p:cNvSpPr>
            <p:nvPr/>
          </p:nvSpPr>
          <p:spPr bwMode="auto">
            <a:xfrm>
              <a:off x="7192963" y="2539330"/>
              <a:ext cx="141287" cy="45561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0506" name="Freeform 88">
              <a:extLst>
                <a:ext uri="{FF2B5EF4-FFF2-40B4-BE49-F238E27FC236}">
                  <a16:creationId xmlns:a16="http://schemas.microsoft.com/office/drawing/2014/main" id="{5F6908F9-C41F-4F4A-B2FE-BB28177A2F3B}"/>
                </a:ext>
              </a:extLst>
            </p:cNvPr>
            <p:cNvSpPr>
              <a:spLocks/>
            </p:cNvSpPr>
            <p:nvPr/>
          </p:nvSpPr>
          <p:spPr bwMode="auto">
            <a:xfrm>
              <a:off x="7239000" y="2790155"/>
              <a:ext cx="111125" cy="204788"/>
            </a:xfrm>
            <a:custGeom>
              <a:avLst/>
              <a:gdLst>
                <a:gd name="T0" fmla="*/ 0 w 70"/>
                <a:gd name="T1" fmla="*/ 2147483646 h 129"/>
                <a:gd name="T2" fmla="*/ 2147483646 w 70"/>
                <a:gd name="T3" fmla="*/ 2147483646 h 129"/>
                <a:gd name="T4" fmla="*/ 2147483646 w 70"/>
                <a:gd name="T5" fmla="*/ 0 h 129"/>
                <a:gd name="T6" fmla="*/ 2147483646 w 70"/>
                <a:gd name="T7" fmla="*/ 2147483646 h 129"/>
                <a:gd name="T8" fmla="*/ 0 w 70"/>
                <a:gd name="T9" fmla="*/ 2147483646 h 1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0" h="129">
                  <a:moveTo>
                    <a:pt x="0" y="20"/>
                  </a:moveTo>
                  <a:lnTo>
                    <a:pt x="30" y="30"/>
                  </a:lnTo>
                  <a:lnTo>
                    <a:pt x="50" y="0"/>
                  </a:lnTo>
                  <a:lnTo>
                    <a:pt x="70" y="129"/>
                  </a:lnTo>
                  <a:lnTo>
                    <a:pt x="0" y="20"/>
                  </a:lnTo>
                  <a:close/>
                </a:path>
              </a:pathLst>
            </a:custGeom>
            <a:solidFill>
              <a:srgbClr val="FFFF00"/>
            </a:solidFill>
            <a:ln w="285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0507" name="Freeform 89">
              <a:extLst>
                <a:ext uri="{FF2B5EF4-FFF2-40B4-BE49-F238E27FC236}">
                  <a16:creationId xmlns:a16="http://schemas.microsoft.com/office/drawing/2014/main" id="{16C3BBB4-C475-4D8F-A679-2CCF700F5ED9}"/>
                </a:ext>
              </a:extLst>
            </p:cNvPr>
            <p:cNvSpPr>
              <a:spLocks/>
            </p:cNvSpPr>
            <p:nvPr/>
          </p:nvSpPr>
          <p:spPr bwMode="auto">
            <a:xfrm>
              <a:off x="6642100" y="2790155"/>
              <a:ext cx="109538" cy="188913"/>
            </a:xfrm>
            <a:custGeom>
              <a:avLst/>
              <a:gdLst>
                <a:gd name="T0" fmla="*/ 0 w 69"/>
                <a:gd name="T1" fmla="*/ 2147483646 h 119"/>
                <a:gd name="T2" fmla="*/ 2147483646 w 69"/>
                <a:gd name="T3" fmla="*/ 2147483646 h 119"/>
                <a:gd name="T4" fmla="*/ 2147483646 w 69"/>
                <a:gd name="T5" fmla="*/ 0 h 119"/>
                <a:gd name="T6" fmla="*/ 2147483646 w 69"/>
                <a:gd name="T7" fmla="*/ 2147483646 h 119"/>
                <a:gd name="T8" fmla="*/ 0 w 69"/>
                <a:gd name="T9" fmla="*/ 2147483646 h 1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9" h="119">
                  <a:moveTo>
                    <a:pt x="0" y="10"/>
                  </a:moveTo>
                  <a:lnTo>
                    <a:pt x="29" y="30"/>
                  </a:lnTo>
                  <a:lnTo>
                    <a:pt x="49" y="0"/>
                  </a:lnTo>
                  <a:lnTo>
                    <a:pt x="69" y="119"/>
                  </a:lnTo>
                  <a:lnTo>
                    <a:pt x="0" y="10"/>
                  </a:lnTo>
                  <a:close/>
                </a:path>
              </a:pathLst>
            </a:custGeom>
            <a:solidFill>
              <a:srgbClr val="FFFF00"/>
            </a:solidFill>
            <a:ln w="158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0508" name="Rectangle 90">
              <a:extLst>
                <a:ext uri="{FF2B5EF4-FFF2-40B4-BE49-F238E27FC236}">
                  <a16:creationId xmlns:a16="http://schemas.microsoft.com/office/drawing/2014/main" id="{37B92849-49F0-4495-B853-471C742603B8}"/>
                </a:ext>
              </a:extLst>
            </p:cNvPr>
            <p:cNvSpPr>
              <a:spLocks noChangeArrowheads="1"/>
            </p:cNvSpPr>
            <p:nvPr/>
          </p:nvSpPr>
          <p:spPr bwMode="auto">
            <a:xfrm>
              <a:off x="1841500" y="4038129"/>
              <a:ext cx="598488" cy="298450"/>
            </a:xfrm>
            <a:prstGeom prst="rect">
              <a:avLst/>
            </a:prstGeom>
            <a:solidFill>
              <a:schemeClr val="accent1"/>
            </a:solidFill>
            <a:ln w="15875">
              <a:solidFill>
                <a:srgbClr val="99CC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lang="zh-CN" altLang="en-US" sz="1800">
                <a:solidFill>
                  <a:schemeClr val="tx1"/>
                </a:solidFill>
                <a:latin typeface="Arial" panose="020B0604020202020204" pitchFamily="34" charset="0"/>
                <a:ea typeface="宋体" panose="02010600030101010101" pitchFamily="2" charset="-122"/>
              </a:endParaRPr>
            </a:p>
          </p:txBody>
        </p:sp>
        <p:sp>
          <p:nvSpPr>
            <p:cNvPr id="60509" name="Rectangle 91">
              <a:extLst>
                <a:ext uri="{FF2B5EF4-FFF2-40B4-BE49-F238E27FC236}">
                  <a16:creationId xmlns:a16="http://schemas.microsoft.com/office/drawing/2014/main" id="{DA49ADBF-7482-4510-B7EC-F2546C3971B8}"/>
                </a:ext>
              </a:extLst>
            </p:cNvPr>
            <p:cNvSpPr>
              <a:spLocks noChangeArrowheads="1"/>
            </p:cNvSpPr>
            <p:nvPr/>
          </p:nvSpPr>
          <p:spPr bwMode="auto">
            <a:xfrm>
              <a:off x="2093913" y="4068291"/>
              <a:ext cx="131761" cy="3024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r>
                <a:rPr lang="en-US" altLang="zh-CN" sz="1600" b="1">
                  <a:solidFill>
                    <a:srgbClr val="000000"/>
                  </a:solidFill>
                  <a:latin typeface="Times" panose="02020603050405020304" pitchFamily="18" charset="0"/>
                  <a:ea typeface="宋体" panose="02010600030101010101" pitchFamily="2" charset="-122"/>
                </a:rPr>
                <a:t>J</a:t>
              </a:r>
            </a:p>
          </p:txBody>
        </p:sp>
        <p:sp>
          <p:nvSpPr>
            <p:cNvPr id="60510" name="Rectangle 92">
              <a:extLst>
                <a:ext uri="{FF2B5EF4-FFF2-40B4-BE49-F238E27FC236}">
                  <a16:creationId xmlns:a16="http://schemas.microsoft.com/office/drawing/2014/main" id="{9054C892-B219-4F3C-98FF-FE4F99694531}"/>
                </a:ext>
              </a:extLst>
            </p:cNvPr>
            <p:cNvSpPr>
              <a:spLocks noChangeArrowheads="1"/>
            </p:cNvSpPr>
            <p:nvPr/>
          </p:nvSpPr>
          <p:spPr bwMode="auto">
            <a:xfrm>
              <a:off x="2439988" y="4038129"/>
              <a:ext cx="581025" cy="298450"/>
            </a:xfrm>
            <a:prstGeom prst="rect">
              <a:avLst/>
            </a:prstGeom>
            <a:solidFill>
              <a:schemeClr val="accent1"/>
            </a:solidFill>
            <a:ln w="15875">
              <a:solidFill>
                <a:srgbClr val="99CC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lang="zh-CN" altLang="en-US" sz="1800">
                <a:solidFill>
                  <a:schemeClr val="tx1"/>
                </a:solidFill>
                <a:latin typeface="Arial" panose="020B0604020202020204" pitchFamily="34" charset="0"/>
                <a:ea typeface="宋体" panose="02010600030101010101" pitchFamily="2" charset="-122"/>
              </a:endParaRPr>
            </a:p>
          </p:txBody>
        </p:sp>
        <p:sp>
          <p:nvSpPr>
            <p:cNvPr id="60511" name="Rectangle 93">
              <a:extLst>
                <a:ext uri="{FF2B5EF4-FFF2-40B4-BE49-F238E27FC236}">
                  <a16:creationId xmlns:a16="http://schemas.microsoft.com/office/drawing/2014/main" id="{45B7CB3F-F3D4-445D-93A0-28C0A116D4F0}"/>
                </a:ext>
              </a:extLst>
            </p:cNvPr>
            <p:cNvSpPr>
              <a:spLocks noChangeArrowheads="1"/>
            </p:cNvSpPr>
            <p:nvPr/>
          </p:nvSpPr>
          <p:spPr bwMode="auto">
            <a:xfrm>
              <a:off x="2659063" y="4068291"/>
              <a:ext cx="189407" cy="3024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r>
                <a:rPr lang="en-US" altLang="zh-CN" sz="1600" b="1">
                  <a:solidFill>
                    <a:srgbClr val="000000"/>
                  </a:solidFill>
                  <a:latin typeface="Times" panose="02020603050405020304" pitchFamily="18" charset="0"/>
                  <a:ea typeface="宋体" panose="02010600030101010101" pitchFamily="2" charset="-122"/>
                </a:rPr>
                <a:t>N</a:t>
              </a:r>
            </a:p>
          </p:txBody>
        </p:sp>
        <p:sp>
          <p:nvSpPr>
            <p:cNvPr id="60512" name="Rectangle 94">
              <a:extLst>
                <a:ext uri="{FF2B5EF4-FFF2-40B4-BE49-F238E27FC236}">
                  <a16:creationId xmlns:a16="http://schemas.microsoft.com/office/drawing/2014/main" id="{4706A4AB-AA9D-4BFF-BF1D-8991613C976B}"/>
                </a:ext>
              </a:extLst>
            </p:cNvPr>
            <p:cNvSpPr>
              <a:spLocks noChangeArrowheads="1"/>
            </p:cNvSpPr>
            <p:nvPr/>
          </p:nvSpPr>
          <p:spPr bwMode="auto">
            <a:xfrm>
              <a:off x="3021013" y="4038129"/>
              <a:ext cx="598487" cy="298450"/>
            </a:xfrm>
            <a:prstGeom prst="rect">
              <a:avLst/>
            </a:prstGeom>
            <a:solidFill>
              <a:schemeClr val="accent1"/>
            </a:solidFill>
            <a:ln w="15875">
              <a:solidFill>
                <a:srgbClr val="99CC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lang="zh-CN" altLang="en-US" sz="1800">
                <a:solidFill>
                  <a:schemeClr val="tx1"/>
                </a:solidFill>
                <a:latin typeface="Arial" panose="020B0604020202020204" pitchFamily="34" charset="0"/>
                <a:ea typeface="宋体" panose="02010600030101010101" pitchFamily="2" charset="-122"/>
              </a:endParaRPr>
            </a:p>
          </p:txBody>
        </p:sp>
        <p:sp>
          <p:nvSpPr>
            <p:cNvPr id="60513" name="Rectangle 95">
              <a:extLst>
                <a:ext uri="{FF2B5EF4-FFF2-40B4-BE49-F238E27FC236}">
                  <a16:creationId xmlns:a16="http://schemas.microsoft.com/office/drawing/2014/main" id="{32DA6BD9-1CD6-4F8B-BDD4-E29A8F439097}"/>
                </a:ext>
              </a:extLst>
            </p:cNvPr>
            <p:cNvSpPr>
              <a:spLocks noChangeArrowheads="1"/>
            </p:cNvSpPr>
            <p:nvPr/>
          </p:nvSpPr>
          <p:spPr bwMode="auto">
            <a:xfrm>
              <a:off x="3257550" y="4068291"/>
              <a:ext cx="205877" cy="3024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r>
                <a:rPr lang="en-US" altLang="zh-CN" sz="1600" b="1">
                  <a:solidFill>
                    <a:srgbClr val="000000"/>
                  </a:solidFill>
                  <a:latin typeface="Times" panose="02020603050405020304" pitchFamily="18" charset="0"/>
                  <a:ea typeface="宋体" panose="02010600030101010101" pitchFamily="2" charset="-122"/>
                </a:rPr>
                <a:t>K</a:t>
              </a:r>
            </a:p>
          </p:txBody>
        </p:sp>
        <p:sp>
          <p:nvSpPr>
            <p:cNvPr id="60514" name="Rectangle 96">
              <a:extLst>
                <a:ext uri="{FF2B5EF4-FFF2-40B4-BE49-F238E27FC236}">
                  <a16:creationId xmlns:a16="http://schemas.microsoft.com/office/drawing/2014/main" id="{5E56CDAF-99A7-4466-B77A-22D4AAE874A7}"/>
                </a:ext>
              </a:extLst>
            </p:cNvPr>
            <p:cNvSpPr>
              <a:spLocks noChangeArrowheads="1"/>
            </p:cNvSpPr>
            <p:nvPr/>
          </p:nvSpPr>
          <p:spPr bwMode="auto">
            <a:xfrm>
              <a:off x="1841500" y="4336579"/>
              <a:ext cx="598488" cy="298450"/>
            </a:xfrm>
            <a:prstGeom prst="rect">
              <a:avLst/>
            </a:prstGeom>
            <a:solidFill>
              <a:schemeClr val="accent1"/>
            </a:solidFill>
            <a:ln w="1587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lang="zh-CN" altLang="en-US" sz="1800">
                <a:solidFill>
                  <a:schemeClr val="tx1"/>
                </a:solidFill>
                <a:latin typeface="Arial" panose="020B0604020202020204" pitchFamily="34" charset="0"/>
                <a:ea typeface="宋体" panose="02010600030101010101" pitchFamily="2" charset="-122"/>
              </a:endParaRPr>
            </a:p>
          </p:txBody>
        </p:sp>
        <p:sp>
          <p:nvSpPr>
            <p:cNvPr id="60515" name="Rectangle 97">
              <a:extLst>
                <a:ext uri="{FF2B5EF4-FFF2-40B4-BE49-F238E27FC236}">
                  <a16:creationId xmlns:a16="http://schemas.microsoft.com/office/drawing/2014/main" id="{5E3C7648-AAD9-4B63-81F4-D26036E28142}"/>
                </a:ext>
              </a:extLst>
            </p:cNvPr>
            <p:cNvSpPr>
              <a:spLocks noChangeArrowheads="1"/>
            </p:cNvSpPr>
            <p:nvPr/>
          </p:nvSpPr>
          <p:spPr bwMode="auto">
            <a:xfrm>
              <a:off x="2439988" y="4336579"/>
              <a:ext cx="581025" cy="298450"/>
            </a:xfrm>
            <a:prstGeom prst="rect">
              <a:avLst/>
            </a:prstGeom>
            <a:solidFill>
              <a:schemeClr val="accent1"/>
            </a:solidFill>
            <a:ln w="1587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lang="zh-CN" altLang="en-US" sz="1800">
                <a:solidFill>
                  <a:schemeClr val="tx1"/>
                </a:solidFill>
                <a:latin typeface="Arial" panose="020B0604020202020204" pitchFamily="34" charset="0"/>
                <a:ea typeface="宋体" panose="02010600030101010101" pitchFamily="2" charset="-122"/>
              </a:endParaRPr>
            </a:p>
          </p:txBody>
        </p:sp>
        <p:sp>
          <p:nvSpPr>
            <p:cNvPr id="60516" name="Rectangle 98">
              <a:extLst>
                <a:ext uri="{FF2B5EF4-FFF2-40B4-BE49-F238E27FC236}">
                  <a16:creationId xmlns:a16="http://schemas.microsoft.com/office/drawing/2014/main" id="{FFE26F7F-DD1C-4EE6-95DB-8C1F374E436C}"/>
                </a:ext>
              </a:extLst>
            </p:cNvPr>
            <p:cNvSpPr>
              <a:spLocks noChangeArrowheads="1"/>
            </p:cNvSpPr>
            <p:nvPr/>
          </p:nvSpPr>
          <p:spPr bwMode="auto">
            <a:xfrm>
              <a:off x="3021013" y="4336579"/>
              <a:ext cx="598487" cy="298450"/>
            </a:xfrm>
            <a:prstGeom prst="rect">
              <a:avLst/>
            </a:prstGeom>
            <a:solidFill>
              <a:schemeClr val="accent1"/>
            </a:solidFill>
            <a:ln w="1587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lang="zh-CN" altLang="en-US" sz="1800">
                <a:solidFill>
                  <a:schemeClr val="tx1"/>
                </a:solidFill>
                <a:latin typeface="Arial" panose="020B0604020202020204" pitchFamily="34" charset="0"/>
                <a:ea typeface="宋体" panose="02010600030101010101" pitchFamily="2" charset="-122"/>
              </a:endParaRPr>
            </a:p>
          </p:txBody>
        </p:sp>
        <p:sp>
          <p:nvSpPr>
            <p:cNvPr id="60517" name="Rectangle 99">
              <a:extLst>
                <a:ext uri="{FF2B5EF4-FFF2-40B4-BE49-F238E27FC236}">
                  <a16:creationId xmlns:a16="http://schemas.microsoft.com/office/drawing/2014/main" id="{843CAA46-AB2D-4743-831D-F234EC8573BE}"/>
                </a:ext>
              </a:extLst>
            </p:cNvPr>
            <p:cNvSpPr>
              <a:spLocks noChangeArrowheads="1"/>
            </p:cNvSpPr>
            <p:nvPr/>
          </p:nvSpPr>
          <p:spPr bwMode="auto">
            <a:xfrm>
              <a:off x="3914775" y="2844924"/>
              <a:ext cx="263522" cy="3024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r>
                <a:rPr lang="en-US" altLang="zh-CN" sz="1600" b="1">
                  <a:solidFill>
                    <a:schemeClr val="tx1"/>
                  </a:solidFill>
                  <a:latin typeface="Times" panose="02020603050405020304" pitchFamily="18" charset="0"/>
                  <a:ea typeface="宋体" panose="02010600030101010101" pitchFamily="2" charset="-122"/>
                </a:rPr>
                <a:t>12</a:t>
              </a:r>
            </a:p>
          </p:txBody>
        </p:sp>
        <p:sp>
          <p:nvSpPr>
            <p:cNvPr id="60518" name="Freeform 100">
              <a:extLst>
                <a:ext uri="{FF2B5EF4-FFF2-40B4-BE49-F238E27FC236}">
                  <a16:creationId xmlns:a16="http://schemas.microsoft.com/office/drawing/2014/main" id="{04630880-F814-47C0-9CEE-17D2D22A5B72}"/>
                </a:ext>
              </a:extLst>
            </p:cNvPr>
            <p:cNvSpPr>
              <a:spLocks/>
            </p:cNvSpPr>
            <p:nvPr/>
          </p:nvSpPr>
          <p:spPr bwMode="auto">
            <a:xfrm>
              <a:off x="2093913" y="4461991"/>
              <a:ext cx="77787" cy="63500"/>
            </a:xfrm>
            <a:custGeom>
              <a:avLst/>
              <a:gdLst>
                <a:gd name="T0" fmla="*/ 0 w 49"/>
                <a:gd name="T1" fmla="*/ 2147483646 h 40"/>
                <a:gd name="T2" fmla="*/ 2147483646 w 49"/>
                <a:gd name="T3" fmla="*/ 0 h 40"/>
                <a:gd name="T4" fmla="*/ 2147483646 w 49"/>
                <a:gd name="T5" fmla="*/ 0 h 40"/>
                <a:gd name="T6" fmla="*/ 2147483646 w 49"/>
                <a:gd name="T7" fmla="*/ 2147483646 h 40"/>
                <a:gd name="T8" fmla="*/ 2147483646 w 49"/>
                <a:gd name="T9" fmla="*/ 2147483646 h 40"/>
                <a:gd name="T10" fmla="*/ 2147483646 w 49"/>
                <a:gd name="T11" fmla="*/ 2147483646 h 40"/>
                <a:gd name="T12" fmla="*/ 0 w 49"/>
                <a:gd name="T13" fmla="*/ 2147483646 h 4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9" h="40">
                  <a:moveTo>
                    <a:pt x="0" y="20"/>
                  </a:moveTo>
                  <a:lnTo>
                    <a:pt x="19" y="0"/>
                  </a:lnTo>
                  <a:lnTo>
                    <a:pt x="39" y="0"/>
                  </a:lnTo>
                  <a:lnTo>
                    <a:pt x="49" y="20"/>
                  </a:lnTo>
                  <a:lnTo>
                    <a:pt x="39" y="40"/>
                  </a:lnTo>
                  <a:lnTo>
                    <a:pt x="19" y="40"/>
                  </a:lnTo>
                  <a:lnTo>
                    <a:pt x="0" y="20"/>
                  </a:lnTo>
                  <a:close/>
                </a:path>
              </a:pathLst>
            </a:custGeom>
            <a:solidFill>
              <a:srgbClr val="000000"/>
            </a:solidFill>
            <a:ln w="15875">
              <a:solidFill>
                <a:schemeClr val="tx1"/>
              </a:solidFill>
              <a:prstDash val="solid"/>
              <a:round/>
              <a:headEnd/>
              <a:tailEnd/>
            </a:ln>
          </p:spPr>
          <p:txBody>
            <a:bodyPr/>
            <a:lstStyle/>
            <a:p>
              <a:endParaRPr lang="zh-CN" altLang="en-US"/>
            </a:p>
          </p:txBody>
        </p:sp>
        <p:sp>
          <p:nvSpPr>
            <p:cNvPr id="60519" name="Freeform 101">
              <a:extLst>
                <a:ext uri="{FF2B5EF4-FFF2-40B4-BE49-F238E27FC236}">
                  <a16:creationId xmlns:a16="http://schemas.microsoft.com/office/drawing/2014/main" id="{FEACCC76-CD3C-4923-A43B-851C246914AC}"/>
                </a:ext>
              </a:extLst>
            </p:cNvPr>
            <p:cNvSpPr>
              <a:spLocks/>
            </p:cNvSpPr>
            <p:nvPr/>
          </p:nvSpPr>
          <p:spPr bwMode="auto">
            <a:xfrm>
              <a:off x="2690813" y="4461991"/>
              <a:ext cx="79375" cy="63500"/>
            </a:xfrm>
            <a:custGeom>
              <a:avLst/>
              <a:gdLst>
                <a:gd name="T0" fmla="*/ 0 w 50"/>
                <a:gd name="T1" fmla="*/ 2147483646 h 40"/>
                <a:gd name="T2" fmla="*/ 2147483646 w 50"/>
                <a:gd name="T3" fmla="*/ 0 h 40"/>
                <a:gd name="T4" fmla="*/ 2147483646 w 50"/>
                <a:gd name="T5" fmla="*/ 0 h 40"/>
                <a:gd name="T6" fmla="*/ 2147483646 w 50"/>
                <a:gd name="T7" fmla="*/ 2147483646 h 40"/>
                <a:gd name="T8" fmla="*/ 2147483646 w 50"/>
                <a:gd name="T9" fmla="*/ 2147483646 h 40"/>
                <a:gd name="T10" fmla="*/ 2147483646 w 50"/>
                <a:gd name="T11" fmla="*/ 2147483646 h 40"/>
                <a:gd name="T12" fmla="*/ 0 w 50"/>
                <a:gd name="T13" fmla="*/ 2147483646 h 4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0" h="40">
                  <a:moveTo>
                    <a:pt x="0" y="20"/>
                  </a:moveTo>
                  <a:lnTo>
                    <a:pt x="10" y="0"/>
                  </a:lnTo>
                  <a:lnTo>
                    <a:pt x="40" y="0"/>
                  </a:lnTo>
                  <a:lnTo>
                    <a:pt x="50" y="20"/>
                  </a:lnTo>
                  <a:lnTo>
                    <a:pt x="40" y="40"/>
                  </a:lnTo>
                  <a:lnTo>
                    <a:pt x="10" y="40"/>
                  </a:lnTo>
                  <a:lnTo>
                    <a:pt x="0" y="20"/>
                  </a:lnTo>
                  <a:close/>
                </a:path>
              </a:pathLst>
            </a:custGeom>
            <a:solidFill>
              <a:srgbClr val="000000"/>
            </a:solidFill>
            <a:ln w="15875">
              <a:solidFill>
                <a:schemeClr val="tx1"/>
              </a:solidFill>
              <a:prstDash val="solid"/>
              <a:round/>
              <a:headEnd/>
              <a:tailEnd/>
            </a:ln>
          </p:spPr>
          <p:txBody>
            <a:bodyPr/>
            <a:lstStyle/>
            <a:p>
              <a:endParaRPr lang="zh-CN" altLang="en-US"/>
            </a:p>
          </p:txBody>
        </p:sp>
        <p:sp>
          <p:nvSpPr>
            <p:cNvPr id="60520" name="Freeform 102">
              <a:extLst>
                <a:ext uri="{FF2B5EF4-FFF2-40B4-BE49-F238E27FC236}">
                  <a16:creationId xmlns:a16="http://schemas.microsoft.com/office/drawing/2014/main" id="{D097FA80-B2D2-4A7C-9617-B2CF602B1897}"/>
                </a:ext>
              </a:extLst>
            </p:cNvPr>
            <p:cNvSpPr>
              <a:spLocks/>
            </p:cNvSpPr>
            <p:nvPr/>
          </p:nvSpPr>
          <p:spPr bwMode="auto">
            <a:xfrm>
              <a:off x="3289300" y="4461991"/>
              <a:ext cx="79375" cy="63500"/>
            </a:xfrm>
            <a:custGeom>
              <a:avLst/>
              <a:gdLst>
                <a:gd name="T0" fmla="*/ 0 w 50"/>
                <a:gd name="T1" fmla="*/ 2147483646 h 40"/>
                <a:gd name="T2" fmla="*/ 2147483646 w 50"/>
                <a:gd name="T3" fmla="*/ 0 h 40"/>
                <a:gd name="T4" fmla="*/ 2147483646 w 50"/>
                <a:gd name="T5" fmla="*/ 0 h 40"/>
                <a:gd name="T6" fmla="*/ 2147483646 w 50"/>
                <a:gd name="T7" fmla="*/ 2147483646 h 40"/>
                <a:gd name="T8" fmla="*/ 2147483646 w 50"/>
                <a:gd name="T9" fmla="*/ 2147483646 h 40"/>
                <a:gd name="T10" fmla="*/ 2147483646 w 50"/>
                <a:gd name="T11" fmla="*/ 2147483646 h 40"/>
                <a:gd name="T12" fmla="*/ 0 w 50"/>
                <a:gd name="T13" fmla="*/ 2147483646 h 4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0" h="40">
                  <a:moveTo>
                    <a:pt x="0" y="20"/>
                  </a:moveTo>
                  <a:lnTo>
                    <a:pt x="10" y="0"/>
                  </a:lnTo>
                  <a:lnTo>
                    <a:pt x="40" y="0"/>
                  </a:lnTo>
                  <a:lnTo>
                    <a:pt x="50" y="20"/>
                  </a:lnTo>
                  <a:lnTo>
                    <a:pt x="40" y="40"/>
                  </a:lnTo>
                  <a:lnTo>
                    <a:pt x="10" y="40"/>
                  </a:lnTo>
                  <a:lnTo>
                    <a:pt x="0" y="20"/>
                  </a:lnTo>
                  <a:close/>
                </a:path>
              </a:pathLst>
            </a:custGeom>
            <a:solidFill>
              <a:srgbClr val="000000"/>
            </a:solidFill>
            <a:ln w="15875">
              <a:solidFill>
                <a:schemeClr val="tx1"/>
              </a:solidFill>
              <a:prstDash val="solid"/>
              <a:round/>
              <a:headEnd/>
              <a:tailEnd/>
            </a:ln>
          </p:spPr>
          <p:txBody>
            <a:bodyPr/>
            <a:lstStyle/>
            <a:p>
              <a:endParaRPr lang="zh-CN" altLang="en-US"/>
            </a:p>
          </p:txBody>
        </p:sp>
        <p:sp>
          <p:nvSpPr>
            <p:cNvPr id="60521" name="Rectangle 103">
              <a:extLst>
                <a:ext uri="{FF2B5EF4-FFF2-40B4-BE49-F238E27FC236}">
                  <a16:creationId xmlns:a16="http://schemas.microsoft.com/office/drawing/2014/main" id="{6D9E90E4-E809-4ADF-8453-30A2E3A1BCEC}"/>
                </a:ext>
              </a:extLst>
            </p:cNvPr>
            <p:cNvSpPr>
              <a:spLocks noChangeArrowheads="1"/>
            </p:cNvSpPr>
            <p:nvPr/>
          </p:nvSpPr>
          <p:spPr bwMode="auto">
            <a:xfrm>
              <a:off x="4217988" y="4038129"/>
              <a:ext cx="598487" cy="298450"/>
            </a:xfrm>
            <a:prstGeom prst="rect">
              <a:avLst/>
            </a:prstGeom>
            <a:solidFill>
              <a:schemeClr val="accent1"/>
            </a:solidFill>
            <a:ln w="15875">
              <a:solidFill>
                <a:srgbClr val="99CC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lang="zh-CN" altLang="en-US" sz="1800">
                <a:solidFill>
                  <a:schemeClr val="tx1"/>
                </a:solidFill>
                <a:latin typeface="Arial" panose="020B0604020202020204" pitchFamily="34" charset="0"/>
                <a:ea typeface="宋体" panose="02010600030101010101" pitchFamily="2" charset="-122"/>
              </a:endParaRPr>
            </a:p>
          </p:txBody>
        </p:sp>
        <p:sp>
          <p:nvSpPr>
            <p:cNvPr id="60522" name="Rectangle 104">
              <a:extLst>
                <a:ext uri="{FF2B5EF4-FFF2-40B4-BE49-F238E27FC236}">
                  <a16:creationId xmlns:a16="http://schemas.microsoft.com/office/drawing/2014/main" id="{F3883842-B761-46F8-AE8C-3E800495614F}"/>
                </a:ext>
              </a:extLst>
            </p:cNvPr>
            <p:cNvSpPr>
              <a:spLocks noChangeArrowheads="1"/>
            </p:cNvSpPr>
            <p:nvPr/>
          </p:nvSpPr>
          <p:spPr bwMode="auto">
            <a:xfrm>
              <a:off x="4470400" y="4068291"/>
              <a:ext cx="131761" cy="3024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r>
                <a:rPr lang="en-US" altLang="zh-CN" sz="1600" b="1">
                  <a:solidFill>
                    <a:srgbClr val="000000"/>
                  </a:solidFill>
                  <a:latin typeface="Times" panose="02020603050405020304" pitchFamily="18" charset="0"/>
                  <a:ea typeface="宋体" panose="02010600030101010101" pitchFamily="2" charset="-122"/>
                </a:rPr>
                <a:t>J</a:t>
              </a:r>
            </a:p>
          </p:txBody>
        </p:sp>
        <p:sp>
          <p:nvSpPr>
            <p:cNvPr id="60523" name="Rectangle 105">
              <a:extLst>
                <a:ext uri="{FF2B5EF4-FFF2-40B4-BE49-F238E27FC236}">
                  <a16:creationId xmlns:a16="http://schemas.microsoft.com/office/drawing/2014/main" id="{012EE70A-9DFA-49DF-8809-C67C30ED64BA}"/>
                </a:ext>
              </a:extLst>
            </p:cNvPr>
            <p:cNvSpPr>
              <a:spLocks noChangeArrowheads="1"/>
            </p:cNvSpPr>
            <p:nvPr/>
          </p:nvSpPr>
          <p:spPr bwMode="auto">
            <a:xfrm>
              <a:off x="4816475" y="4038129"/>
              <a:ext cx="596900" cy="298450"/>
            </a:xfrm>
            <a:prstGeom prst="rect">
              <a:avLst/>
            </a:prstGeom>
            <a:solidFill>
              <a:schemeClr val="accent1"/>
            </a:solidFill>
            <a:ln w="15875">
              <a:solidFill>
                <a:srgbClr val="99CC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lang="zh-CN" altLang="en-US" sz="1800">
                <a:solidFill>
                  <a:schemeClr val="tx1"/>
                </a:solidFill>
                <a:latin typeface="Arial" panose="020B0604020202020204" pitchFamily="34" charset="0"/>
                <a:ea typeface="宋体" panose="02010600030101010101" pitchFamily="2" charset="-122"/>
              </a:endParaRPr>
            </a:p>
          </p:txBody>
        </p:sp>
        <p:sp>
          <p:nvSpPr>
            <p:cNvPr id="60524" name="Rectangle 106">
              <a:extLst>
                <a:ext uri="{FF2B5EF4-FFF2-40B4-BE49-F238E27FC236}">
                  <a16:creationId xmlns:a16="http://schemas.microsoft.com/office/drawing/2014/main" id="{5F410998-6BF3-4325-B759-F8C27C284F6A}"/>
                </a:ext>
              </a:extLst>
            </p:cNvPr>
            <p:cNvSpPr>
              <a:spLocks noChangeArrowheads="1"/>
            </p:cNvSpPr>
            <p:nvPr/>
          </p:nvSpPr>
          <p:spPr bwMode="auto">
            <a:xfrm>
              <a:off x="5021262" y="4068291"/>
              <a:ext cx="249112" cy="3024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r>
                <a:rPr lang="en-US" altLang="zh-CN" sz="1600" b="1">
                  <a:solidFill>
                    <a:srgbClr val="000000"/>
                  </a:solidFill>
                  <a:latin typeface="Times" panose="02020603050405020304" pitchFamily="18" charset="0"/>
                  <a:ea typeface="宋体" panose="02010600030101010101" pitchFamily="2" charset="-122"/>
                </a:rPr>
                <a:t>M</a:t>
              </a:r>
            </a:p>
          </p:txBody>
        </p:sp>
        <p:sp>
          <p:nvSpPr>
            <p:cNvPr id="60525" name="Rectangle 107">
              <a:extLst>
                <a:ext uri="{FF2B5EF4-FFF2-40B4-BE49-F238E27FC236}">
                  <a16:creationId xmlns:a16="http://schemas.microsoft.com/office/drawing/2014/main" id="{19C285A5-0AE1-4FB6-B369-D08CCBAAC867}"/>
                </a:ext>
              </a:extLst>
            </p:cNvPr>
            <p:cNvSpPr>
              <a:spLocks noChangeArrowheads="1"/>
            </p:cNvSpPr>
            <p:nvPr/>
          </p:nvSpPr>
          <p:spPr bwMode="auto">
            <a:xfrm>
              <a:off x="5413375" y="4038129"/>
              <a:ext cx="582613" cy="298450"/>
            </a:xfrm>
            <a:prstGeom prst="rect">
              <a:avLst/>
            </a:prstGeom>
            <a:solidFill>
              <a:schemeClr val="accent1"/>
            </a:solidFill>
            <a:ln w="15875">
              <a:solidFill>
                <a:srgbClr val="99CC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lang="zh-CN" altLang="en-US" sz="1800">
                <a:solidFill>
                  <a:schemeClr val="tx1"/>
                </a:solidFill>
                <a:latin typeface="Arial" panose="020B0604020202020204" pitchFamily="34" charset="0"/>
                <a:ea typeface="宋体" panose="02010600030101010101" pitchFamily="2" charset="-122"/>
              </a:endParaRPr>
            </a:p>
          </p:txBody>
        </p:sp>
        <p:sp>
          <p:nvSpPr>
            <p:cNvPr id="60526" name="Rectangle 108">
              <a:extLst>
                <a:ext uri="{FF2B5EF4-FFF2-40B4-BE49-F238E27FC236}">
                  <a16:creationId xmlns:a16="http://schemas.microsoft.com/office/drawing/2014/main" id="{EC53A1DD-06E7-429B-A41F-149CBE019F5F}"/>
                </a:ext>
              </a:extLst>
            </p:cNvPr>
            <p:cNvSpPr>
              <a:spLocks noChangeArrowheads="1"/>
            </p:cNvSpPr>
            <p:nvPr/>
          </p:nvSpPr>
          <p:spPr bwMode="auto">
            <a:xfrm>
              <a:off x="5634038" y="4068291"/>
              <a:ext cx="205877" cy="3024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r>
                <a:rPr lang="en-US" altLang="zh-CN" sz="1600" b="1">
                  <a:solidFill>
                    <a:srgbClr val="000000"/>
                  </a:solidFill>
                  <a:latin typeface="Times" panose="02020603050405020304" pitchFamily="18" charset="0"/>
                  <a:ea typeface="宋体" panose="02010600030101010101" pitchFamily="2" charset="-122"/>
                </a:rPr>
                <a:t>K</a:t>
              </a:r>
            </a:p>
          </p:txBody>
        </p:sp>
        <p:sp>
          <p:nvSpPr>
            <p:cNvPr id="60527" name="Rectangle 109">
              <a:extLst>
                <a:ext uri="{FF2B5EF4-FFF2-40B4-BE49-F238E27FC236}">
                  <a16:creationId xmlns:a16="http://schemas.microsoft.com/office/drawing/2014/main" id="{90027397-C3C8-440E-89B0-8EE898DB89AB}"/>
                </a:ext>
              </a:extLst>
            </p:cNvPr>
            <p:cNvSpPr>
              <a:spLocks noChangeArrowheads="1"/>
            </p:cNvSpPr>
            <p:nvPr/>
          </p:nvSpPr>
          <p:spPr bwMode="auto">
            <a:xfrm>
              <a:off x="4217988" y="4336579"/>
              <a:ext cx="598487" cy="298450"/>
            </a:xfrm>
            <a:prstGeom prst="rect">
              <a:avLst/>
            </a:prstGeom>
            <a:solidFill>
              <a:schemeClr val="accent1"/>
            </a:solidFill>
            <a:ln w="1587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lang="zh-CN" altLang="en-US" sz="1800">
                <a:solidFill>
                  <a:schemeClr val="tx1"/>
                </a:solidFill>
                <a:latin typeface="Arial" panose="020B0604020202020204" pitchFamily="34" charset="0"/>
                <a:ea typeface="宋体" panose="02010600030101010101" pitchFamily="2" charset="-122"/>
              </a:endParaRPr>
            </a:p>
          </p:txBody>
        </p:sp>
        <p:sp>
          <p:nvSpPr>
            <p:cNvPr id="60528" name="Rectangle 110">
              <a:extLst>
                <a:ext uri="{FF2B5EF4-FFF2-40B4-BE49-F238E27FC236}">
                  <a16:creationId xmlns:a16="http://schemas.microsoft.com/office/drawing/2014/main" id="{12B63157-CB85-4C1E-A080-203C65F02290}"/>
                </a:ext>
              </a:extLst>
            </p:cNvPr>
            <p:cNvSpPr>
              <a:spLocks noChangeArrowheads="1"/>
            </p:cNvSpPr>
            <p:nvPr/>
          </p:nvSpPr>
          <p:spPr bwMode="auto">
            <a:xfrm>
              <a:off x="4816475" y="4336579"/>
              <a:ext cx="596900" cy="298450"/>
            </a:xfrm>
            <a:prstGeom prst="rect">
              <a:avLst/>
            </a:prstGeom>
            <a:solidFill>
              <a:schemeClr val="accent1"/>
            </a:solidFill>
            <a:ln w="1587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lang="zh-CN" altLang="en-US" sz="1800">
                <a:solidFill>
                  <a:schemeClr val="tx1"/>
                </a:solidFill>
                <a:latin typeface="Arial" panose="020B0604020202020204" pitchFamily="34" charset="0"/>
                <a:ea typeface="宋体" panose="02010600030101010101" pitchFamily="2" charset="-122"/>
              </a:endParaRPr>
            </a:p>
          </p:txBody>
        </p:sp>
        <p:sp>
          <p:nvSpPr>
            <p:cNvPr id="60529" name="Rectangle 111">
              <a:extLst>
                <a:ext uri="{FF2B5EF4-FFF2-40B4-BE49-F238E27FC236}">
                  <a16:creationId xmlns:a16="http://schemas.microsoft.com/office/drawing/2014/main" id="{BC1CD300-427C-4A85-B9DC-8723852C6FD1}"/>
                </a:ext>
              </a:extLst>
            </p:cNvPr>
            <p:cNvSpPr>
              <a:spLocks noChangeArrowheads="1"/>
            </p:cNvSpPr>
            <p:nvPr/>
          </p:nvSpPr>
          <p:spPr bwMode="auto">
            <a:xfrm>
              <a:off x="5413375" y="4336579"/>
              <a:ext cx="582613" cy="298450"/>
            </a:xfrm>
            <a:prstGeom prst="rect">
              <a:avLst/>
            </a:prstGeom>
            <a:solidFill>
              <a:schemeClr val="accent1"/>
            </a:solidFill>
            <a:ln w="1587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lang="zh-CN" altLang="en-US" sz="1800">
                <a:solidFill>
                  <a:schemeClr val="tx1"/>
                </a:solidFill>
                <a:latin typeface="Arial" panose="020B0604020202020204" pitchFamily="34" charset="0"/>
                <a:ea typeface="宋体" panose="02010600030101010101" pitchFamily="2" charset="-122"/>
              </a:endParaRPr>
            </a:p>
          </p:txBody>
        </p:sp>
        <p:sp>
          <p:nvSpPr>
            <p:cNvPr id="60530" name="Rectangle 112">
              <a:extLst>
                <a:ext uri="{FF2B5EF4-FFF2-40B4-BE49-F238E27FC236}">
                  <a16:creationId xmlns:a16="http://schemas.microsoft.com/office/drawing/2014/main" id="{61649936-65EA-4CDA-8046-682CCAE0C2BD}"/>
                </a:ext>
              </a:extLst>
            </p:cNvPr>
            <p:cNvSpPr>
              <a:spLocks noChangeArrowheads="1"/>
            </p:cNvSpPr>
            <p:nvPr/>
          </p:nvSpPr>
          <p:spPr bwMode="auto">
            <a:xfrm>
              <a:off x="4456060" y="2851458"/>
              <a:ext cx="263522" cy="3024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r>
                <a:rPr lang="en-US" altLang="zh-CN" sz="1600" b="1">
                  <a:solidFill>
                    <a:schemeClr val="tx1"/>
                  </a:solidFill>
                  <a:latin typeface="Times" panose="02020603050405020304" pitchFamily="18" charset="0"/>
                  <a:ea typeface="宋体" panose="02010600030101010101" pitchFamily="2" charset="-122"/>
                </a:rPr>
                <a:t>13</a:t>
              </a:r>
            </a:p>
          </p:txBody>
        </p:sp>
        <p:sp>
          <p:nvSpPr>
            <p:cNvPr id="60531" name="Freeform 113">
              <a:extLst>
                <a:ext uri="{FF2B5EF4-FFF2-40B4-BE49-F238E27FC236}">
                  <a16:creationId xmlns:a16="http://schemas.microsoft.com/office/drawing/2014/main" id="{862F0EC4-FCBC-4942-B069-7166865FC096}"/>
                </a:ext>
              </a:extLst>
            </p:cNvPr>
            <p:cNvSpPr>
              <a:spLocks/>
            </p:cNvSpPr>
            <p:nvPr/>
          </p:nvSpPr>
          <p:spPr bwMode="auto">
            <a:xfrm>
              <a:off x="4484688" y="4461991"/>
              <a:ext cx="63500" cy="63500"/>
            </a:xfrm>
            <a:custGeom>
              <a:avLst/>
              <a:gdLst>
                <a:gd name="T0" fmla="*/ 0 w 40"/>
                <a:gd name="T1" fmla="*/ 2147483646 h 40"/>
                <a:gd name="T2" fmla="*/ 2147483646 w 40"/>
                <a:gd name="T3" fmla="*/ 0 h 40"/>
                <a:gd name="T4" fmla="*/ 2147483646 w 40"/>
                <a:gd name="T5" fmla="*/ 0 h 40"/>
                <a:gd name="T6" fmla="*/ 2147483646 w 40"/>
                <a:gd name="T7" fmla="*/ 2147483646 h 40"/>
                <a:gd name="T8" fmla="*/ 2147483646 w 40"/>
                <a:gd name="T9" fmla="*/ 2147483646 h 40"/>
                <a:gd name="T10" fmla="*/ 2147483646 w 40"/>
                <a:gd name="T11" fmla="*/ 2147483646 h 40"/>
                <a:gd name="T12" fmla="*/ 0 w 40"/>
                <a:gd name="T13" fmla="*/ 2147483646 h 4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0" h="40">
                  <a:moveTo>
                    <a:pt x="0" y="20"/>
                  </a:moveTo>
                  <a:lnTo>
                    <a:pt x="10" y="0"/>
                  </a:lnTo>
                  <a:lnTo>
                    <a:pt x="30" y="0"/>
                  </a:lnTo>
                  <a:lnTo>
                    <a:pt x="40" y="20"/>
                  </a:lnTo>
                  <a:lnTo>
                    <a:pt x="30" y="40"/>
                  </a:lnTo>
                  <a:lnTo>
                    <a:pt x="10" y="40"/>
                  </a:lnTo>
                  <a:lnTo>
                    <a:pt x="0" y="20"/>
                  </a:lnTo>
                  <a:close/>
                </a:path>
              </a:pathLst>
            </a:custGeom>
            <a:solidFill>
              <a:srgbClr val="000000"/>
            </a:solidFill>
            <a:ln w="15875">
              <a:solidFill>
                <a:schemeClr val="tx1"/>
              </a:solidFill>
              <a:prstDash val="solid"/>
              <a:round/>
              <a:headEnd/>
              <a:tailEnd/>
            </a:ln>
          </p:spPr>
          <p:txBody>
            <a:bodyPr/>
            <a:lstStyle/>
            <a:p>
              <a:endParaRPr lang="zh-CN" altLang="en-US"/>
            </a:p>
          </p:txBody>
        </p:sp>
        <p:sp>
          <p:nvSpPr>
            <p:cNvPr id="60532" name="Freeform 114">
              <a:extLst>
                <a:ext uri="{FF2B5EF4-FFF2-40B4-BE49-F238E27FC236}">
                  <a16:creationId xmlns:a16="http://schemas.microsoft.com/office/drawing/2014/main" id="{5FA4E96C-CDB8-404B-A788-CEC08D40DA1C}"/>
                </a:ext>
              </a:extLst>
            </p:cNvPr>
            <p:cNvSpPr>
              <a:spLocks/>
            </p:cNvSpPr>
            <p:nvPr/>
          </p:nvSpPr>
          <p:spPr bwMode="auto">
            <a:xfrm>
              <a:off x="5067300" y="4461991"/>
              <a:ext cx="79375" cy="63500"/>
            </a:xfrm>
            <a:custGeom>
              <a:avLst/>
              <a:gdLst>
                <a:gd name="T0" fmla="*/ 0 w 50"/>
                <a:gd name="T1" fmla="*/ 2147483646 h 40"/>
                <a:gd name="T2" fmla="*/ 2147483646 w 50"/>
                <a:gd name="T3" fmla="*/ 0 h 40"/>
                <a:gd name="T4" fmla="*/ 2147483646 w 50"/>
                <a:gd name="T5" fmla="*/ 0 h 40"/>
                <a:gd name="T6" fmla="*/ 2147483646 w 50"/>
                <a:gd name="T7" fmla="*/ 2147483646 h 40"/>
                <a:gd name="T8" fmla="*/ 2147483646 w 50"/>
                <a:gd name="T9" fmla="*/ 2147483646 h 40"/>
                <a:gd name="T10" fmla="*/ 2147483646 w 50"/>
                <a:gd name="T11" fmla="*/ 2147483646 h 40"/>
                <a:gd name="T12" fmla="*/ 0 w 50"/>
                <a:gd name="T13" fmla="*/ 2147483646 h 4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0" h="40">
                  <a:moveTo>
                    <a:pt x="0" y="20"/>
                  </a:moveTo>
                  <a:lnTo>
                    <a:pt x="20" y="0"/>
                  </a:lnTo>
                  <a:lnTo>
                    <a:pt x="40" y="0"/>
                  </a:lnTo>
                  <a:lnTo>
                    <a:pt x="50" y="20"/>
                  </a:lnTo>
                  <a:lnTo>
                    <a:pt x="40" y="40"/>
                  </a:lnTo>
                  <a:lnTo>
                    <a:pt x="20" y="40"/>
                  </a:lnTo>
                  <a:lnTo>
                    <a:pt x="0" y="20"/>
                  </a:lnTo>
                  <a:close/>
                </a:path>
              </a:pathLst>
            </a:custGeom>
            <a:solidFill>
              <a:srgbClr val="000000"/>
            </a:solidFill>
            <a:ln w="15875">
              <a:solidFill>
                <a:schemeClr val="tx1"/>
              </a:solidFill>
              <a:prstDash val="solid"/>
              <a:round/>
              <a:headEnd/>
              <a:tailEnd/>
            </a:ln>
          </p:spPr>
          <p:txBody>
            <a:bodyPr/>
            <a:lstStyle/>
            <a:p>
              <a:endParaRPr lang="zh-CN" altLang="en-US"/>
            </a:p>
          </p:txBody>
        </p:sp>
        <p:sp>
          <p:nvSpPr>
            <p:cNvPr id="60533" name="Freeform 115">
              <a:extLst>
                <a:ext uri="{FF2B5EF4-FFF2-40B4-BE49-F238E27FC236}">
                  <a16:creationId xmlns:a16="http://schemas.microsoft.com/office/drawing/2014/main" id="{559A0293-8CAA-485B-9F1C-ABF79245A04D}"/>
                </a:ext>
              </a:extLst>
            </p:cNvPr>
            <p:cNvSpPr>
              <a:spLocks/>
            </p:cNvSpPr>
            <p:nvPr/>
          </p:nvSpPr>
          <p:spPr bwMode="auto">
            <a:xfrm>
              <a:off x="5665788" y="4461991"/>
              <a:ext cx="79375" cy="63500"/>
            </a:xfrm>
            <a:custGeom>
              <a:avLst/>
              <a:gdLst>
                <a:gd name="T0" fmla="*/ 0 w 50"/>
                <a:gd name="T1" fmla="*/ 2147483646 h 40"/>
                <a:gd name="T2" fmla="*/ 2147483646 w 50"/>
                <a:gd name="T3" fmla="*/ 0 h 40"/>
                <a:gd name="T4" fmla="*/ 2147483646 w 50"/>
                <a:gd name="T5" fmla="*/ 0 h 40"/>
                <a:gd name="T6" fmla="*/ 2147483646 w 50"/>
                <a:gd name="T7" fmla="*/ 2147483646 h 40"/>
                <a:gd name="T8" fmla="*/ 2147483646 w 50"/>
                <a:gd name="T9" fmla="*/ 2147483646 h 40"/>
                <a:gd name="T10" fmla="*/ 2147483646 w 50"/>
                <a:gd name="T11" fmla="*/ 2147483646 h 40"/>
                <a:gd name="T12" fmla="*/ 0 w 50"/>
                <a:gd name="T13" fmla="*/ 2147483646 h 4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0" h="40">
                  <a:moveTo>
                    <a:pt x="0" y="20"/>
                  </a:moveTo>
                  <a:lnTo>
                    <a:pt x="10" y="0"/>
                  </a:lnTo>
                  <a:lnTo>
                    <a:pt x="40" y="0"/>
                  </a:lnTo>
                  <a:lnTo>
                    <a:pt x="50" y="20"/>
                  </a:lnTo>
                  <a:lnTo>
                    <a:pt x="40" y="40"/>
                  </a:lnTo>
                  <a:lnTo>
                    <a:pt x="10" y="40"/>
                  </a:lnTo>
                  <a:lnTo>
                    <a:pt x="0" y="20"/>
                  </a:lnTo>
                  <a:close/>
                </a:path>
              </a:pathLst>
            </a:custGeom>
            <a:solidFill>
              <a:srgbClr val="000000"/>
            </a:solidFill>
            <a:ln w="15875">
              <a:solidFill>
                <a:schemeClr val="tx1"/>
              </a:solidFill>
              <a:prstDash val="solid"/>
              <a:round/>
              <a:headEnd/>
              <a:tailEnd/>
            </a:ln>
          </p:spPr>
          <p:txBody>
            <a:bodyPr/>
            <a:lstStyle/>
            <a:p>
              <a:endParaRPr lang="zh-CN" altLang="en-US"/>
            </a:p>
          </p:txBody>
        </p:sp>
        <p:sp>
          <p:nvSpPr>
            <p:cNvPr id="60534" name="Rectangle 116">
              <a:extLst>
                <a:ext uri="{FF2B5EF4-FFF2-40B4-BE49-F238E27FC236}">
                  <a16:creationId xmlns:a16="http://schemas.microsoft.com/office/drawing/2014/main" id="{70C82C4B-03AD-49B4-A8A7-6D0283A8D629}"/>
                </a:ext>
              </a:extLst>
            </p:cNvPr>
            <p:cNvSpPr>
              <a:spLocks noChangeArrowheads="1"/>
            </p:cNvSpPr>
            <p:nvPr/>
          </p:nvSpPr>
          <p:spPr bwMode="auto">
            <a:xfrm>
              <a:off x="6594475" y="4038129"/>
              <a:ext cx="598488" cy="298450"/>
            </a:xfrm>
            <a:prstGeom prst="rect">
              <a:avLst/>
            </a:prstGeom>
            <a:solidFill>
              <a:schemeClr val="accent1"/>
            </a:solidFill>
            <a:ln w="15875">
              <a:solidFill>
                <a:srgbClr val="99CC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lang="zh-CN" altLang="en-US" sz="1800">
                <a:solidFill>
                  <a:schemeClr val="tx1"/>
                </a:solidFill>
                <a:latin typeface="Arial" panose="020B0604020202020204" pitchFamily="34" charset="0"/>
                <a:ea typeface="宋体" panose="02010600030101010101" pitchFamily="2" charset="-122"/>
              </a:endParaRPr>
            </a:p>
          </p:txBody>
        </p:sp>
        <p:sp>
          <p:nvSpPr>
            <p:cNvPr id="60535" name="Rectangle 117">
              <a:extLst>
                <a:ext uri="{FF2B5EF4-FFF2-40B4-BE49-F238E27FC236}">
                  <a16:creationId xmlns:a16="http://schemas.microsoft.com/office/drawing/2014/main" id="{681E967F-56E2-44A5-A86F-0E14F36FBBA0}"/>
                </a:ext>
              </a:extLst>
            </p:cNvPr>
            <p:cNvSpPr>
              <a:spLocks noChangeArrowheads="1"/>
            </p:cNvSpPr>
            <p:nvPr/>
          </p:nvSpPr>
          <p:spPr bwMode="auto">
            <a:xfrm>
              <a:off x="6815138" y="4068291"/>
              <a:ext cx="189407" cy="3024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r>
                <a:rPr lang="en-US" altLang="zh-CN" sz="1600" b="1">
                  <a:solidFill>
                    <a:srgbClr val="000000"/>
                  </a:solidFill>
                  <a:latin typeface="Times" panose="02020603050405020304" pitchFamily="18" charset="0"/>
                  <a:ea typeface="宋体" panose="02010600030101010101" pitchFamily="2" charset="-122"/>
                </a:rPr>
                <a:t>A</a:t>
              </a:r>
            </a:p>
          </p:txBody>
        </p:sp>
        <p:sp>
          <p:nvSpPr>
            <p:cNvPr id="60536" name="Rectangle 118">
              <a:extLst>
                <a:ext uri="{FF2B5EF4-FFF2-40B4-BE49-F238E27FC236}">
                  <a16:creationId xmlns:a16="http://schemas.microsoft.com/office/drawing/2014/main" id="{54402463-DC14-4DC7-AB5A-778EF2864637}"/>
                </a:ext>
              </a:extLst>
            </p:cNvPr>
            <p:cNvSpPr>
              <a:spLocks noChangeArrowheads="1"/>
            </p:cNvSpPr>
            <p:nvPr/>
          </p:nvSpPr>
          <p:spPr bwMode="auto">
            <a:xfrm>
              <a:off x="7192963" y="4038129"/>
              <a:ext cx="596900" cy="298450"/>
            </a:xfrm>
            <a:prstGeom prst="rect">
              <a:avLst/>
            </a:prstGeom>
            <a:solidFill>
              <a:schemeClr val="accent1"/>
            </a:solidFill>
            <a:ln w="15875">
              <a:solidFill>
                <a:srgbClr val="99CC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lang="zh-CN" altLang="en-US" sz="1800">
                <a:solidFill>
                  <a:schemeClr val="tx1"/>
                </a:solidFill>
                <a:latin typeface="Arial" panose="020B0604020202020204" pitchFamily="34" charset="0"/>
                <a:ea typeface="宋体" panose="02010600030101010101" pitchFamily="2" charset="-122"/>
              </a:endParaRPr>
            </a:p>
          </p:txBody>
        </p:sp>
        <p:sp>
          <p:nvSpPr>
            <p:cNvPr id="60537" name="Rectangle 119">
              <a:extLst>
                <a:ext uri="{FF2B5EF4-FFF2-40B4-BE49-F238E27FC236}">
                  <a16:creationId xmlns:a16="http://schemas.microsoft.com/office/drawing/2014/main" id="{AC67BB2B-D15E-4DAD-A698-2E4F5E01FBF0}"/>
                </a:ext>
              </a:extLst>
            </p:cNvPr>
            <p:cNvSpPr>
              <a:spLocks noChangeArrowheads="1"/>
            </p:cNvSpPr>
            <p:nvPr/>
          </p:nvSpPr>
          <p:spPr bwMode="auto">
            <a:xfrm>
              <a:off x="7412038" y="4068291"/>
              <a:ext cx="205877" cy="3024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r>
                <a:rPr lang="en-US" altLang="zh-CN" sz="1600" b="1">
                  <a:solidFill>
                    <a:srgbClr val="000000"/>
                  </a:solidFill>
                  <a:latin typeface="Times" panose="02020603050405020304" pitchFamily="18" charset="0"/>
                  <a:ea typeface="宋体" panose="02010600030101010101" pitchFamily="2" charset="-122"/>
                </a:rPr>
                <a:t>H</a:t>
              </a:r>
            </a:p>
          </p:txBody>
        </p:sp>
        <p:sp>
          <p:nvSpPr>
            <p:cNvPr id="60538" name="Rectangle 120">
              <a:extLst>
                <a:ext uri="{FF2B5EF4-FFF2-40B4-BE49-F238E27FC236}">
                  <a16:creationId xmlns:a16="http://schemas.microsoft.com/office/drawing/2014/main" id="{E43E5475-4AEA-4221-9422-A8FC4DB3580E}"/>
                </a:ext>
              </a:extLst>
            </p:cNvPr>
            <p:cNvSpPr>
              <a:spLocks noChangeArrowheads="1"/>
            </p:cNvSpPr>
            <p:nvPr/>
          </p:nvSpPr>
          <p:spPr bwMode="auto">
            <a:xfrm>
              <a:off x="7789863" y="4038129"/>
              <a:ext cx="598487" cy="298450"/>
            </a:xfrm>
            <a:prstGeom prst="rect">
              <a:avLst/>
            </a:prstGeom>
            <a:solidFill>
              <a:schemeClr val="accent1"/>
            </a:solidFill>
            <a:ln w="15875">
              <a:solidFill>
                <a:srgbClr val="99CC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lang="zh-CN" altLang="en-US" sz="1800">
                <a:solidFill>
                  <a:schemeClr val="tx1"/>
                </a:solidFill>
                <a:latin typeface="Arial" panose="020B0604020202020204" pitchFamily="34" charset="0"/>
                <a:ea typeface="宋体" panose="02010600030101010101" pitchFamily="2" charset="-122"/>
              </a:endParaRPr>
            </a:p>
          </p:txBody>
        </p:sp>
        <p:sp>
          <p:nvSpPr>
            <p:cNvPr id="60539" name="Rectangle 121">
              <a:extLst>
                <a:ext uri="{FF2B5EF4-FFF2-40B4-BE49-F238E27FC236}">
                  <a16:creationId xmlns:a16="http://schemas.microsoft.com/office/drawing/2014/main" id="{BF3FD4B9-7586-4005-885C-E2B7C8838DEE}"/>
                </a:ext>
              </a:extLst>
            </p:cNvPr>
            <p:cNvSpPr>
              <a:spLocks noChangeArrowheads="1"/>
            </p:cNvSpPr>
            <p:nvPr/>
          </p:nvSpPr>
          <p:spPr bwMode="auto">
            <a:xfrm>
              <a:off x="8026400" y="4068291"/>
              <a:ext cx="160584" cy="3024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r>
                <a:rPr lang="en-US" altLang="zh-CN" sz="1600" b="1">
                  <a:solidFill>
                    <a:srgbClr val="000000"/>
                  </a:solidFill>
                  <a:latin typeface="Times" panose="02020603050405020304" pitchFamily="18" charset="0"/>
                  <a:ea typeface="宋体" panose="02010600030101010101" pitchFamily="2" charset="-122"/>
                </a:rPr>
                <a:t>F</a:t>
              </a:r>
            </a:p>
          </p:txBody>
        </p:sp>
        <p:sp>
          <p:nvSpPr>
            <p:cNvPr id="60540" name="Rectangle 122">
              <a:extLst>
                <a:ext uri="{FF2B5EF4-FFF2-40B4-BE49-F238E27FC236}">
                  <a16:creationId xmlns:a16="http://schemas.microsoft.com/office/drawing/2014/main" id="{C2E22191-FB1A-4D6B-9584-E62EA843E4C5}"/>
                </a:ext>
              </a:extLst>
            </p:cNvPr>
            <p:cNvSpPr>
              <a:spLocks noChangeArrowheads="1"/>
            </p:cNvSpPr>
            <p:nvPr/>
          </p:nvSpPr>
          <p:spPr bwMode="auto">
            <a:xfrm>
              <a:off x="6594475" y="4336579"/>
              <a:ext cx="598488" cy="298450"/>
            </a:xfrm>
            <a:prstGeom prst="rect">
              <a:avLst/>
            </a:prstGeom>
            <a:solidFill>
              <a:schemeClr val="accent1"/>
            </a:solidFill>
            <a:ln w="1587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lang="zh-CN" altLang="en-US" sz="1800">
                <a:solidFill>
                  <a:schemeClr val="tx1"/>
                </a:solidFill>
                <a:latin typeface="Arial" panose="020B0604020202020204" pitchFamily="34" charset="0"/>
                <a:ea typeface="宋体" panose="02010600030101010101" pitchFamily="2" charset="-122"/>
              </a:endParaRPr>
            </a:p>
          </p:txBody>
        </p:sp>
        <p:sp>
          <p:nvSpPr>
            <p:cNvPr id="60541" name="Rectangle 123">
              <a:extLst>
                <a:ext uri="{FF2B5EF4-FFF2-40B4-BE49-F238E27FC236}">
                  <a16:creationId xmlns:a16="http://schemas.microsoft.com/office/drawing/2014/main" id="{7D1AF037-D7DD-453B-B921-E5F5E0965B3C}"/>
                </a:ext>
              </a:extLst>
            </p:cNvPr>
            <p:cNvSpPr>
              <a:spLocks noChangeArrowheads="1"/>
            </p:cNvSpPr>
            <p:nvPr/>
          </p:nvSpPr>
          <p:spPr bwMode="auto">
            <a:xfrm>
              <a:off x="7192963" y="4336579"/>
              <a:ext cx="596900" cy="298450"/>
            </a:xfrm>
            <a:prstGeom prst="rect">
              <a:avLst/>
            </a:prstGeom>
            <a:solidFill>
              <a:schemeClr val="accent1"/>
            </a:solidFill>
            <a:ln w="1587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lang="zh-CN" altLang="en-US" sz="1800">
                <a:solidFill>
                  <a:schemeClr val="tx1"/>
                </a:solidFill>
                <a:latin typeface="Arial" panose="020B0604020202020204" pitchFamily="34" charset="0"/>
                <a:ea typeface="宋体" panose="02010600030101010101" pitchFamily="2" charset="-122"/>
              </a:endParaRPr>
            </a:p>
          </p:txBody>
        </p:sp>
        <p:sp>
          <p:nvSpPr>
            <p:cNvPr id="60542" name="Rectangle 124">
              <a:extLst>
                <a:ext uri="{FF2B5EF4-FFF2-40B4-BE49-F238E27FC236}">
                  <a16:creationId xmlns:a16="http://schemas.microsoft.com/office/drawing/2014/main" id="{43F4D559-36FF-466B-B5CE-F55D8F67E21B}"/>
                </a:ext>
              </a:extLst>
            </p:cNvPr>
            <p:cNvSpPr>
              <a:spLocks noChangeArrowheads="1"/>
            </p:cNvSpPr>
            <p:nvPr/>
          </p:nvSpPr>
          <p:spPr bwMode="auto">
            <a:xfrm>
              <a:off x="7789863" y="4336579"/>
              <a:ext cx="598487" cy="298450"/>
            </a:xfrm>
            <a:prstGeom prst="rect">
              <a:avLst/>
            </a:prstGeom>
            <a:solidFill>
              <a:schemeClr val="accent1"/>
            </a:solidFill>
            <a:ln w="1587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endParaRPr lang="zh-CN" altLang="en-US" sz="1800">
                <a:solidFill>
                  <a:schemeClr val="tx1"/>
                </a:solidFill>
                <a:latin typeface="Arial" panose="020B0604020202020204" pitchFamily="34" charset="0"/>
                <a:ea typeface="宋体" panose="02010600030101010101" pitchFamily="2" charset="-122"/>
              </a:endParaRPr>
            </a:p>
          </p:txBody>
        </p:sp>
        <p:sp>
          <p:nvSpPr>
            <p:cNvPr id="60543" name="Rectangle 125">
              <a:extLst>
                <a:ext uri="{FF2B5EF4-FFF2-40B4-BE49-F238E27FC236}">
                  <a16:creationId xmlns:a16="http://schemas.microsoft.com/office/drawing/2014/main" id="{B13048BB-423C-4793-B842-44430B24FE8E}"/>
                </a:ext>
              </a:extLst>
            </p:cNvPr>
            <p:cNvSpPr>
              <a:spLocks noChangeArrowheads="1"/>
            </p:cNvSpPr>
            <p:nvPr/>
          </p:nvSpPr>
          <p:spPr bwMode="auto">
            <a:xfrm>
              <a:off x="5232842" y="2833017"/>
              <a:ext cx="263522" cy="3024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r>
                <a:rPr lang="en-US" altLang="zh-CN" sz="1600" b="1">
                  <a:solidFill>
                    <a:schemeClr val="tx1"/>
                  </a:solidFill>
                  <a:latin typeface="Times" panose="02020603050405020304" pitchFamily="18" charset="0"/>
                  <a:ea typeface="宋体" panose="02010600030101010101" pitchFamily="2" charset="-122"/>
                </a:rPr>
                <a:t>14</a:t>
              </a:r>
            </a:p>
          </p:txBody>
        </p:sp>
        <p:sp>
          <p:nvSpPr>
            <p:cNvPr id="60544" name="Freeform 126">
              <a:extLst>
                <a:ext uri="{FF2B5EF4-FFF2-40B4-BE49-F238E27FC236}">
                  <a16:creationId xmlns:a16="http://schemas.microsoft.com/office/drawing/2014/main" id="{4CC08B9D-028C-48D5-B3B9-25B348C724D3}"/>
                </a:ext>
              </a:extLst>
            </p:cNvPr>
            <p:cNvSpPr>
              <a:spLocks/>
            </p:cNvSpPr>
            <p:nvPr/>
          </p:nvSpPr>
          <p:spPr bwMode="auto">
            <a:xfrm>
              <a:off x="6861175" y="4461991"/>
              <a:ext cx="63500" cy="63500"/>
            </a:xfrm>
            <a:custGeom>
              <a:avLst/>
              <a:gdLst>
                <a:gd name="T0" fmla="*/ 0 w 40"/>
                <a:gd name="T1" fmla="*/ 2147483646 h 40"/>
                <a:gd name="T2" fmla="*/ 2147483646 w 40"/>
                <a:gd name="T3" fmla="*/ 0 h 40"/>
                <a:gd name="T4" fmla="*/ 2147483646 w 40"/>
                <a:gd name="T5" fmla="*/ 0 h 40"/>
                <a:gd name="T6" fmla="*/ 2147483646 w 40"/>
                <a:gd name="T7" fmla="*/ 2147483646 h 40"/>
                <a:gd name="T8" fmla="*/ 2147483646 w 40"/>
                <a:gd name="T9" fmla="*/ 2147483646 h 40"/>
                <a:gd name="T10" fmla="*/ 2147483646 w 40"/>
                <a:gd name="T11" fmla="*/ 2147483646 h 40"/>
                <a:gd name="T12" fmla="*/ 0 w 40"/>
                <a:gd name="T13" fmla="*/ 2147483646 h 4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0" h="40">
                  <a:moveTo>
                    <a:pt x="0" y="20"/>
                  </a:moveTo>
                  <a:lnTo>
                    <a:pt x="10" y="0"/>
                  </a:lnTo>
                  <a:lnTo>
                    <a:pt x="30" y="0"/>
                  </a:lnTo>
                  <a:lnTo>
                    <a:pt x="40" y="20"/>
                  </a:lnTo>
                  <a:lnTo>
                    <a:pt x="30" y="40"/>
                  </a:lnTo>
                  <a:lnTo>
                    <a:pt x="10" y="40"/>
                  </a:lnTo>
                  <a:lnTo>
                    <a:pt x="0" y="20"/>
                  </a:lnTo>
                  <a:close/>
                </a:path>
              </a:pathLst>
            </a:custGeom>
            <a:solidFill>
              <a:srgbClr val="000000"/>
            </a:solidFill>
            <a:ln w="15875">
              <a:solidFill>
                <a:schemeClr val="tx1"/>
              </a:solidFill>
              <a:prstDash val="solid"/>
              <a:round/>
              <a:headEnd/>
              <a:tailEnd/>
            </a:ln>
          </p:spPr>
          <p:txBody>
            <a:bodyPr/>
            <a:lstStyle/>
            <a:p>
              <a:endParaRPr lang="zh-CN" altLang="en-US"/>
            </a:p>
          </p:txBody>
        </p:sp>
        <p:sp>
          <p:nvSpPr>
            <p:cNvPr id="60545" name="Freeform 127">
              <a:extLst>
                <a:ext uri="{FF2B5EF4-FFF2-40B4-BE49-F238E27FC236}">
                  <a16:creationId xmlns:a16="http://schemas.microsoft.com/office/drawing/2014/main" id="{8E5936F0-8B0E-4AFB-A0A9-F604FA4A8598}"/>
                </a:ext>
              </a:extLst>
            </p:cNvPr>
            <p:cNvSpPr>
              <a:spLocks/>
            </p:cNvSpPr>
            <p:nvPr/>
          </p:nvSpPr>
          <p:spPr bwMode="auto">
            <a:xfrm>
              <a:off x="7459663" y="4461991"/>
              <a:ext cx="63500" cy="63500"/>
            </a:xfrm>
            <a:custGeom>
              <a:avLst/>
              <a:gdLst>
                <a:gd name="T0" fmla="*/ 0 w 40"/>
                <a:gd name="T1" fmla="*/ 2147483646 h 40"/>
                <a:gd name="T2" fmla="*/ 2147483646 w 40"/>
                <a:gd name="T3" fmla="*/ 0 h 40"/>
                <a:gd name="T4" fmla="*/ 2147483646 w 40"/>
                <a:gd name="T5" fmla="*/ 0 h 40"/>
                <a:gd name="T6" fmla="*/ 2147483646 w 40"/>
                <a:gd name="T7" fmla="*/ 2147483646 h 40"/>
                <a:gd name="T8" fmla="*/ 2147483646 w 40"/>
                <a:gd name="T9" fmla="*/ 2147483646 h 40"/>
                <a:gd name="T10" fmla="*/ 2147483646 w 40"/>
                <a:gd name="T11" fmla="*/ 2147483646 h 40"/>
                <a:gd name="T12" fmla="*/ 0 w 40"/>
                <a:gd name="T13" fmla="*/ 2147483646 h 4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0" h="40">
                  <a:moveTo>
                    <a:pt x="0" y="20"/>
                  </a:moveTo>
                  <a:lnTo>
                    <a:pt x="10" y="0"/>
                  </a:lnTo>
                  <a:lnTo>
                    <a:pt x="30" y="0"/>
                  </a:lnTo>
                  <a:lnTo>
                    <a:pt x="40" y="20"/>
                  </a:lnTo>
                  <a:lnTo>
                    <a:pt x="30" y="40"/>
                  </a:lnTo>
                  <a:lnTo>
                    <a:pt x="10" y="40"/>
                  </a:lnTo>
                  <a:lnTo>
                    <a:pt x="0" y="20"/>
                  </a:lnTo>
                  <a:close/>
                </a:path>
              </a:pathLst>
            </a:custGeom>
            <a:solidFill>
              <a:srgbClr val="000000"/>
            </a:solidFill>
            <a:ln w="15875">
              <a:solidFill>
                <a:schemeClr val="tx1"/>
              </a:solidFill>
              <a:prstDash val="solid"/>
              <a:round/>
              <a:headEnd/>
              <a:tailEnd/>
            </a:ln>
          </p:spPr>
          <p:txBody>
            <a:bodyPr/>
            <a:lstStyle/>
            <a:p>
              <a:endParaRPr lang="zh-CN" altLang="en-US"/>
            </a:p>
          </p:txBody>
        </p:sp>
        <p:sp>
          <p:nvSpPr>
            <p:cNvPr id="60546" name="Freeform 128">
              <a:extLst>
                <a:ext uri="{FF2B5EF4-FFF2-40B4-BE49-F238E27FC236}">
                  <a16:creationId xmlns:a16="http://schemas.microsoft.com/office/drawing/2014/main" id="{D851381F-A8D8-45D2-858C-2D59E5A16F5A}"/>
                </a:ext>
              </a:extLst>
            </p:cNvPr>
            <p:cNvSpPr>
              <a:spLocks/>
            </p:cNvSpPr>
            <p:nvPr/>
          </p:nvSpPr>
          <p:spPr bwMode="auto">
            <a:xfrm>
              <a:off x="8042275" y="4461991"/>
              <a:ext cx="79375" cy="63500"/>
            </a:xfrm>
            <a:custGeom>
              <a:avLst/>
              <a:gdLst>
                <a:gd name="T0" fmla="*/ 0 w 50"/>
                <a:gd name="T1" fmla="*/ 2147483646 h 40"/>
                <a:gd name="T2" fmla="*/ 2147483646 w 50"/>
                <a:gd name="T3" fmla="*/ 0 h 40"/>
                <a:gd name="T4" fmla="*/ 2147483646 w 50"/>
                <a:gd name="T5" fmla="*/ 0 h 40"/>
                <a:gd name="T6" fmla="*/ 2147483646 w 50"/>
                <a:gd name="T7" fmla="*/ 2147483646 h 40"/>
                <a:gd name="T8" fmla="*/ 2147483646 w 50"/>
                <a:gd name="T9" fmla="*/ 2147483646 h 40"/>
                <a:gd name="T10" fmla="*/ 2147483646 w 50"/>
                <a:gd name="T11" fmla="*/ 2147483646 h 40"/>
                <a:gd name="T12" fmla="*/ 0 w 50"/>
                <a:gd name="T13" fmla="*/ 2147483646 h 4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0" h="40">
                  <a:moveTo>
                    <a:pt x="0" y="20"/>
                  </a:moveTo>
                  <a:lnTo>
                    <a:pt x="20" y="0"/>
                  </a:lnTo>
                  <a:lnTo>
                    <a:pt x="40" y="0"/>
                  </a:lnTo>
                  <a:lnTo>
                    <a:pt x="50" y="20"/>
                  </a:lnTo>
                  <a:lnTo>
                    <a:pt x="40" y="40"/>
                  </a:lnTo>
                  <a:lnTo>
                    <a:pt x="20" y="40"/>
                  </a:lnTo>
                  <a:lnTo>
                    <a:pt x="0" y="20"/>
                  </a:lnTo>
                  <a:close/>
                </a:path>
              </a:pathLst>
            </a:custGeom>
            <a:solidFill>
              <a:srgbClr val="000000"/>
            </a:solidFill>
            <a:ln w="15875">
              <a:solidFill>
                <a:schemeClr val="tx1"/>
              </a:solidFill>
              <a:prstDash val="solid"/>
              <a:round/>
              <a:headEnd/>
              <a:tailEnd/>
            </a:ln>
          </p:spPr>
          <p:txBody>
            <a:bodyPr/>
            <a:lstStyle/>
            <a:p>
              <a:endParaRPr lang="zh-CN" altLang="en-US"/>
            </a:p>
          </p:txBody>
        </p:sp>
        <p:sp>
          <p:nvSpPr>
            <p:cNvPr id="133" name="Freeform 130">
              <a:extLst>
                <a:ext uri="{FF2B5EF4-FFF2-40B4-BE49-F238E27FC236}">
                  <a16:creationId xmlns:a16="http://schemas.microsoft.com/office/drawing/2014/main" id="{C4EEFC05-08FC-412E-B8AA-B7CB3A8532C8}"/>
                </a:ext>
              </a:extLst>
            </p:cNvPr>
            <p:cNvSpPr>
              <a:spLocks/>
            </p:cNvSpPr>
            <p:nvPr/>
          </p:nvSpPr>
          <p:spPr bwMode="auto">
            <a:xfrm>
              <a:off x="2739994" y="3865968"/>
              <a:ext cx="124370" cy="171589"/>
            </a:xfrm>
            <a:custGeom>
              <a:avLst/>
              <a:gdLst>
                <a:gd name="T0" fmla="*/ 40 w 79"/>
                <a:gd name="T1" fmla="*/ 0 h 109"/>
                <a:gd name="T2" fmla="*/ 50 w 79"/>
                <a:gd name="T3" fmla="*/ 30 h 109"/>
                <a:gd name="T4" fmla="*/ 79 w 79"/>
                <a:gd name="T5" fmla="*/ 20 h 109"/>
                <a:gd name="T6" fmla="*/ 0 w 79"/>
                <a:gd name="T7" fmla="*/ 109 h 109"/>
                <a:gd name="T8" fmla="*/ 40 w 79"/>
                <a:gd name="T9" fmla="*/ 0 h 109"/>
              </a:gdLst>
              <a:ahLst/>
              <a:cxnLst>
                <a:cxn ang="0">
                  <a:pos x="T0" y="T1"/>
                </a:cxn>
                <a:cxn ang="0">
                  <a:pos x="T2" y="T3"/>
                </a:cxn>
                <a:cxn ang="0">
                  <a:pos x="T4" y="T5"/>
                </a:cxn>
                <a:cxn ang="0">
                  <a:pos x="T6" y="T7"/>
                </a:cxn>
                <a:cxn ang="0">
                  <a:pos x="T8" y="T9"/>
                </a:cxn>
              </a:cxnLst>
              <a:rect l="0" t="0" r="r" b="b"/>
              <a:pathLst>
                <a:path w="79" h="109">
                  <a:moveTo>
                    <a:pt x="40" y="0"/>
                  </a:moveTo>
                  <a:lnTo>
                    <a:pt x="50" y="30"/>
                  </a:lnTo>
                  <a:lnTo>
                    <a:pt x="79" y="20"/>
                  </a:lnTo>
                  <a:lnTo>
                    <a:pt x="0" y="109"/>
                  </a:lnTo>
                  <a:lnTo>
                    <a:pt x="40" y="0"/>
                  </a:lnTo>
                  <a:close/>
                </a:path>
              </a:pathLst>
            </a:custGeom>
            <a:solidFill>
              <a:schemeClr val="tx1">
                <a:lumMod val="85000"/>
                <a:lumOff val="15000"/>
              </a:schemeClr>
            </a:solidFill>
            <a:ln w="15875" cap="flat" cmpd="sng">
              <a:solidFill>
                <a:schemeClr val="tx1">
                  <a:lumMod val="85000"/>
                  <a:lumOff val="15000"/>
                </a:schemeClr>
              </a:solidFill>
              <a:prstDash val="solid"/>
              <a:round/>
              <a:headEnd type="none" w="med" len="med"/>
              <a:tailEnd type="none" w="med" len="med"/>
            </a:ln>
            <a:effectLst/>
          </p:spPr>
          <p:txBody>
            <a:bodyPr/>
            <a:lstStyle/>
            <a:p>
              <a:pPr eaLnBrk="1" hangingPunct="1">
                <a:defRPr/>
              </a:pPr>
              <a:endParaRPr lang="zh-CN" altLang="en-US">
                <a:latin typeface="Arial" charset="0"/>
                <a:ea typeface="宋体" charset="-122"/>
              </a:endParaRPr>
            </a:p>
          </p:txBody>
        </p:sp>
        <p:sp>
          <p:nvSpPr>
            <p:cNvPr id="134" name="Freeform 132">
              <a:extLst>
                <a:ext uri="{FF2B5EF4-FFF2-40B4-BE49-F238E27FC236}">
                  <a16:creationId xmlns:a16="http://schemas.microsoft.com/office/drawing/2014/main" id="{F4F85A17-9A61-4A23-8239-6E565CE638A6}"/>
                </a:ext>
              </a:extLst>
            </p:cNvPr>
            <p:cNvSpPr>
              <a:spLocks/>
            </p:cNvSpPr>
            <p:nvPr/>
          </p:nvSpPr>
          <p:spPr bwMode="auto">
            <a:xfrm>
              <a:off x="5035752" y="3848418"/>
              <a:ext cx="79515" cy="189138"/>
            </a:xfrm>
            <a:custGeom>
              <a:avLst/>
              <a:gdLst>
                <a:gd name="T0" fmla="*/ 0 w 50"/>
                <a:gd name="T1" fmla="*/ 10 h 119"/>
                <a:gd name="T2" fmla="*/ 20 w 50"/>
                <a:gd name="T3" fmla="*/ 30 h 119"/>
                <a:gd name="T4" fmla="*/ 40 w 50"/>
                <a:gd name="T5" fmla="*/ 0 h 119"/>
                <a:gd name="T6" fmla="*/ 50 w 50"/>
                <a:gd name="T7" fmla="*/ 119 h 119"/>
                <a:gd name="T8" fmla="*/ 0 w 50"/>
                <a:gd name="T9" fmla="*/ 10 h 119"/>
              </a:gdLst>
              <a:ahLst/>
              <a:cxnLst>
                <a:cxn ang="0">
                  <a:pos x="T0" y="T1"/>
                </a:cxn>
                <a:cxn ang="0">
                  <a:pos x="T2" y="T3"/>
                </a:cxn>
                <a:cxn ang="0">
                  <a:pos x="T4" y="T5"/>
                </a:cxn>
                <a:cxn ang="0">
                  <a:pos x="T6" y="T7"/>
                </a:cxn>
                <a:cxn ang="0">
                  <a:pos x="T8" y="T9"/>
                </a:cxn>
              </a:cxnLst>
              <a:rect l="0" t="0" r="r" b="b"/>
              <a:pathLst>
                <a:path w="50" h="119">
                  <a:moveTo>
                    <a:pt x="0" y="10"/>
                  </a:moveTo>
                  <a:lnTo>
                    <a:pt x="20" y="30"/>
                  </a:lnTo>
                  <a:lnTo>
                    <a:pt x="40" y="0"/>
                  </a:lnTo>
                  <a:lnTo>
                    <a:pt x="50" y="119"/>
                  </a:lnTo>
                  <a:lnTo>
                    <a:pt x="0" y="10"/>
                  </a:lnTo>
                  <a:close/>
                </a:path>
              </a:pathLst>
            </a:custGeom>
            <a:solidFill>
              <a:schemeClr val="tx1">
                <a:lumMod val="85000"/>
                <a:lumOff val="15000"/>
              </a:schemeClr>
            </a:solidFill>
            <a:ln w="15875" cap="flat" cmpd="sng">
              <a:solidFill>
                <a:schemeClr val="tx1">
                  <a:lumMod val="85000"/>
                  <a:lumOff val="15000"/>
                </a:schemeClr>
              </a:solidFill>
              <a:prstDash val="solid"/>
              <a:round/>
              <a:headEnd type="none" w="med" len="med"/>
              <a:tailEnd type="none" w="med" len="med"/>
            </a:ln>
            <a:effectLst/>
          </p:spPr>
          <p:txBody>
            <a:bodyPr/>
            <a:lstStyle/>
            <a:p>
              <a:pPr eaLnBrk="1" hangingPunct="1">
                <a:defRPr/>
              </a:pPr>
              <a:endParaRPr lang="zh-CN" altLang="en-US">
                <a:latin typeface="Arial" charset="0"/>
                <a:ea typeface="宋体" charset="-122"/>
              </a:endParaRPr>
            </a:p>
          </p:txBody>
        </p:sp>
        <p:sp>
          <p:nvSpPr>
            <p:cNvPr id="60549" name="Line 133">
              <a:extLst>
                <a:ext uri="{FF2B5EF4-FFF2-40B4-BE49-F238E27FC236}">
                  <a16:creationId xmlns:a16="http://schemas.microsoft.com/office/drawing/2014/main" id="{E119A33A-02FE-45B3-9BB0-1A3B31B5BD38}"/>
                </a:ext>
              </a:extLst>
            </p:cNvPr>
            <p:cNvSpPr>
              <a:spLocks noChangeShapeType="1"/>
            </p:cNvSpPr>
            <p:nvPr/>
          </p:nvSpPr>
          <p:spPr bwMode="auto">
            <a:xfrm>
              <a:off x="5256213" y="2539331"/>
              <a:ext cx="1558131" cy="13985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0550" name="Freeform 134">
              <a:extLst>
                <a:ext uri="{FF2B5EF4-FFF2-40B4-BE49-F238E27FC236}">
                  <a16:creationId xmlns:a16="http://schemas.microsoft.com/office/drawing/2014/main" id="{24160152-E686-4F2F-AB94-F2B89CF99428}"/>
                </a:ext>
              </a:extLst>
            </p:cNvPr>
            <p:cNvSpPr>
              <a:spLocks/>
            </p:cNvSpPr>
            <p:nvPr/>
          </p:nvSpPr>
          <p:spPr bwMode="auto">
            <a:xfrm>
              <a:off x="6735763" y="3865091"/>
              <a:ext cx="157162" cy="173038"/>
            </a:xfrm>
            <a:custGeom>
              <a:avLst/>
              <a:gdLst>
                <a:gd name="T0" fmla="*/ 0 w 99"/>
                <a:gd name="T1" fmla="*/ 2147483646 h 109"/>
                <a:gd name="T2" fmla="*/ 2147483646 w 99"/>
                <a:gd name="T3" fmla="*/ 2147483646 h 109"/>
                <a:gd name="T4" fmla="*/ 2147483646 w 99"/>
                <a:gd name="T5" fmla="*/ 0 h 109"/>
                <a:gd name="T6" fmla="*/ 2147483646 w 99"/>
                <a:gd name="T7" fmla="*/ 2147483646 h 109"/>
                <a:gd name="T8" fmla="*/ 0 w 99"/>
                <a:gd name="T9" fmla="*/ 2147483646 h 10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9" h="109">
                  <a:moveTo>
                    <a:pt x="0" y="30"/>
                  </a:moveTo>
                  <a:lnTo>
                    <a:pt x="40" y="30"/>
                  </a:lnTo>
                  <a:lnTo>
                    <a:pt x="40" y="0"/>
                  </a:lnTo>
                  <a:lnTo>
                    <a:pt x="99" y="109"/>
                  </a:lnTo>
                  <a:lnTo>
                    <a:pt x="0" y="30"/>
                  </a:lnTo>
                  <a:close/>
                </a:path>
              </a:pathLst>
            </a:custGeom>
            <a:solidFill>
              <a:srgbClr val="FFFF00"/>
            </a:solidFill>
            <a:ln w="15875">
              <a:solidFill>
                <a:schemeClr val="tx1"/>
              </a:solidFill>
              <a:prstDash val="solid"/>
              <a:round/>
              <a:headEnd/>
              <a:tailEnd/>
            </a:ln>
          </p:spPr>
          <p:txBody>
            <a:bodyPr/>
            <a:lstStyle/>
            <a:p>
              <a:endParaRPr lang="zh-CN" altLang="en-US"/>
            </a:p>
          </p:txBody>
        </p:sp>
        <p:sp>
          <p:nvSpPr>
            <p:cNvPr id="60551" name="Freeform 135">
              <a:extLst>
                <a:ext uri="{FF2B5EF4-FFF2-40B4-BE49-F238E27FC236}">
                  <a16:creationId xmlns:a16="http://schemas.microsoft.com/office/drawing/2014/main" id="{7DCCCCF6-5C88-4F0F-93DB-4E554B7495E9}"/>
                </a:ext>
              </a:extLst>
            </p:cNvPr>
            <p:cNvSpPr>
              <a:spLocks/>
            </p:cNvSpPr>
            <p:nvPr/>
          </p:nvSpPr>
          <p:spPr bwMode="auto">
            <a:xfrm>
              <a:off x="1684338" y="5090641"/>
              <a:ext cx="298450" cy="282575"/>
            </a:xfrm>
            <a:custGeom>
              <a:avLst/>
              <a:gdLst>
                <a:gd name="T0" fmla="*/ 0 w 188"/>
                <a:gd name="T1" fmla="*/ 2147483646 h 178"/>
                <a:gd name="T2" fmla="*/ 2147483646 w 188"/>
                <a:gd name="T3" fmla="*/ 2147483646 h 178"/>
                <a:gd name="T4" fmla="*/ 2147483646 w 188"/>
                <a:gd name="T5" fmla="*/ 0 h 178"/>
                <a:gd name="T6" fmla="*/ 2147483646 w 188"/>
                <a:gd name="T7" fmla="*/ 0 h 178"/>
                <a:gd name="T8" fmla="*/ 2147483646 w 188"/>
                <a:gd name="T9" fmla="*/ 2147483646 h 178"/>
                <a:gd name="T10" fmla="*/ 2147483646 w 188"/>
                <a:gd name="T11" fmla="*/ 2147483646 h 178"/>
                <a:gd name="T12" fmla="*/ 2147483646 w 188"/>
                <a:gd name="T13" fmla="*/ 2147483646 h 178"/>
                <a:gd name="T14" fmla="*/ 2147483646 w 188"/>
                <a:gd name="T15" fmla="*/ 2147483646 h 178"/>
                <a:gd name="T16" fmla="*/ 2147483646 w 188"/>
                <a:gd name="T17" fmla="*/ 2147483646 h 178"/>
                <a:gd name="T18" fmla="*/ 2147483646 w 188"/>
                <a:gd name="T19" fmla="*/ 2147483646 h 178"/>
                <a:gd name="T20" fmla="*/ 0 w 188"/>
                <a:gd name="T21" fmla="*/ 2147483646 h 17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88" h="178">
                  <a:moveTo>
                    <a:pt x="0" y="89"/>
                  </a:moveTo>
                  <a:lnTo>
                    <a:pt x="20" y="40"/>
                  </a:lnTo>
                  <a:lnTo>
                    <a:pt x="69" y="0"/>
                  </a:lnTo>
                  <a:lnTo>
                    <a:pt x="129" y="0"/>
                  </a:lnTo>
                  <a:lnTo>
                    <a:pt x="168" y="40"/>
                  </a:lnTo>
                  <a:lnTo>
                    <a:pt x="188" y="89"/>
                  </a:lnTo>
                  <a:lnTo>
                    <a:pt x="168" y="149"/>
                  </a:lnTo>
                  <a:lnTo>
                    <a:pt x="129" y="178"/>
                  </a:lnTo>
                  <a:lnTo>
                    <a:pt x="69" y="178"/>
                  </a:lnTo>
                  <a:lnTo>
                    <a:pt x="20" y="149"/>
                  </a:lnTo>
                  <a:lnTo>
                    <a:pt x="0" y="89"/>
                  </a:lnTo>
                  <a:close/>
                </a:path>
              </a:pathLst>
            </a:custGeom>
            <a:solidFill>
              <a:srgbClr val="FFFFFF"/>
            </a:solidFill>
            <a:ln w="15875">
              <a:solidFill>
                <a:schemeClr val="tx1"/>
              </a:solidFill>
              <a:prstDash val="solid"/>
              <a:round/>
              <a:headEnd/>
              <a:tailEnd/>
            </a:ln>
          </p:spPr>
          <p:txBody>
            <a:bodyPr/>
            <a:lstStyle/>
            <a:p>
              <a:endParaRPr lang="zh-CN" altLang="en-US"/>
            </a:p>
          </p:txBody>
        </p:sp>
        <p:sp>
          <p:nvSpPr>
            <p:cNvPr id="60552" name="Line 136">
              <a:extLst>
                <a:ext uri="{FF2B5EF4-FFF2-40B4-BE49-F238E27FC236}">
                  <a16:creationId xmlns:a16="http://schemas.microsoft.com/office/drawing/2014/main" id="{B7503A68-EAF8-4BF7-B90C-0372698147A8}"/>
                </a:ext>
              </a:extLst>
            </p:cNvPr>
            <p:cNvSpPr>
              <a:spLocks noChangeShapeType="1"/>
            </p:cNvSpPr>
            <p:nvPr/>
          </p:nvSpPr>
          <p:spPr bwMode="auto">
            <a:xfrm flipH="1">
              <a:off x="1908175" y="4498504"/>
              <a:ext cx="266700" cy="51911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0553" name="Line 137">
              <a:extLst>
                <a:ext uri="{FF2B5EF4-FFF2-40B4-BE49-F238E27FC236}">
                  <a16:creationId xmlns:a16="http://schemas.microsoft.com/office/drawing/2014/main" id="{195D055A-F82E-4CCB-977F-290FCCFFE6BD}"/>
                </a:ext>
              </a:extLst>
            </p:cNvPr>
            <p:cNvSpPr>
              <a:spLocks noChangeShapeType="1"/>
            </p:cNvSpPr>
            <p:nvPr/>
          </p:nvSpPr>
          <p:spPr bwMode="auto">
            <a:xfrm flipH="1">
              <a:off x="2581275" y="4493741"/>
              <a:ext cx="157163" cy="5969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0554" name="Freeform 138">
              <a:extLst>
                <a:ext uri="{FF2B5EF4-FFF2-40B4-BE49-F238E27FC236}">
                  <a16:creationId xmlns:a16="http://schemas.microsoft.com/office/drawing/2014/main" id="{1B7A1CB1-CB4E-48B1-801A-535BED871F87}"/>
                </a:ext>
              </a:extLst>
            </p:cNvPr>
            <p:cNvSpPr>
              <a:spLocks/>
            </p:cNvSpPr>
            <p:nvPr/>
          </p:nvSpPr>
          <p:spPr bwMode="auto">
            <a:xfrm>
              <a:off x="1841500" y="4901729"/>
              <a:ext cx="109538" cy="188912"/>
            </a:xfrm>
            <a:custGeom>
              <a:avLst/>
              <a:gdLst>
                <a:gd name="T0" fmla="*/ 2147483646 w 69"/>
                <a:gd name="T1" fmla="*/ 0 h 119"/>
                <a:gd name="T2" fmla="*/ 2147483646 w 69"/>
                <a:gd name="T3" fmla="*/ 2147483646 h 119"/>
                <a:gd name="T4" fmla="*/ 2147483646 w 69"/>
                <a:gd name="T5" fmla="*/ 2147483646 h 119"/>
                <a:gd name="T6" fmla="*/ 0 w 69"/>
                <a:gd name="T7" fmla="*/ 2147483646 h 119"/>
                <a:gd name="T8" fmla="*/ 2147483646 w 69"/>
                <a:gd name="T9" fmla="*/ 0 h 1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9" h="119">
                  <a:moveTo>
                    <a:pt x="30" y="0"/>
                  </a:moveTo>
                  <a:lnTo>
                    <a:pt x="40" y="30"/>
                  </a:lnTo>
                  <a:lnTo>
                    <a:pt x="69" y="20"/>
                  </a:lnTo>
                  <a:lnTo>
                    <a:pt x="0" y="119"/>
                  </a:lnTo>
                  <a:lnTo>
                    <a:pt x="30" y="0"/>
                  </a:lnTo>
                  <a:close/>
                </a:path>
              </a:pathLst>
            </a:custGeom>
            <a:solidFill>
              <a:srgbClr val="FFFF00"/>
            </a:solidFill>
            <a:ln w="158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0555" name="Freeform 139">
              <a:extLst>
                <a:ext uri="{FF2B5EF4-FFF2-40B4-BE49-F238E27FC236}">
                  <a16:creationId xmlns:a16="http://schemas.microsoft.com/office/drawing/2014/main" id="{4FD71EE3-9B6D-4B0B-B8C8-7BE27813DA41}"/>
                </a:ext>
              </a:extLst>
            </p:cNvPr>
            <p:cNvSpPr>
              <a:spLocks/>
            </p:cNvSpPr>
            <p:nvPr/>
          </p:nvSpPr>
          <p:spPr bwMode="auto">
            <a:xfrm>
              <a:off x="2581275" y="4885854"/>
              <a:ext cx="93663" cy="204787"/>
            </a:xfrm>
            <a:custGeom>
              <a:avLst/>
              <a:gdLst>
                <a:gd name="T0" fmla="*/ 2147483646 w 59"/>
                <a:gd name="T1" fmla="*/ 0 h 129"/>
                <a:gd name="T2" fmla="*/ 2147483646 w 59"/>
                <a:gd name="T3" fmla="*/ 2147483646 h 129"/>
                <a:gd name="T4" fmla="*/ 2147483646 w 59"/>
                <a:gd name="T5" fmla="*/ 2147483646 h 129"/>
                <a:gd name="T6" fmla="*/ 0 w 59"/>
                <a:gd name="T7" fmla="*/ 2147483646 h 129"/>
                <a:gd name="T8" fmla="*/ 2147483646 w 59"/>
                <a:gd name="T9" fmla="*/ 0 h 1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9" h="129">
                  <a:moveTo>
                    <a:pt x="10" y="0"/>
                  </a:moveTo>
                  <a:lnTo>
                    <a:pt x="30" y="30"/>
                  </a:lnTo>
                  <a:lnTo>
                    <a:pt x="59" y="20"/>
                  </a:lnTo>
                  <a:lnTo>
                    <a:pt x="0" y="129"/>
                  </a:lnTo>
                  <a:lnTo>
                    <a:pt x="10" y="0"/>
                  </a:lnTo>
                  <a:close/>
                </a:path>
              </a:pathLst>
            </a:custGeom>
            <a:solidFill>
              <a:srgbClr val="FFFF00"/>
            </a:solidFill>
            <a:ln w="158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0556" name="Freeform 140">
              <a:extLst>
                <a:ext uri="{FF2B5EF4-FFF2-40B4-BE49-F238E27FC236}">
                  <a16:creationId xmlns:a16="http://schemas.microsoft.com/office/drawing/2014/main" id="{6247D464-4DA1-4853-BD84-54BB67B48F9E}"/>
                </a:ext>
              </a:extLst>
            </p:cNvPr>
            <p:cNvSpPr>
              <a:spLocks/>
            </p:cNvSpPr>
            <p:nvPr/>
          </p:nvSpPr>
          <p:spPr bwMode="auto">
            <a:xfrm>
              <a:off x="2439988" y="5090641"/>
              <a:ext cx="298450" cy="282575"/>
            </a:xfrm>
            <a:custGeom>
              <a:avLst/>
              <a:gdLst>
                <a:gd name="T0" fmla="*/ 0 w 188"/>
                <a:gd name="T1" fmla="*/ 2147483646 h 178"/>
                <a:gd name="T2" fmla="*/ 2147483646 w 188"/>
                <a:gd name="T3" fmla="*/ 2147483646 h 178"/>
                <a:gd name="T4" fmla="*/ 2147483646 w 188"/>
                <a:gd name="T5" fmla="*/ 0 h 178"/>
                <a:gd name="T6" fmla="*/ 2147483646 w 188"/>
                <a:gd name="T7" fmla="*/ 0 h 178"/>
                <a:gd name="T8" fmla="*/ 2147483646 w 188"/>
                <a:gd name="T9" fmla="*/ 2147483646 h 178"/>
                <a:gd name="T10" fmla="*/ 2147483646 w 188"/>
                <a:gd name="T11" fmla="*/ 2147483646 h 178"/>
                <a:gd name="T12" fmla="*/ 2147483646 w 188"/>
                <a:gd name="T13" fmla="*/ 2147483646 h 178"/>
                <a:gd name="T14" fmla="*/ 2147483646 w 188"/>
                <a:gd name="T15" fmla="*/ 2147483646 h 178"/>
                <a:gd name="T16" fmla="*/ 2147483646 w 188"/>
                <a:gd name="T17" fmla="*/ 2147483646 h 178"/>
                <a:gd name="T18" fmla="*/ 2147483646 w 188"/>
                <a:gd name="T19" fmla="*/ 2147483646 h 178"/>
                <a:gd name="T20" fmla="*/ 0 w 188"/>
                <a:gd name="T21" fmla="*/ 2147483646 h 17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88" h="178">
                  <a:moveTo>
                    <a:pt x="0" y="89"/>
                  </a:moveTo>
                  <a:lnTo>
                    <a:pt x="10" y="40"/>
                  </a:lnTo>
                  <a:lnTo>
                    <a:pt x="59" y="0"/>
                  </a:lnTo>
                  <a:lnTo>
                    <a:pt x="119" y="0"/>
                  </a:lnTo>
                  <a:lnTo>
                    <a:pt x="168" y="40"/>
                  </a:lnTo>
                  <a:lnTo>
                    <a:pt x="188" y="89"/>
                  </a:lnTo>
                  <a:lnTo>
                    <a:pt x="168" y="149"/>
                  </a:lnTo>
                  <a:lnTo>
                    <a:pt x="119" y="178"/>
                  </a:lnTo>
                  <a:lnTo>
                    <a:pt x="59" y="178"/>
                  </a:lnTo>
                  <a:lnTo>
                    <a:pt x="10" y="149"/>
                  </a:lnTo>
                  <a:lnTo>
                    <a:pt x="0" y="89"/>
                  </a:lnTo>
                  <a:close/>
                </a:path>
              </a:pathLst>
            </a:custGeom>
            <a:solidFill>
              <a:srgbClr val="FFFFFF"/>
            </a:solidFill>
            <a:ln w="15875">
              <a:solidFill>
                <a:schemeClr val="tx1"/>
              </a:solidFill>
              <a:prstDash val="solid"/>
              <a:round/>
              <a:headEnd/>
              <a:tailEnd/>
            </a:ln>
          </p:spPr>
          <p:txBody>
            <a:bodyPr/>
            <a:lstStyle/>
            <a:p>
              <a:endParaRPr lang="zh-CN" altLang="en-US"/>
            </a:p>
          </p:txBody>
        </p:sp>
        <p:sp>
          <p:nvSpPr>
            <p:cNvPr id="60557" name="Rectangle 141">
              <a:extLst>
                <a:ext uri="{FF2B5EF4-FFF2-40B4-BE49-F238E27FC236}">
                  <a16:creationId xmlns:a16="http://schemas.microsoft.com/office/drawing/2014/main" id="{6DF4CA31-5039-4457-BE21-9C8E60D7725E}"/>
                </a:ext>
              </a:extLst>
            </p:cNvPr>
            <p:cNvSpPr>
              <a:spLocks noChangeArrowheads="1"/>
            </p:cNvSpPr>
            <p:nvPr/>
          </p:nvSpPr>
          <p:spPr bwMode="auto">
            <a:xfrm>
              <a:off x="1556776" y="4803303"/>
              <a:ext cx="263522" cy="3024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r>
                <a:rPr lang="en-US" altLang="zh-CN" sz="1600" b="1">
                  <a:solidFill>
                    <a:schemeClr val="tx1"/>
                  </a:solidFill>
                  <a:latin typeface="Times" panose="02020603050405020304" pitchFamily="18" charset="0"/>
                  <a:ea typeface="宋体" panose="02010600030101010101" pitchFamily="2" charset="-122"/>
                </a:rPr>
                <a:t>15</a:t>
              </a:r>
            </a:p>
          </p:txBody>
        </p:sp>
        <p:sp>
          <p:nvSpPr>
            <p:cNvPr id="60558" name="Rectangle 142">
              <a:extLst>
                <a:ext uri="{FF2B5EF4-FFF2-40B4-BE49-F238E27FC236}">
                  <a16:creationId xmlns:a16="http://schemas.microsoft.com/office/drawing/2014/main" id="{F568C0A0-417D-47E5-A264-5CAAB234CA01}"/>
                </a:ext>
              </a:extLst>
            </p:cNvPr>
            <p:cNvSpPr>
              <a:spLocks noChangeArrowheads="1"/>
            </p:cNvSpPr>
            <p:nvPr/>
          </p:nvSpPr>
          <p:spPr bwMode="auto">
            <a:xfrm>
              <a:off x="2339975" y="4787429"/>
              <a:ext cx="263522" cy="3024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r>
                <a:rPr lang="en-US" altLang="zh-CN" sz="1600" b="1">
                  <a:solidFill>
                    <a:schemeClr val="tx1"/>
                  </a:solidFill>
                  <a:latin typeface="Times" panose="02020603050405020304" pitchFamily="18" charset="0"/>
                  <a:ea typeface="宋体" panose="02010600030101010101" pitchFamily="2" charset="-122"/>
                </a:rPr>
                <a:t>16</a:t>
              </a:r>
            </a:p>
          </p:txBody>
        </p:sp>
        <p:sp>
          <p:nvSpPr>
            <p:cNvPr id="60559" name="Line 143">
              <a:extLst>
                <a:ext uri="{FF2B5EF4-FFF2-40B4-BE49-F238E27FC236}">
                  <a16:creationId xmlns:a16="http://schemas.microsoft.com/office/drawing/2014/main" id="{152D52F1-CD03-4F00-AB1C-CE87D2D7B17E}"/>
                </a:ext>
              </a:extLst>
            </p:cNvPr>
            <p:cNvSpPr>
              <a:spLocks noChangeShapeType="1"/>
            </p:cNvSpPr>
            <p:nvPr/>
          </p:nvSpPr>
          <p:spPr bwMode="auto">
            <a:xfrm>
              <a:off x="3321050" y="4493741"/>
              <a:ext cx="15875" cy="6350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560" name="Freeform 144">
              <a:extLst>
                <a:ext uri="{FF2B5EF4-FFF2-40B4-BE49-F238E27FC236}">
                  <a16:creationId xmlns:a16="http://schemas.microsoft.com/office/drawing/2014/main" id="{B0B0CDE5-3F8E-4BD7-82E9-16043B4942FA}"/>
                </a:ext>
              </a:extLst>
            </p:cNvPr>
            <p:cNvSpPr>
              <a:spLocks/>
            </p:cNvSpPr>
            <p:nvPr/>
          </p:nvSpPr>
          <p:spPr bwMode="auto">
            <a:xfrm>
              <a:off x="3352800" y="4619154"/>
              <a:ext cx="15875" cy="63500"/>
            </a:xfrm>
            <a:custGeom>
              <a:avLst/>
              <a:gdLst>
                <a:gd name="T0" fmla="*/ 0 w 1"/>
                <a:gd name="T1" fmla="*/ 0 h 4"/>
                <a:gd name="T2" fmla="*/ 0 w 1"/>
                <a:gd name="T3" fmla="*/ 2147483646 h 4"/>
                <a:gd name="T4" fmla="*/ 2147483646 w 1"/>
                <a:gd name="T5" fmla="*/ 2147483646 h 4"/>
                <a:gd name="T6" fmla="*/ 0 60000 65536"/>
                <a:gd name="T7" fmla="*/ 0 60000 65536"/>
                <a:gd name="T8" fmla="*/ 0 60000 65536"/>
              </a:gdLst>
              <a:ahLst/>
              <a:cxnLst>
                <a:cxn ang="T6">
                  <a:pos x="T0" y="T1"/>
                </a:cxn>
                <a:cxn ang="T7">
                  <a:pos x="T2" y="T3"/>
                </a:cxn>
                <a:cxn ang="T8">
                  <a:pos x="T4" y="T5"/>
                </a:cxn>
              </a:cxnLst>
              <a:rect l="0" t="0" r="r" b="b"/>
              <a:pathLst>
                <a:path w="1" h="4">
                  <a:moveTo>
                    <a:pt x="0" y="0"/>
                  </a:moveTo>
                  <a:lnTo>
                    <a:pt x="0" y="2"/>
                  </a:lnTo>
                  <a:lnTo>
                    <a:pt x="1" y="4"/>
                  </a:lnTo>
                </a:path>
              </a:pathLst>
            </a:custGeom>
            <a:noFill/>
            <a:ln w="15875">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0561" name="Line 145">
              <a:extLst>
                <a:ext uri="{FF2B5EF4-FFF2-40B4-BE49-F238E27FC236}">
                  <a16:creationId xmlns:a16="http://schemas.microsoft.com/office/drawing/2014/main" id="{43F1688C-D686-49F8-BA9E-ED691F6348A8}"/>
                </a:ext>
              </a:extLst>
            </p:cNvPr>
            <p:cNvSpPr>
              <a:spLocks noChangeShapeType="1"/>
            </p:cNvSpPr>
            <p:nvPr/>
          </p:nvSpPr>
          <p:spPr bwMode="auto">
            <a:xfrm>
              <a:off x="3414713" y="4728691"/>
              <a:ext cx="31750" cy="47625"/>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562" name="Line 146">
              <a:extLst>
                <a:ext uri="{FF2B5EF4-FFF2-40B4-BE49-F238E27FC236}">
                  <a16:creationId xmlns:a16="http://schemas.microsoft.com/office/drawing/2014/main" id="{E6102206-A7CF-4701-AD66-0DE8BD01859C}"/>
                </a:ext>
              </a:extLst>
            </p:cNvPr>
            <p:cNvSpPr>
              <a:spLocks noChangeShapeType="1"/>
            </p:cNvSpPr>
            <p:nvPr/>
          </p:nvSpPr>
          <p:spPr bwMode="auto">
            <a:xfrm>
              <a:off x="3494088" y="4823941"/>
              <a:ext cx="47625" cy="3175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563" name="Line 147">
              <a:extLst>
                <a:ext uri="{FF2B5EF4-FFF2-40B4-BE49-F238E27FC236}">
                  <a16:creationId xmlns:a16="http://schemas.microsoft.com/office/drawing/2014/main" id="{4FE406C8-46EB-4F8D-8DC1-973947BFBE5F}"/>
                </a:ext>
              </a:extLst>
            </p:cNvPr>
            <p:cNvSpPr>
              <a:spLocks noChangeShapeType="1"/>
            </p:cNvSpPr>
            <p:nvPr/>
          </p:nvSpPr>
          <p:spPr bwMode="auto">
            <a:xfrm>
              <a:off x="3587750" y="4885854"/>
              <a:ext cx="63500" cy="15875"/>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564" name="Line 148">
              <a:extLst>
                <a:ext uri="{FF2B5EF4-FFF2-40B4-BE49-F238E27FC236}">
                  <a16:creationId xmlns:a16="http://schemas.microsoft.com/office/drawing/2014/main" id="{C9EB40E6-9FBF-4373-AF0A-6299FE5215F7}"/>
                </a:ext>
              </a:extLst>
            </p:cNvPr>
            <p:cNvSpPr>
              <a:spLocks noChangeShapeType="1"/>
            </p:cNvSpPr>
            <p:nvPr/>
          </p:nvSpPr>
          <p:spPr bwMode="auto">
            <a:xfrm>
              <a:off x="3714750" y="4933479"/>
              <a:ext cx="61913" cy="1587"/>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565" name="Freeform 149">
              <a:extLst>
                <a:ext uri="{FF2B5EF4-FFF2-40B4-BE49-F238E27FC236}">
                  <a16:creationId xmlns:a16="http://schemas.microsoft.com/office/drawing/2014/main" id="{5AEF9F5F-3474-409A-83CF-435FF63D0F14}"/>
                </a:ext>
              </a:extLst>
            </p:cNvPr>
            <p:cNvSpPr>
              <a:spLocks/>
            </p:cNvSpPr>
            <p:nvPr/>
          </p:nvSpPr>
          <p:spPr bwMode="auto">
            <a:xfrm>
              <a:off x="3840163" y="4917604"/>
              <a:ext cx="63500" cy="15875"/>
            </a:xfrm>
            <a:custGeom>
              <a:avLst/>
              <a:gdLst>
                <a:gd name="T0" fmla="*/ 0 w 4"/>
                <a:gd name="T1" fmla="*/ 2147483646 h 1"/>
                <a:gd name="T2" fmla="*/ 2147483646 w 4"/>
                <a:gd name="T3" fmla="*/ 2147483646 h 1"/>
                <a:gd name="T4" fmla="*/ 2147483646 w 4"/>
                <a:gd name="T5" fmla="*/ 0 h 1"/>
                <a:gd name="T6" fmla="*/ 0 60000 65536"/>
                <a:gd name="T7" fmla="*/ 0 60000 65536"/>
                <a:gd name="T8" fmla="*/ 0 60000 65536"/>
              </a:gdLst>
              <a:ahLst/>
              <a:cxnLst>
                <a:cxn ang="T6">
                  <a:pos x="T0" y="T1"/>
                </a:cxn>
                <a:cxn ang="T7">
                  <a:pos x="T2" y="T3"/>
                </a:cxn>
                <a:cxn ang="T8">
                  <a:pos x="T4" y="T5"/>
                </a:cxn>
              </a:cxnLst>
              <a:rect l="0" t="0" r="r" b="b"/>
              <a:pathLst>
                <a:path w="4" h="1">
                  <a:moveTo>
                    <a:pt x="0" y="1"/>
                  </a:moveTo>
                  <a:lnTo>
                    <a:pt x="2" y="1"/>
                  </a:lnTo>
                  <a:lnTo>
                    <a:pt x="4" y="0"/>
                  </a:lnTo>
                </a:path>
              </a:pathLst>
            </a:custGeom>
            <a:noFill/>
            <a:ln w="15875">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0566" name="Freeform 150">
              <a:extLst>
                <a:ext uri="{FF2B5EF4-FFF2-40B4-BE49-F238E27FC236}">
                  <a16:creationId xmlns:a16="http://schemas.microsoft.com/office/drawing/2014/main" id="{5F93A132-53C5-43D0-ADAF-EA103D1785C2}"/>
                </a:ext>
              </a:extLst>
            </p:cNvPr>
            <p:cNvSpPr>
              <a:spLocks/>
            </p:cNvSpPr>
            <p:nvPr/>
          </p:nvSpPr>
          <p:spPr bwMode="auto">
            <a:xfrm>
              <a:off x="3965575" y="4855691"/>
              <a:ext cx="63500" cy="30163"/>
            </a:xfrm>
            <a:custGeom>
              <a:avLst/>
              <a:gdLst>
                <a:gd name="T0" fmla="*/ 0 w 4"/>
                <a:gd name="T1" fmla="*/ 2147483646 h 2"/>
                <a:gd name="T2" fmla="*/ 2147483646 w 4"/>
                <a:gd name="T3" fmla="*/ 2147483646 h 2"/>
                <a:gd name="T4" fmla="*/ 2147483646 w 4"/>
                <a:gd name="T5" fmla="*/ 0 h 2"/>
                <a:gd name="T6" fmla="*/ 0 60000 65536"/>
                <a:gd name="T7" fmla="*/ 0 60000 65536"/>
                <a:gd name="T8" fmla="*/ 0 60000 65536"/>
              </a:gdLst>
              <a:ahLst/>
              <a:cxnLst>
                <a:cxn ang="T6">
                  <a:pos x="T0" y="T1"/>
                </a:cxn>
                <a:cxn ang="T7">
                  <a:pos x="T2" y="T3"/>
                </a:cxn>
                <a:cxn ang="T8">
                  <a:pos x="T4" y="T5"/>
                </a:cxn>
              </a:cxnLst>
              <a:rect l="0" t="0" r="r" b="b"/>
              <a:pathLst>
                <a:path w="4" h="2">
                  <a:moveTo>
                    <a:pt x="0" y="2"/>
                  </a:moveTo>
                  <a:lnTo>
                    <a:pt x="3" y="1"/>
                  </a:lnTo>
                  <a:lnTo>
                    <a:pt x="4" y="0"/>
                  </a:lnTo>
                </a:path>
              </a:pathLst>
            </a:custGeom>
            <a:noFill/>
            <a:ln w="15875">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0567" name="Line 151">
              <a:extLst>
                <a:ext uri="{FF2B5EF4-FFF2-40B4-BE49-F238E27FC236}">
                  <a16:creationId xmlns:a16="http://schemas.microsoft.com/office/drawing/2014/main" id="{6FB792D3-66FD-473F-96F8-B070A5FAB136}"/>
                </a:ext>
              </a:extLst>
            </p:cNvPr>
            <p:cNvSpPr>
              <a:spLocks noChangeShapeType="1"/>
            </p:cNvSpPr>
            <p:nvPr/>
          </p:nvSpPr>
          <p:spPr bwMode="auto">
            <a:xfrm flipV="1">
              <a:off x="4076700" y="4792191"/>
              <a:ext cx="46038" cy="3175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568" name="Line 152">
              <a:extLst>
                <a:ext uri="{FF2B5EF4-FFF2-40B4-BE49-F238E27FC236}">
                  <a16:creationId xmlns:a16="http://schemas.microsoft.com/office/drawing/2014/main" id="{6DC3DAEB-A29F-4D11-9854-69E6788B9F95}"/>
                </a:ext>
              </a:extLst>
            </p:cNvPr>
            <p:cNvSpPr>
              <a:spLocks noChangeShapeType="1"/>
            </p:cNvSpPr>
            <p:nvPr/>
          </p:nvSpPr>
          <p:spPr bwMode="auto">
            <a:xfrm flipV="1">
              <a:off x="4154488" y="4698529"/>
              <a:ext cx="31750" cy="46037"/>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569" name="Rectangle 153">
              <a:extLst>
                <a:ext uri="{FF2B5EF4-FFF2-40B4-BE49-F238E27FC236}">
                  <a16:creationId xmlns:a16="http://schemas.microsoft.com/office/drawing/2014/main" id="{1956DE97-A838-41B4-8FD0-5764BCEB5ECC}"/>
                </a:ext>
              </a:extLst>
            </p:cNvPr>
            <p:cNvSpPr>
              <a:spLocks noChangeArrowheads="1"/>
            </p:cNvSpPr>
            <p:nvPr/>
          </p:nvSpPr>
          <p:spPr bwMode="auto">
            <a:xfrm>
              <a:off x="3714750" y="4666779"/>
              <a:ext cx="146174" cy="3024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r>
                <a:rPr lang="en-US" altLang="zh-CN" sz="1600" b="1">
                  <a:solidFill>
                    <a:schemeClr val="tx1"/>
                  </a:solidFill>
                  <a:latin typeface="Times" panose="02020603050405020304" pitchFamily="18" charset="0"/>
                  <a:ea typeface="宋体" panose="02010600030101010101" pitchFamily="2" charset="-122"/>
                </a:rPr>
                <a:t>b</a:t>
              </a:r>
            </a:p>
          </p:txBody>
        </p:sp>
        <p:sp>
          <p:nvSpPr>
            <p:cNvPr id="60570" name="Freeform 154">
              <a:extLst>
                <a:ext uri="{FF2B5EF4-FFF2-40B4-BE49-F238E27FC236}">
                  <a16:creationId xmlns:a16="http://schemas.microsoft.com/office/drawing/2014/main" id="{F914BB91-BD6E-4EDB-A8BE-6422236FD1CC}"/>
                </a:ext>
              </a:extLst>
            </p:cNvPr>
            <p:cNvSpPr>
              <a:spLocks/>
            </p:cNvSpPr>
            <p:nvPr/>
          </p:nvSpPr>
          <p:spPr bwMode="auto">
            <a:xfrm>
              <a:off x="4217988" y="5090641"/>
              <a:ext cx="298450" cy="282575"/>
            </a:xfrm>
            <a:custGeom>
              <a:avLst/>
              <a:gdLst>
                <a:gd name="T0" fmla="*/ 0 w 188"/>
                <a:gd name="T1" fmla="*/ 2147483646 h 178"/>
                <a:gd name="T2" fmla="*/ 2147483646 w 188"/>
                <a:gd name="T3" fmla="*/ 2147483646 h 178"/>
                <a:gd name="T4" fmla="*/ 2147483646 w 188"/>
                <a:gd name="T5" fmla="*/ 0 h 178"/>
                <a:gd name="T6" fmla="*/ 2147483646 w 188"/>
                <a:gd name="T7" fmla="*/ 0 h 178"/>
                <a:gd name="T8" fmla="*/ 2147483646 w 188"/>
                <a:gd name="T9" fmla="*/ 2147483646 h 178"/>
                <a:gd name="T10" fmla="*/ 2147483646 w 188"/>
                <a:gd name="T11" fmla="*/ 2147483646 h 178"/>
                <a:gd name="T12" fmla="*/ 2147483646 w 188"/>
                <a:gd name="T13" fmla="*/ 2147483646 h 178"/>
                <a:gd name="T14" fmla="*/ 2147483646 w 188"/>
                <a:gd name="T15" fmla="*/ 2147483646 h 178"/>
                <a:gd name="T16" fmla="*/ 2147483646 w 188"/>
                <a:gd name="T17" fmla="*/ 2147483646 h 178"/>
                <a:gd name="T18" fmla="*/ 2147483646 w 188"/>
                <a:gd name="T19" fmla="*/ 2147483646 h 178"/>
                <a:gd name="T20" fmla="*/ 0 w 188"/>
                <a:gd name="T21" fmla="*/ 2147483646 h 17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88" h="178">
                  <a:moveTo>
                    <a:pt x="0" y="89"/>
                  </a:moveTo>
                  <a:lnTo>
                    <a:pt x="20" y="40"/>
                  </a:lnTo>
                  <a:lnTo>
                    <a:pt x="69" y="0"/>
                  </a:lnTo>
                  <a:lnTo>
                    <a:pt x="119" y="0"/>
                  </a:lnTo>
                  <a:lnTo>
                    <a:pt x="168" y="40"/>
                  </a:lnTo>
                  <a:lnTo>
                    <a:pt x="188" y="89"/>
                  </a:lnTo>
                  <a:lnTo>
                    <a:pt x="168" y="149"/>
                  </a:lnTo>
                  <a:lnTo>
                    <a:pt x="119" y="178"/>
                  </a:lnTo>
                  <a:lnTo>
                    <a:pt x="69" y="178"/>
                  </a:lnTo>
                  <a:lnTo>
                    <a:pt x="20" y="149"/>
                  </a:lnTo>
                  <a:lnTo>
                    <a:pt x="0" y="89"/>
                  </a:lnTo>
                  <a:close/>
                </a:path>
              </a:pathLst>
            </a:custGeom>
            <a:solidFill>
              <a:srgbClr val="FFFFFF"/>
            </a:solidFill>
            <a:ln w="15875">
              <a:solidFill>
                <a:schemeClr val="tx1"/>
              </a:solidFill>
              <a:prstDash val="solid"/>
              <a:round/>
              <a:headEnd/>
              <a:tailEnd/>
            </a:ln>
          </p:spPr>
          <p:txBody>
            <a:bodyPr/>
            <a:lstStyle/>
            <a:p>
              <a:endParaRPr lang="zh-CN" altLang="en-US"/>
            </a:p>
          </p:txBody>
        </p:sp>
        <p:sp>
          <p:nvSpPr>
            <p:cNvPr id="60571" name="Line 155">
              <a:extLst>
                <a:ext uri="{FF2B5EF4-FFF2-40B4-BE49-F238E27FC236}">
                  <a16:creationId xmlns:a16="http://schemas.microsoft.com/office/drawing/2014/main" id="{F2AB50C9-CBA8-40F2-943A-670250CB202F}"/>
                </a:ext>
              </a:extLst>
            </p:cNvPr>
            <p:cNvSpPr>
              <a:spLocks noChangeShapeType="1"/>
            </p:cNvSpPr>
            <p:nvPr/>
          </p:nvSpPr>
          <p:spPr bwMode="auto">
            <a:xfrm flipH="1">
              <a:off x="4359275" y="4493741"/>
              <a:ext cx="157163" cy="5969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0572" name="Line 156">
              <a:extLst>
                <a:ext uri="{FF2B5EF4-FFF2-40B4-BE49-F238E27FC236}">
                  <a16:creationId xmlns:a16="http://schemas.microsoft.com/office/drawing/2014/main" id="{6107DB87-EA62-419A-B880-7E2E03B0CF2C}"/>
                </a:ext>
              </a:extLst>
            </p:cNvPr>
            <p:cNvSpPr>
              <a:spLocks noChangeShapeType="1"/>
            </p:cNvSpPr>
            <p:nvPr/>
          </p:nvSpPr>
          <p:spPr bwMode="auto">
            <a:xfrm>
              <a:off x="5114925" y="4493741"/>
              <a:ext cx="63500" cy="5969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0573" name="Freeform 157">
              <a:extLst>
                <a:ext uri="{FF2B5EF4-FFF2-40B4-BE49-F238E27FC236}">
                  <a16:creationId xmlns:a16="http://schemas.microsoft.com/office/drawing/2014/main" id="{C3C5AAF7-2583-4338-9F99-BF03173D4255}"/>
                </a:ext>
              </a:extLst>
            </p:cNvPr>
            <p:cNvSpPr>
              <a:spLocks/>
            </p:cNvSpPr>
            <p:nvPr/>
          </p:nvSpPr>
          <p:spPr bwMode="auto">
            <a:xfrm>
              <a:off x="4359275" y="4885854"/>
              <a:ext cx="95250" cy="204787"/>
            </a:xfrm>
            <a:custGeom>
              <a:avLst/>
              <a:gdLst>
                <a:gd name="T0" fmla="*/ 2147483646 w 60"/>
                <a:gd name="T1" fmla="*/ 0 h 129"/>
                <a:gd name="T2" fmla="*/ 2147483646 w 60"/>
                <a:gd name="T3" fmla="*/ 2147483646 h 129"/>
                <a:gd name="T4" fmla="*/ 2147483646 w 60"/>
                <a:gd name="T5" fmla="*/ 2147483646 h 129"/>
                <a:gd name="T6" fmla="*/ 0 w 60"/>
                <a:gd name="T7" fmla="*/ 2147483646 h 129"/>
                <a:gd name="T8" fmla="*/ 2147483646 w 60"/>
                <a:gd name="T9" fmla="*/ 0 h 1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 h="129">
                  <a:moveTo>
                    <a:pt x="10" y="0"/>
                  </a:moveTo>
                  <a:lnTo>
                    <a:pt x="30" y="30"/>
                  </a:lnTo>
                  <a:lnTo>
                    <a:pt x="60" y="10"/>
                  </a:lnTo>
                  <a:lnTo>
                    <a:pt x="0" y="129"/>
                  </a:lnTo>
                  <a:lnTo>
                    <a:pt x="10" y="0"/>
                  </a:lnTo>
                  <a:close/>
                </a:path>
              </a:pathLst>
            </a:custGeom>
            <a:solidFill>
              <a:srgbClr val="FFFF00"/>
            </a:solidFill>
            <a:ln w="158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0574" name="Freeform 158">
              <a:extLst>
                <a:ext uri="{FF2B5EF4-FFF2-40B4-BE49-F238E27FC236}">
                  <a16:creationId xmlns:a16="http://schemas.microsoft.com/office/drawing/2014/main" id="{D94DC3F2-DBD8-4BC3-99CD-6D45AC02CA70}"/>
                </a:ext>
              </a:extLst>
            </p:cNvPr>
            <p:cNvSpPr>
              <a:spLocks/>
            </p:cNvSpPr>
            <p:nvPr/>
          </p:nvSpPr>
          <p:spPr bwMode="auto">
            <a:xfrm>
              <a:off x="5130800" y="4885854"/>
              <a:ext cx="63500" cy="204787"/>
            </a:xfrm>
            <a:custGeom>
              <a:avLst/>
              <a:gdLst>
                <a:gd name="T0" fmla="*/ 2147483646 w 40"/>
                <a:gd name="T1" fmla="*/ 0 h 129"/>
                <a:gd name="T2" fmla="*/ 2147483646 w 40"/>
                <a:gd name="T3" fmla="*/ 2147483646 h 129"/>
                <a:gd name="T4" fmla="*/ 0 w 40"/>
                <a:gd name="T5" fmla="*/ 2147483646 h 129"/>
                <a:gd name="T6" fmla="*/ 2147483646 w 40"/>
                <a:gd name="T7" fmla="*/ 2147483646 h 129"/>
                <a:gd name="T8" fmla="*/ 2147483646 w 40"/>
                <a:gd name="T9" fmla="*/ 0 h 1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 h="129">
                  <a:moveTo>
                    <a:pt x="40" y="0"/>
                  </a:moveTo>
                  <a:lnTo>
                    <a:pt x="20" y="30"/>
                  </a:lnTo>
                  <a:lnTo>
                    <a:pt x="0" y="10"/>
                  </a:lnTo>
                  <a:lnTo>
                    <a:pt x="30" y="129"/>
                  </a:lnTo>
                  <a:lnTo>
                    <a:pt x="40" y="0"/>
                  </a:lnTo>
                  <a:close/>
                </a:path>
              </a:pathLst>
            </a:custGeom>
            <a:solidFill>
              <a:srgbClr val="FFFF00"/>
            </a:solidFill>
            <a:ln w="158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0575" name="Freeform 159">
              <a:extLst>
                <a:ext uri="{FF2B5EF4-FFF2-40B4-BE49-F238E27FC236}">
                  <a16:creationId xmlns:a16="http://schemas.microsoft.com/office/drawing/2014/main" id="{6068E61E-0DC9-4083-B5A9-FF1E41588358}"/>
                </a:ext>
              </a:extLst>
            </p:cNvPr>
            <p:cNvSpPr>
              <a:spLocks/>
            </p:cNvSpPr>
            <p:nvPr/>
          </p:nvSpPr>
          <p:spPr bwMode="auto">
            <a:xfrm>
              <a:off x="5035550" y="5090641"/>
              <a:ext cx="300038" cy="282575"/>
            </a:xfrm>
            <a:custGeom>
              <a:avLst/>
              <a:gdLst>
                <a:gd name="T0" fmla="*/ 0 w 189"/>
                <a:gd name="T1" fmla="*/ 2147483646 h 178"/>
                <a:gd name="T2" fmla="*/ 2147483646 w 189"/>
                <a:gd name="T3" fmla="*/ 2147483646 h 178"/>
                <a:gd name="T4" fmla="*/ 2147483646 w 189"/>
                <a:gd name="T5" fmla="*/ 0 h 178"/>
                <a:gd name="T6" fmla="*/ 2147483646 w 189"/>
                <a:gd name="T7" fmla="*/ 0 h 178"/>
                <a:gd name="T8" fmla="*/ 2147483646 w 189"/>
                <a:gd name="T9" fmla="*/ 2147483646 h 178"/>
                <a:gd name="T10" fmla="*/ 2147483646 w 189"/>
                <a:gd name="T11" fmla="*/ 2147483646 h 178"/>
                <a:gd name="T12" fmla="*/ 2147483646 w 189"/>
                <a:gd name="T13" fmla="*/ 2147483646 h 178"/>
                <a:gd name="T14" fmla="*/ 2147483646 w 189"/>
                <a:gd name="T15" fmla="*/ 2147483646 h 178"/>
                <a:gd name="T16" fmla="*/ 2147483646 w 189"/>
                <a:gd name="T17" fmla="*/ 2147483646 h 178"/>
                <a:gd name="T18" fmla="*/ 2147483646 w 189"/>
                <a:gd name="T19" fmla="*/ 2147483646 h 178"/>
                <a:gd name="T20" fmla="*/ 0 w 189"/>
                <a:gd name="T21" fmla="*/ 2147483646 h 17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89" h="178">
                  <a:moveTo>
                    <a:pt x="0" y="89"/>
                  </a:moveTo>
                  <a:lnTo>
                    <a:pt x="20" y="40"/>
                  </a:lnTo>
                  <a:lnTo>
                    <a:pt x="70" y="0"/>
                  </a:lnTo>
                  <a:lnTo>
                    <a:pt x="119" y="0"/>
                  </a:lnTo>
                  <a:lnTo>
                    <a:pt x="169" y="40"/>
                  </a:lnTo>
                  <a:lnTo>
                    <a:pt x="189" y="89"/>
                  </a:lnTo>
                  <a:lnTo>
                    <a:pt x="169" y="149"/>
                  </a:lnTo>
                  <a:lnTo>
                    <a:pt x="119" y="178"/>
                  </a:lnTo>
                  <a:lnTo>
                    <a:pt x="70" y="178"/>
                  </a:lnTo>
                  <a:lnTo>
                    <a:pt x="20" y="149"/>
                  </a:lnTo>
                  <a:lnTo>
                    <a:pt x="0" y="89"/>
                  </a:lnTo>
                  <a:close/>
                </a:path>
              </a:pathLst>
            </a:custGeom>
            <a:solidFill>
              <a:srgbClr val="FFFFFF"/>
            </a:solidFill>
            <a:ln w="15875">
              <a:solidFill>
                <a:schemeClr val="tx1"/>
              </a:solidFill>
              <a:prstDash val="solid"/>
              <a:round/>
              <a:headEnd/>
              <a:tailEnd/>
            </a:ln>
          </p:spPr>
          <p:txBody>
            <a:bodyPr/>
            <a:lstStyle/>
            <a:p>
              <a:endParaRPr lang="zh-CN" altLang="en-US"/>
            </a:p>
          </p:txBody>
        </p:sp>
        <p:sp>
          <p:nvSpPr>
            <p:cNvPr id="60576" name="Rectangle 160">
              <a:extLst>
                <a:ext uri="{FF2B5EF4-FFF2-40B4-BE49-F238E27FC236}">
                  <a16:creationId xmlns:a16="http://schemas.microsoft.com/office/drawing/2014/main" id="{554A0187-382E-4737-A972-1F34FC41366D}"/>
                </a:ext>
              </a:extLst>
            </p:cNvPr>
            <p:cNvSpPr>
              <a:spLocks noChangeArrowheads="1"/>
            </p:cNvSpPr>
            <p:nvPr/>
          </p:nvSpPr>
          <p:spPr bwMode="auto">
            <a:xfrm>
              <a:off x="4140199" y="4787429"/>
              <a:ext cx="263522" cy="3024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r>
                <a:rPr lang="en-US" altLang="zh-CN" sz="1600" b="1">
                  <a:solidFill>
                    <a:schemeClr val="tx1"/>
                  </a:solidFill>
                  <a:latin typeface="Times" panose="02020603050405020304" pitchFamily="18" charset="0"/>
                  <a:ea typeface="宋体" panose="02010600030101010101" pitchFamily="2" charset="-122"/>
                </a:rPr>
                <a:t>17</a:t>
              </a:r>
            </a:p>
          </p:txBody>
        </p:sp>
        <p:sp>
          <p:nvSpPr>
            <p:cNvPr id="60577" name="Rectangle 161">
              <a:extLst>
                <a:ext uri="{FF2B5EF4-FFF2-40B4-BE49-F238E27FC236}">
                  <a16:creationId xmlns:a16="http://schemas.microsoft.com/office/drawing/2014/main" id="{3D8CFC07-251A-4A22-AC87-31C32A90F342}"/>
                </a:ext>
              </a:extLst>
            </p:cNvPr>
            <p:cNvSpPr>
              <a:spLocks noChangeArrowheads="1"/>
            </p:cNvSpPr>
            <p:nvPr/>
          </p:nvSpPr>
          <p:spPr bwMode="auto">
            <a:xfrm>
              <a:off x="4862512" y="4808066"/>
              <a:ext cx="263522" cy="3024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r>
                <a:rPr lang="en-US" altLang="zh-CN" sz="1600" b="1">
                  <a:solidFill>
                    <a:schemeClr val="tx1"/>
                  </a:solidFill>
                  <a:latin typeface="Times" panose="02020603050405020304" pitchFamily="18" charset="0"/>
                  <a:ea typeface="宋体" panose="02010600030101010101" pitchFamily="2" charset="-122"/>
                </a:rPr>
                <a:t>18</a:t>
              </a:r>
            </a:p>
          </p:txBody>
        </p:sp>
        <p:sp>
          <p:nvSpPr>
            <p:cNvPr id="60578" name="Line 162">
              <a:extLst>
                <a:ext uri="{FF2B5EF4-FFF2-40B4-BE49-F238E27FC236}">
                  <a16:creationId xmlns:a16="http://schemas.microsoft.com/office/drawing/2014/main" id="{A45B9963-B5E4-44C5-99B7-15FD9FA72757}"/>
                </a:ext>
              </a:extLst>
            </p:cNvPr>
            <p:cNvSpPr>
              <a:spLocks noChangeShapeType="1"/>
            </p:cNvSpPr>
            <p:nvPr/>
          </p:nvSpPr>
          <p:spPr bwMode="auto">
            <a:xfrm>
              <a:off x="5713413" y="4493741"/>
              <a:ext cx="61912" cy="5969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0579" name="Freeform 163">
              <a:extLst>
                <a:ext uri="{FF2B5EF4-FFF2-40B4-BE49-F238E27FC236}">
                  <a16:creationId xmlns:a16="http://schemas.microsoft.com/office/drawing/2014/main" id="{93132B04-FBAA-464E-9900-07C9D1AFC78A}"/>
                </a:ext>
              </a:extLst>
            </p:cNvPr>
            <p:cNvSpPr>
              <a:spLocks/>
            </p:cNvSpPr>
            <p:nvPr/>
          </p:nvSpPr>
          <p:spPr bwMode="auto">
            <a:xfrm>
              <a:off x="5634038" y="5090641"/>
              <a:ext cx="300037" cy="282575"/>
            </a:xfrm>
            <a:custGeom>
              <a:avLst/>
              <a:gdLst>
                <a:gd name="T0" fmla="*/ 0 w 189"/>
                <a:gd name="T1" fmla="*/ 2147483646 h 178"/>
                <a:gd name="T2" fmla="*/ 2147483646 w 189"/>
                <a:gd name="T3" fmla="*/ 2147483646 h 178"/>
                <a:gd name="T4" fmla="*/ 2147483646 w 189"/>
                <a:gd name="T5" fmla="*/ 0 h 178"/>
                <a:gd name="T6" fmla="*/ 2147483646 w 189"/>
                <a:gd name="T7" fmla="*/ 0 h 178"/>
                <a:gd name="T8" fmla="*/ 2147483646 w 189"/>
                <a:gd name="T9" fmla="*/ 2147483646 h 178"/>
                <a:gd name="T10" fmla="*/ 2147483646 w 189"/>
                <a:gd name="T11" fmla="*/ 2147483646 h 178"/>
                <a:gd name="T12" fmla="*/ 2147483646 w 189"/>
                <a:gd name="T13" fmla="*/ 2147483646 h 178"/>
                <a:gd name="T14" fmla="*/ 2147483646 w 189"/>
                <a:gd name="T15" fmla="*/ 2147483646 h 178"/>
                <a:gd name="T16" fmla="*/ 2147483646 w 189"/>
                <a:gd name="T17" fmla="*/ 2147483646 h 178"/>
                <a:gd name="T18" fmla="*/ 2147483646 w 189"/>
                <a:gd name="T19" fmla="*/ 2147483646 h 178"/>
                <a:gd name="T20" fmla="*/ 0 w 189"/>
                <a:gd name="T21" fmla="*/ 2147483646 h 17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89" h="178">
                  <a:moveTo>
                    <a:pt x="0" y="89"/>
                  </a:moveTo>
                  <a:lnTo>
                    <a:pt x="20" y="40"/>
                  </a:lnTo>
                  <a:lnTo>
                    <a:pt x="60" y="0"/>
                  </a:lnTo>
                  <a:lnTo>
                    <a:pt x="119" y="0"/>
                  </a:lnTo>
                  <a:lnTo>
                    <a:pt x="169" y="40"/>
                  </a:lnTo>
                  <a:lnTo>
                    <a:pt x="189" y="89"/>
                  </a:lnTo>
                  <a:lnTo>
                    <a:pt x="169" y="149"/>
                  </a:lnTo>
                  <a:lnTo>
                    <a:pt x="119" y="178"/>
                  </a:lnTo>
                  <a:lnTo>
                    <a:pt x="60" y="178"/>
                  </a:lnTo>
                  <a:lnTo>
                    <a:pt x="20" y="149"/>
                  </a:lnTo>
                  <a:lnTo>
                    <a:pt x="0" y="89"/>
                  </a:lnTo>
                  <a:close/>
                </a:path>
              </a:pathLst>
            </a:custGeom>
            <a:solidFill>
              <a:srgbClr val="FFFFFF"/>
            </a:solidFill>
            <a:ln w="15875">
              <a:solidFill>
                <a:schemeClr val="tx1"/>
              </a:solidFill>
              <a:prstDash val="solid"/>
              <a:round/>
              <a:headEnd/>
              <a:tailEnd/>
            </a:ln>
          </p:spPr>
          <p:txBody>
            <a:bodyPr/>
            <a:lstStyle/>
            <a:p>
              <a:endParaRPr lang="zh-CN" altLang="en-US"/>
            </a:p>
          </p:txBody>
        </p:sp>
        <p:sp>
          <p:nvSpPr>
            <p:cNvPr id="60580" name="Freeform 164">
              <a:extLst>
                <a:ext uri="{FF2B5EF4-FFF2-40B4-BE49-F238E27FC236}">
                  <a16:creationId xmlns:a16="http://schemas.microsoft.com/office/drawing/2014/main" id="{1B70D88A-E7E9-43D2-9ADD-3B67554BF32A}"/>
                </a:ext>
              </a:extLst>
            </p:cNvPr>
            <p:cNvSpPr>
              <a:spLocks/>
            </p:cNvSpPr>
            <p:nvPr/>
          </p:nvSpPr>
          <p:spPr bwMode="auto">
            <a:xfrm>
              <a:off x="5713413" y="4885854"/>
              <a:ext cx="77787" cy="204787"/>
            </a:xfrm>
            <a:custGeom>
              <a:avLst/>
              <a:gdLst>
                <a:gd name="T0" fmla="*/ 2147483646 w 49"/>
                <a:gd name="T1" fmla="*/ 0 h 129"/>
                <a:gd name="T2" fmla="*/ 2147483646 w 49"/>
                <a:gd name="T3" fmla="*/ 2147483646 h 129"/>
                <a:gd name="T4" fmla="*/ 0 w 49"/>
                <a:gd name="T5" fmla="*/ 2147483646 h 129"/>
                <a:gd name="T6" fmla="*/ 2147483646 w 49"/>
                <a:gd name="T7" fmla="*/ 2147483646 h 129"/>
                <a:gd name="T8" fmla="*/ 2147483646 w 49"/>
                <a:gd name="T9" fmla="*/ 0 h 1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129">
                  <a:moveTo>
                    <a:pt x="49" y="0"/>
                  </a:moveTo>
                  <a:lnTo>
                    <a:pt x="30" y="30"/>
                  </a:lnTo>
                  <a:lnTo>
                    <a:pt x="0" y="10"/>
                  </a:lnTo>
                  <a:lnTo>
                    <a:pt x="49" y="129"/>
                  </a:lnTo>
                  <a:lnTo>
                    <a:pt x="49" y="0"/>
                  </a:lnTo>
                  <a:close/>
                </a:path>
              </a:pathLst>
            </a:custGeom>
            <a:solidFill>
              <a:srgbClr val="FFFF00"/>
            </a:solidFill>
            <a:ln w="158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0581" name="Rectangle 165">
              <a:extLst>
                <a:ext uri="{FF2B5EF4-FFF2-40B4-BE49-F238E27FC236}">
                  <a16:creationId xmlns:a16="http://schemas.microsoft.com/office/drawing/2014/main" id="{BC113DB5-0910-4DBB-BA0B-5EE6DF324F47}"/>
                </a:ext>
              </a:extLst>
            </p:cNvPr>
            <p:cNvSpPr>
              <a:spLocks noChangeArrowheads="1"/>
            </p:cNvSpPr>
            <p:nvPr/>
          </p:nvSpPr>
          <p:spPr bwMode="auto">
            <a:xfrm>
              <a:off x="5508625" y="4787429"/>
              <a:ext cx="263522" cy="3024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r>
                <a:rPr lang="en-US" altLang="zh-CN" sz="1600" b="1">
                  <a:solidFill>
                    <a:schemeClr val="tx1"/>
                  </a:solidFill>
                  <a:latin typeface="Times" panose="02020603050405020304" pitchFamily="18" charset="0"/>
                  <a:ea typeface="宋体" panose="02010600030101010101" pitchFamily="2" charset="-122"/>
                </a:rPr>
                <a:t>19</a:t>
              </a:r>
            </a:p>
          </p:txBody>
        </p:sp>
        <p:sp>
          <p:nvSpPr>
            <p:cNvPr id="60582" name="Line 166">
              <a:extLst>
                <a:ext uri="{FF2B5EF4-FFF2-40B4-BE49-F238E27FC236}">
                  <a16:creationId xmlns:a16="http://schemas.microsoft.com/office/drawing/2014/main" id="{448D7CDD-520C-40E3-BA17-C6F047CD6374}"/>
                </a:ext>
              </a:extLst>
            </p:cNvPr>
            <p:cNvSpPr>
              <a:spLocks noChangeShapeType="1"/>
            </p:cNvSpPr>
            <p:nvPr/>
          </p:nvSpPr>
          <p:spPr bwMode="auto">
            <a:xfrm>
              <a:off x="6892925" y="4493741"/>
              <a:ext cx="1588" cy="5969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0583" name="Freeform 167">
              <a:extLst>
                <a:ext uri="{FF2B5EF4-FFF2-40B4-BE49-F238E27FC236}">
                  <a16:creationId xmlns:a16="http://schemas.microsoft.com/office/drawing/2014/main" id="{CDFD3379-B3D2-4C15-B598-D6D8D55B48B5}"/>
                </a:ext>
              </a:extLst>
            </p:cNvPr>
            <p:cNvSpPr>
              <a:spLocks/>
            </p:cNvSpPr>
            <p:nvPr/>
          </p:nvSpPr>
          <p:spPr bwMode="auto">
            <a:xfrm>
              <a:off x="6732588" y="5074766"/>
              <a:ext cx="298450" cy="282575"/>
            </a:xfrm>
            <a:custGeom>
              <a:avLst/>
              <a:gdLst>
                <a:gd name="T0" fmla="*/ 0 w 188"/>
                <a:gd name="T1" fmla="*/ 2147483646 h 178"/>
                <a:gd name="T2" fmla="*/ 2147483646 w 188"/>
                <a:gd name="T3" fmla="*/ 2147483646 h 178"/>
                <a:gd name="T4" fmla="*/ 2147483646 w 188"/>
                <a:gd name="T5" fmla="*/ 0 h 178"/>
                <a:gd name="T6" fmla="*/ 2147483646 w 188"/>
                <a:gd name="T7" fmla="*/ 0 h 178"/>
                <a:gd name="T8" fmla="*/ 2147483646 w 188"/>
                <a:gd name="T9" fmla="*/ 2147483646 h 178"/>
                <a:gd name="T10" fmla="*/ 2147483646 w 188"/>
                <a:gd name="T11" fmla="*/ 2147483646 h 178"/>
                <a:gd name="T12" fmla="*/ 2147483646 w 188"/>
                <a:gd name="T13" fmla="*/ 2147483646 h 178"/>
                <a:gd name="T14" fmla="*/ 2147483646 w 188"/>
                <a:gd name="T15" fmla="*/ 2147483646 h 178"/>
                <a:gd name="T16" fmla="*/ 2147483646 w 188"/>
                <a:gd name="T17" fmla="*/ 2147483646 h 178"/>
                <a:gd name="T18" fmla="*/ 2147483646 w 188"/>
                <a:gd name="T19" fmla="*/ 2147483646 h 178"/>
                <a:gd name="T20" fmla="*/ 0 w 188"/>
                <a:gd name="T21" fmla="*/ 2147483646 h 17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88" h="178">
                  <a:moveTo>
                    <a:pt x="0" y="89"/>
                  </a:moveTo>
                  <a:lnTo>
                    <a:pt x="10" y="40"/>
                  </a:lnTo>
                  <a:lnTo>
                    <a:pt x="60" y="0"/>
                  </a:lnTo>
                  <a:lnTo>
                    <a:pt x="119" y="0"/>
                  </a:lnTo>
                  <a:lnTo>
                    <a:pt x="169" y="40"/>
                  </a:lnTo>
                  <a:lnTo>
                    <a:pt x="188" y="89"/>
                  </a:lnTo>
                  <a:lnTo>
                    <a:pt x="169" y="149"/>
                  </a:lnTo>
                  <a:lnTo>
                    <a:pt x="119" y="178"/>
                  </a:lnTo>
                  <a:lnTo>
                    <a:pt x="60" y="178"/>
                  </a:lnTo>
                  <a:lnTo>
                    <a:pt x="10" y="149"/>
                  </a:lnTo>
                  <a:lnTo>
                    <a:pt x="0" y="89"/>
                  </a:lnTo>
                  <a:close/>
                </a:path>
              </a:pathLst>
            </a:custGeom>
            <a:solidFill>
              <a:srgbClr val="FFFFFF"/>
            </a:solidFill>
            <a:ln w="15875">
              <a:solidFill>
                <a:schemeClr val="tx1"/>
              </a:solidFill>
              <a:prstDash val="solid"/>
              <a:round/>
              <a:headEnd/>
              <a:tailEnd/>
            </a:ln>
          </p:spPr>
          <p:txBody>
            <a:bodyPr/>
            <a:lstStyle/>
            <a:p>
              <a:endParaRPr lang="zh-CN" altLang="en-US"/>
            </a:p>
          </p:txBody>
        </p:sp>
        <p:sp>
          <p:nvSpPr>
            <p:cNvPr id="60584" name="Freeform 168">
              <a:extLst>
                <a:ext uri="{FF2B5EF4-FFF2-40B4-BE49-F238E27FC236}">
                  <a16:creationId xmlns:a16="http://schemas.microsoft.com/office/drawing/2014/main" id="{ED8CFDF2-22C9-49E6-A963-916FBC5D4DE2}"/>
                </a:ext>
              </a:extLst>
            </p:cNvPr>
            <p:cNvSpPr>
              <a:spLocks/>
            </p:cNvSpPr>
            <p:nvPr/>
          </p:nvSpPr>
          <p:spPr bwMode="auto">
            <a:xfrm>
              <a:off x="6861175" y="4885854"/>
              <a:ext cx="63500" cy="204787"/>
            </a:xfrm>
            <a:custGeom>
              <a:avLst/>
              <a:gdLst>
                <a:gd name="T0" fmla="*/ 2147483646 w 40"/>
                <a:gd name="T1" fmla="*/ 0 h 129"/>
                <a:gd name="T2" fmla="*/ 2147483646 w 40"/>
                <a:gd name="T3" fmla="*/ 2147483646 h 129"/>
                <a:gd name="T4" fmla="*/ 0 w 40"/>
                <a:gd name="T5" fmla="*/ 0 h 129"/>
                <a:gd name="T6" fmla="*/ 2147483646 w 40"/>
                <a:gd name="T7" fmla="*/ 2147483646 h 129"/>
                <a:gd name="T8" fmla="*/ 2147483646 w 40"/>
                <a:gd name="T9" fmla="*/ 0 h 1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 h="129">
                  <a:moveTo>
                    <a:pt x="40" y="0"/>
                  </a:moveTo>
                  <a:lnTo>
                    <a:pt x="20" y="30"/>
                  </a:lnTo>
                  <a:lnTo>
                    <a:pt x="0" y="0"/>
                  </a:lnTo>
                  <a:lnTo>
                    <a:pt x="20" y="129"/>
                  </a:lnTo>
                  <a:lnTo>
                    <a:pt x="40" y="0"/>
                  </a:lnTo>
                  <a:close/>
                </a:path>
              </a:pathLst>
            </a:custGeom>
            <a:solidFill>
              <a:srgbClr val="FFFF00"/>
            </a:solidFill>
            <a:ln w="158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0585" name="Line 169">
              <a:extLst>
                <a:ext uri="{FF2B5EF4-FFF2-40B4-BE49-F238E27FC236}">
                  <a16:creationId xmlns:a16="http://schemas.microsoft.com/office/drawing/2014/main" id="{C5A12E3F-B7FB-4692-98C9-B5E1E8608C81}"/>
                </a:ext>
              </a:extLst>
            </p:cNvPr>
            <p:cNvSpPr>
              <a:spLocks noChangeShapeType="1"/>
            </p:cNvSpPr>
            <p:nvPr/>
          </p:nvSpPr>
          <p:spPr bwMode="auto">
            <a:xfrm>
              <a:off x="7491413" y="4493741"/>
              <a:ext cx="79375" cy="5969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0586" name="Freeform 170">
              <a:extLst>
                <a:ext uri="{FF2B5EF4-FFF2-40B4-BE49-F238E27FC236}">
                  <a16:creationId xmlns:a16="http://schemas.microsoft.com/office/drawing/2014/main" id="{9EF447DB-C836-4047-83E3-F300CCC9EFA2}"/>
                </a:ext>
              </a:extLst>
            </p:cNvPr>
            <p:cNvSpPr>
              <a:spLocks/>
            </p:cNvSpPr>
            <p:nvPr/>
          </p:nvSpPr>
          <p:spPr bwMode="auto">
            <a:xfrm>
              <a:off x="7412038" y="5090641"/>
              <a:ext cx="300037" cy="282575"/>
            </a:xfrm>
            <a:custGeom>
              <a:avLst/>
              <a:gdLst>
                <a:gd name="T0" fmla="*/ 0 w 189"/>
                <a:gd name="T1" fmla="*/ 2147483646 h 178"/>
                <a:gd name="T2" fmla="*/ 2147483646 w 189"/>
                <a:gd name="T3" fmla="*/ 2147483646 h 178"/>
                <a:gd name="T4" fmla="*/ 2147483646 w 189"/>
                <a:gd name="T5" fmla="*/ 0 h 178"/>
                <a:gd name="T6" fmla="*/ 2147483646 w 189"/>
                <a:gd name="T7" fmla="*/ 0 h 178"/>
                <a:gd name="T8" fmla="*/ 2147483646 w 189"/>
                <a:gd name="T9" fmla="*/ 2147483646 h 178"/>
                <a:gd name="T10" fmla="*/ 2147483646 w 189"/>
                <a:gd name="T11" fmla="*/ 2147483646 h 178"/>
                <a:gd name="T12" fmla="*/ 2147483646 w 189"/>
                <a:gd name="T13" fmla="*/ 2147483646 h 178"/>
                <a:gd name="T14" fmla="*/ 2147483646 w 189"/>
                <a:gd name="T15" fmla="*/ 2147483646 h 178"/>
                <a:gd name="T16" fmla="*/ 2147483646 w 189"/>
                <a:gd name="T17" fmla="*/ 2147483646 h 178"/>
                <a:gd name="T18" fmla="*/ 2147483646 w 189"/>
                <a:gd name="T19" fmla="*/ 2147483646 h 178"/>
                <a:gd name="T20" fmla="*/ 0 w 189"/>
                <a:gd name="T21" fmla="*/ 2147483646 h 17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89" h="178">
                  <a:moveTo>
                    <a:pt x="0" y="89"/>
                  </a:moveTo>
                  <a:lnTo>
                    <a:pt x="20" y="40"/>
                  </a:lnTo>
                  <a:lnTo>
                    <a:pt x="70" y="0"/>
                  </a:lnTo>
                  <a:lnTo>
                    <a:pt x="129" y="0"/>
                  </a:lnTo>
                  <a:lnTo>
                    <a:pt x="169" y="40"/>
                  </a:lnTo>
                  <a:lnTo>
                    <a:pt x="189" y="89"/>
                  </a:lnTo>
                  <a:lnTo>
                    <a:pt x="169" y="149"/>
                  </a:lnTo>
                  <a:lnTo>
                    <a:pt x="129" y="178"/>
                  </a:lnTo>
                  <a:lnTo>
                    <a:pt x="70" y="178"/>
                  </a:lnTo>
                  <a:lnTo>
                    <a:pt x="20" y="149"/>
                  </a:lnTo>
                  <a:lnTo>
                    <a:pt x="0" y="89"/>
                  </a:lnTo>
                  <a:close/>
                </a:path>
              </a:pathLst>
            </a:custGeom>
            <a:solidFill>
              <a:srgbClr val="FFFFFF"/>
            </a:solidFill>
            <a:ln w="15875">
              <a:solidFill>
                <a:schemeClr val="tx1"/>
              </a:solidFill>
              <a:prstDash val="solid"/>
              <a:round/>
              <a:headEnd/>
              <a:tailEnd/>
            </a:ln>
          </p:spPr>
          <p:txBody>
            <a:bodyPr/>
            <a:lstStyle/>
            <a:p>
              <a:endParaRPr lang="zh-CN" altLang="en-US"/>
            </a:p>
          </p:txBody>
        </p:sp>
        <p:sp>
          <p:nvSpPr>
            <p:cNvPr id="60587" name="Freeform 171">
              <a:extLst>
                <a:ext uri="{FF2B5EF4-FFF2-40B4-BE49-F238E27FC236}">
                  <a16:creationId xmlns:a16="http://schemas.microsoft.com/office/drawing/2014/main" id="{319FA782-743F-4879-AF8D-A52828E44213}"/>
                </a:ext>
              </a:extLst>
            </p:cNvPr>
            <p:cNvSpPr>
              <a:spLocks/>
            </p:cNvSpPr>
            <p:nvPr/>
          </p:nvSpPr>
          <p:spPr bwMode="auto">
            <a:xfrm>
              <a:off x="7507288" y="4885854"/>
              <a:ext cx="79375" cy="188912"/>
            </a:xfrm>
            <a:custGeom>
              <a:avLst/>
              <a:gdLst>
                <a:gd name="T0" fmla="*/ 2147483646 w 50"/>
                <a:gd name="T1" fmla="*/ 0 h 119"/>
                <a:gd name="T2" fmla="*/ 2147483646 w 50"/>
                <a:gd name="T3" fmla="*/ 2147483646 h 119"/>
                <a:gd name="T4" fmla="*/ 0 w 50"/>
                <a:gd name="T5" fmla="*/ 0 h 119"/>
                <a:gd name="T6" fmla="*/ 2147483646 w 50"/>
                <a:gd name="T7" fmla="*/ 2147483646 h 119"/>
                <a:gd name="T8" fmla="*/ 2147483646 w 50"/>
                <a:gd name="T9" fmla="*/ 0 h 1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0" h="119">
                  <a:moveTo>
                    <a:pt x="50" y="0"/>
                  </a:moveTo>
                  <a:lnTo>
                    <a:pt x="20" y="20"/>
                  </a:lnTo>
                  <a:lnTo>
                    <a:pt x="0" y="0"/>
                  </a:lnTo>
                  <a:lnTo>
                    <a:pt x="30" y="119"/>
                  </a:lnTo>
                  <a:lnTo>
                    <a:pt x="50" y="0"/>
                  </a:lnTo>
                  <a:close/>
                </a:path>
              </a:pathLst>
            </a:custGeom>
            <a:solidFill>
              <a:srgbClr val="FFFF00"/>
            </a:solidFill>
            <a:ln w="158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0588" name="Rectangle 172">
              <a:extLst>
                <a:ext uri="{FF2B5EF4-FFF2-40B4-BE49-F238E27FC236}">
                  <a16:creationId xmlns:a16="http://schemas.microsoft.com/office/drawing/2014/main" id="{9489DE0E-86B9-4536-AFC1-AD38A33CE5F1}"/>
                </a:ext>
              </a:extLst>
            </p:cNvPr>
            <p:cNvSpPr>
              <a:spLocks noChangeArrowheads="1"/>
            </p:cNvSpPr>
            <p:nvPr/>
          </p:nvSpPr>
          <p:spPr bwMode="auto">
            <a:xfrm>
              <a:off x="6659563" y="4787429"/>
              <a:ext cx="263522" cy="3024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r>
                <a:rPr lang="en-US" altLang="zh-CN" sz="1600" b="1">
                  <a:solidFill>
                    <a:schemeClr val="tx1"/>
                  </a:solidFill>
                  <a:latin typeface="Times" panose="02020603050405020304" pitchFamily="18" charset="0"/>
                  <a:ea typeface="宋体" panose="02010600030101010101" pitchFamily="2" charset="-122"/>
                </a:rPr>
                <a:t>20</a:t>
              </a:r>
            </a:p>
          </p:txBody>
        </p:sp>
        <p:sp>
          <p:nvSpPr>
            <p:cNvPr id="60589" name="Rectangle 173">
              <a:extLst>
                <a:ext uri="{FF2B5EF4-FFF2-40B4-BE49-F238E27FC236}">
                  <a16:creationId xmlns:a16="http://schemas.microsoft.com/office/drawing/2014/main" id="{DF0C3150-6C45-492A-BBEA-3A832A3F5045}"/>
                </a:ext>
              </a:extLst>
            </p:cNvPr>
            <p:cNvSpPr>
              <a:spLocks noChangeArrowheads="1"/>
            </p:cNvSpPr>
            <p:nvPr/>
          </p:nvSpPr>
          <p:spPr bwMode="auto">
            <a:xfrm>
              <a:off x="7235825" y="4787429"/>
              <a:ext cx="263522" cy="3024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r>
                <a:rPr lang="en-US" altLang="zh-CN" sz="1600" b="1">
                  <a:solidFill>
                    <a:schemeClr val="tx1"/>
                  </a:solidFill>
                  <a:latin typeface="Times" panose="02020603050405020304" pitchFamily="18" charset="0"/>
                  <a:ea typeface="宋体" panose="02010600030101010101" pitchFamily="2" charset="-122"/>
                </a:rPr>
                <a:t>21</a:t>
              </a:r>
            </a:p>
          </p:txBody>
        </p:sp>
        <p:sp>
          <p:nvSpPr>
            <p:cNvPr id="60590" name="Line 174">
              <a:extLst>
                <a:ext uri="{FF2B5EF4-FFF2-40B4-BE49-F238E27FC236}">
                  <a16:creationId xmlns:a16="http://schemas.microsoft.com/office/drawing/2014/main" id="{DFB01E48-95D4-4759-A4F9-D08F981E672D}"/>
                </a:ext>
              </a:extLst>
            </p:cNvPr>
            <p:cNvSpPr>
              <a:spLocks noChangeShapeType="1"/>
            </p:cNvSpPr>
            <p:nvPr/>
          </p:nvSpPr>
          <p:spPr bwMode="auto">
            <a:xfrm>
              <a:off x="7491413" y="2539330"/>
              <a:ext cx="31750" cy="46038"/>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591" name="Line 175">
              <a:extLst>
                <a:ext uri="{FF2B5EF4-FFF2-40B4-BE49-F238E27FC236}">
                  <a16:creationId xmlns:a16="http://schemas.microsoft.com/office/drawing/2014/main" id="{F1CE2183-0A3A-43B1-985E-215E3E5CF90C}"/>
                </a:ext>
              </a:extLst>
            </p:cNvPr>
            <p:cNvSpPr>
              <a:spLocks noChangeShapeType="1"/>
            </p:cNvSpPr>
            <p:nvPr/>
          </p:nvSpPr>
          <p:spPr bwMode="auto">
            <a:xfrm>
              <a:off x="7570788" y="2632993"/>
              <a:ext cx="30162" cy="47625"/>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592" name="Line 176">
              <a:extLst>
                <a:ext uri="{FF2B5EF4-FFF2-40B4-BE49-F238E27FC236}">
                  <a16:creationId xmlns:a16="http://schemas.microsoft.com/office/drawing/2014/main" id="{52A01B2F-0AE9-4CCB-8C1B-609EEF3CEA62}"/>
                </a:ext>
              </a:extLst>
            </p:cNvPr>
            <p:cNvSpPr>
              <a:spLocks noChangeShapeType="1"/>
            </p:cNvSpPr>
            <p:nvPr/>
          </p:nvSpPr>
          <p:spPr bwMode="auto">
            <a:xfrm>
              <a:off x="7648575" y="2726655"/>
              <a:ext cx="31750" cy="47625"/>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593" name="Freeform 177">
              <a:extLst>
                <a:ext uri="{FF2B5EF4-FFF2-40B4-BE49-F238E27FC236}">
                  <a16:creationId xmlns:a16="http://schemas.microsoft.com/office/drawing/2014/main" id="{E439B493-9511-4312-ADC5-3383015173F9}"/>
                </a:ext>
              </a:extLst>
            </p:cNvPr>
            <p:cNvSpPr>
              <a:spLocks/>
            </p:cNvSpPr>
            <p:nvPr/>
          </p:nvSpPr>
          <p:spPr bwMode="auto">
            <a:xfrm>
              <a:off x="7712075" y="2821905"/>
              <a:ext cx="47625" cy="46038"/>
            </a:xfrm>
            <a:custGeom>
              <a:avLst/>
              <a:gdLst>
                <a:gd name="T0" fmla="*/ 0 w 3"/>
                <a:gd name="T1" fmla="*/ 0 h 3"/>
                <a:gd name="T2" fmla="*/ 2147483646 w 3"/>
                <a:gd name="T3" fmla="*/ 2147483646 h 3"/>
                <a:gd name="T4" fmla="*/ 2147483646 w 3"/>
                <a:gd name="T5" fmla="*/ 2147483646 h 3"/>
                <a:gd name="T6" fmla="*/ 0 60000 65536"/>
                <a:gd name="T7" fmla="*/ 0 60000 65536"/>
                <a:gd name="T8" fmla="*/ 0 60000 65536"/>
              </a:gdLst>
              <a:ahLst/>
              <a:cxnLst>
                <a:cxn ang="T6">
                  <a:pos x="T0" y="T1"/>
                </a:cxn>
                <a:cxn ang="T7">
                  <a:pos x="T2" y="T3"/>
                </a:cxn>
                <a:cxn ang="T8">
                  <a:pos x="T4" y="T5"/>
                </a:cxn>
              </a:cxnLst>
              <a:rect l="0" t="0" r="r" b="b"/>
              <a:pathLst>
                <a:path w="3" h="3">
                  <a:moveTo>
                    <a:pt x="0" y="0"/>
                  </a:moveTo>
                  <a:lnTo>
                    <a:pt x="1" y="1"/>
                  </a:lnTo>
                  <a:lnTo>
                    <a:pt x="3" y="3"/>
                  </a:lnTo>
                </a:path>
              </a:pathLst>
            </a:custGeom>
            <a:noFill/>
            <a:ln w="15875">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0594" name="Line 178">
              <a:extLst>
                <a:ext uri="{FF2B5EF4-FFF2-40B4-BE49-F238E27FC236}">
                  <a16:creationId xmlns:a16="http://schemas.microsoft.com/office/drawing/2014/main" id="{9CF21E50-AA70-48E3-A4FC-C09EDEE64E36}"/>
                </a:ext>
              </a:extLst>
            </p:cNvPr>
            <p:cNvSpPr>
              <a:spLocks noChangeShapeType="1"/>
            </p:cNvSpPr>
            <p:nvPr/>
          </p:nvSpPr>
          <p:spPr bwMode="auto">
            <a:xfrm>
              <a:off x="7789863" y="2915568"/>
              <a:ext cx="47625" cy="47625"/>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595" name="Line 179">
              <a:extLst>
                <a:ext uri="{FF2B5EF4-FFF2-40B4-BE49-F238E27FC236}">
                  <a16:creationId xmlns:a16="http://schemas.microsoft.com/office/drawing/2014/main" id="{263F36C7-1202-41F8-B14F-C51A0FD08EA8}"/>
                </a:ext>
              </a:extLst>
            </p:cNvPr>
            <p:cNvSpPr>
              <a:spLocks noChangeShapeType="1"/>
            </p:cNvSpPr>
            <p:nvPr/>
          </p:nvSpPr>
          <p:spPr bwMode="auto">
            <a:xfrm>
              <a:off x="7869238" y="3010818"/>
              <a:ext cx="47625" cy="46037"/>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596" name="Line 180">
              <a:extLst>
                <a:ext uri="{FF2B5EF4-FFF2-40B4-BE49-F238E27FC236}">
                  <a16:creationId xmlns:a16="http://schemas.microsoft.com/office/drawing/2014/main" id="{356E4F45-0255-4695-BCB9-85E45767EA02}"/>
                </a:ext>
              </a:extLst>
            </p:cNvPr>
            <p:cNvSpPr>
              <a:spLocks noChangeShapeType="1"/>
            </p:cNvSpPr>
            <p:nvPr/>
          </p:nvSpPr>
          <p:spPr bwMode="auto">
            <a:xfrm>
              <a:off x="7948613" y="3104480"/>
              <a:ext cx="30162" cy="47625"/>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597" name="Line 181">
              <a:extLst>
                <a:ext uri="{FF2B5EF4-FFF2-40B4-BE49-F238E27FC236}">
                  <a16:creationId xmlns:a16="http://schemas.microsoft.com/office/drawing/2014/main" id="{6DF0B8AF-A59A-40A8-B5A4-B576E11A24DF}"/>
                </a:ext>
              </a:extLst>
            </p:cNvPr>
            <p:cNvSpPr>
              <a:spLocks noChangeShapeType="1"/>
            </p:cNvSpPr>
            <p:nvPr/>
          </p:nvSpPr>
          <p:spPr bwMode="auto">
            <a:xfrm>
              <a:off x="8026400" y="3198143"/>
              <a:ext cx="31750" cy="47625"/>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598" name="Line 182">
              <a:extLst>
                <a:ext uri="{FF2B5EF4-FFF2-40B4-BE49-F238E27FC236}">
                  <a16:creationId xmlns:a16="http://schemas.microsoft.com/office/drawing/2014/main" id="{BC00C7A3-6F6F-4335-9CB7-04F4444281F3}"/>
                </a:ext>
              </a:extLst>
            </p:cNvPr>
            <p:cNvSpPr>
              <a:spLocks noChangeShapeType="1"/>
            </p:cNvSpPr>
            <p:nvPr/>
          </p:nvSpPr>
          <p:spPr bwMode="auto">
            <a:xfrm>
              <a:off x="8089900" y="3293393"/>
              <a:ext cx="31750" cy="47625"/>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599" name="Line 183">
              <a:extLst>
                <a:ext uri="{FF2B5EF4-FFF2-40B4-BE49-F238E27FC236}">
                  <a16:creationId xmlns:a16="http://schemas.microsoft.com/office/drawing/2014/main" id="{81203FC4-0DF4-45C1-B7E8-847F3C0CC7D4}"/>
                </a:ext>
              </a:extLst>
            </p:cNvPr>
            <p:cNvSpPr>
              <a:spLocks noChangeShapeType="1"/>
            </p:cNvSpPr>
            <p:nvPr/>
          </p:nvSpPr>
          <p:spPr bwMode="auto">
            <a:xfrm>
              <a:off x="8151813" y="3387055"/>
              <a:ext cx="31750" cy="47625"/>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600" name="Line 184">
              <a:extLst>
                <a:ext uri="{FF2B5EF4-FFF2-40B4-BE49-F238E27FC236}">
                  <a16:creationId xmlns:a16="http://schemas.microsoft.com/office/drawing/2014/main" id="{0110E29E-1D42-474A-90DD-F4CBE26EE146}"/>
                </a:ext>
              </a:extLst>
            </p:cNvPr>
            <p:cNvSpPr>
              <a:spLocks noChangeShapeType="1"/>
            </p:cNvSpPr>
            <p:nvPr/>
          </p:nvSpPr>
          <p:spPr bwMode="auto">
            <a:xfrm>
              <a:off x="8215313" y="3482305"/>
              <a:ext cx="31750" cy="46038"/>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601" name="Freeform 185">
              <a:extLst>
                <a:ext uri="{FF2B5EF4-FFF2-40B4-BE49-F238E27FC236}">
                  <a16:creationId xmlns:a16="http://schemas.microsoft.com/office/drawing/2014/main" id="{AC0C1ED1-628D-4CFB-8F56-CA64A06D1AEE}"/>
                </a:ext>
              </a:extLst>
            </p:cNvPr>
            <p:cNvSpPr>
              <a:spLocks/>
            </p:cNvSpPr>
            <p:nvPr/>
          </p:nvSpPr>
          <p:spPr bwMode="auto">
            <a:xfrm>
              <a:off x="8278813" y="3575968"/>
              <a:ext cx="31750" cy="47625"/>
            </a:xfrm>
            <a:custGeom>
              <a:avLst/>
              <a:gdLst>
                <a:gd name="T0" fmla="*/ 0 w 2"/>
                <a:gd name="T1" fmla="*/ 0 h 3"/>
                <a:gd name="T2" fmla="*/ 2147483646 w 2"/>
                <a:gd name="T3" fmla="*/ 2147483646 h 3"/>
                <a:gd name="T4" fmla="*/ 2147483646 w 2"/>
                <a:gd name="T5" fmla="*/ 2147483646 h 3"/>
                <a:gd name="T6" fmla="*/ 0 60000 65536"/>
                <a:gd name="T7" fmla="*/ 0 60000 65536"/>
                <a:gd name="T8" fmla="*/ 0 60000 65536"/>
              </a:gdLst>
              <a:ahLst/>
              <a:cxnLst>
                <a:cxn ang="T6">
                  <a:pos x="T0" y="T1"/>
                </a:cxn>
                <a:cxn ang="T7">
                  <a:pos x="T2" y="T3"/>
                </a:cxn>
                <a:cxn ang="T8">
                  <a:pos x="T4" y="T5"/>
                </a:cxn>
              </a:cxnLst>
              <a:rect l="0" t="0" r="r" b="b"/>
              <a:pathLst>
                <a:path w="2" h="3">
                  <a:moveTo>
                    <a:pt x="0" y="0"/>
                  </a:moveTo>
                  <a:lnTo>
                    <a:pt x="1" y="1"/>
                  </a:lnTo>
                  <a:lnTo>
                    <a:pt x="2" y="3"/>
                  </a:lnTo>
                </a:path>
              </a:pathLst>
            </a:custGeom>
            <a:noFill/>
            <a:ln w="15875">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0602" name="Line 186">
              <a:extLst>
                <a:ext uri="{FF2B5EF4-FFF2-40B4-BE49-F238E27FC236}">
                  <a16:creationId xmlns:a16="http://schemas.microsoft.com/office/drawing/2014/main" id="{46954629-1BA7-4EAF-BF02-4EFE30A497A1}"/>
                </a:ext>
              </a:extLst>
            </p:cNvPr>
            <p:cNvSpPr>
              <a:spLocks noChangeShapeType="1"/>
            </p:cNvSpPr>
            <p:nvPr/>
          </p:nvSpPr>
          <p:spPr bwMode="auto">
            <a:xfrm>
              <a:off x="8340725" y="3671218"/>
              <a:ext cx="31750" cy="46037"/>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603" name="Freeform 193">
              <a:extLst>
                <a:ext uri="{FF2B5EF4-FFF2-40B4-BE49-F238E27FC236}">
                  <a16:creationId xmlns:a16="http://schemas.microsoft.com/office/drawing/2014/main" id="{0DB44138-9E0D-43BC-A221-23C4A4298689}"/>
                </a:ext>
              </a:extLst>
            </p:cNvPr>
            <p:cNvSpPr>
              <a:spLocks/>
            </p:cNvSpPr>
            <p:nvPr/>
          </p:nvSpPr>
          <p:spPr bwMode="auto">
            <a:xfrm>
              <a:off x="8404225" y="3785716"/>
              <a:ext cx="15875" cy="63500"/>
            </a:xfrm>
            <a:custGeom>
              <a:avLst/>
              <a:gdLst>
                <a:gd name="T0" fmla="*/ 0 w 1"/>
                <a:gd name="T1" fmla="*/ 0 h 4"/>
                <a:gd name="T2" fmla="*/ 2147483646 w 1"/>
                <a:gd name="T3" fmla="*/ 2147483646 h 4"/>
                <a:gd name="T4" fmla="*/ 2147483646 w 1"/>
                <a:gd name="T5" fmla="*/ 2147483646 h 4"/>
                <a:gd name="T6" fmla="*/ 0 60000 65536"/>
                <a:gd name="T7" fmla="*/ 0 60000 65536"/>
                <a:gd name="T8" fmla="*/ 0 60000 65536"/>
              </a:gdLst>
              <a:ahLst/>
              <a:cxnLst>
                <a:cxn ang="T6">
                  <a:pos x="T0" y="T1"/>
                </a:cxn>
                <a:cxn ang="T7">
                  <a:pos x="T2" y="T3"/>
                </a:cxn>
                <a:cxn ang="T8">
                  <a:pos x="T4" y="T5"/>
                </a:cxn>
              </a:cxnLst>
              <a:rect l="0" t="0" r="r" b="b"/>
              <a:pathLst>
                <a:path w="1" h="4">
                  <a:moveTo>
                    <a:pt x="0" y="0"/>
                  </a:moveTo>
                  <a:lnTo>
                    <a:pt x="1" y="3"/>
                  </a:lnTo>
                  <a:lnTo>
                    <a:pt x="1" y="4"/>
                  </a:lnTo>
                </a:path>
              </a:pathLst>
            </a:custGeom>
            <a:noFill/>
            <a:ln w="15875">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0604" name="Line 198">
              <a:extLst>
                <a:ext uri="{FF2B5EF4-FFF2-40B4-BE49-F238E27FC236}">
                  <a16:creationId xmlns:a16="http://schemas.microsoft.com/office/drawing/2014/main" id="{35B282FB-29CE-405D-A618-E56013BBF93A}"/>
                </a:ext>
              </a:extLst>
            </p:cNvPr>
            <p:cNvSpPr>
              <a:spLocks noChangeShapeType="1"/>
            </p:cNvSpPr>
            <p:nvPr/>
          </p:nvSpPr>
          <p:spPr bwMode="auto">
            <a:xfrm>
              <a:off x="8532439" y="4149080"/>
              <a:ext cx="45467" cy="309687"/>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605" name="Line 199">
              <a:extLst>
                <a:ext uri="{FF2B5EF4-FFF2-40B4-BE49-F238E27FC236}">
                  <a16:creationId xmlns:a16="http://schemas.microsoft.com/office/drawing/2014/main" id="{7309D8A8-EC35-4EBF-B45A-CE83093E1D89}"/>
                </a:ext>
              </a:extLst>
            </p:cNvPr>
            <p:cNvSpPr>
              <a:spLocks noChangeShapeType="1"/>
            </p:cNvSpPr>
            <p:nvPr/>
          </p:nvSpPr>
          <p:spPr bwMode="auto">
            <a:xfrm flipH="1">
              <a:off x="8074025" y="4493741"/>
              <a:ext cx="15875" cy="6350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606" name="Line 200">
              <a:extLst>
                <a:ext uri="{FF2B5EF4-FFF2-40B4-BE49-F238E27FC236}">
                  <a16:creationId xmlns:a16="http://schemas.microsoft.com/office/drawing/2014/main" id="{15020DE5-F24A-42D1-8D98-D39EF7A0FF07}"/>
                </a:ext>
              </a:extLst>
            </p:cNvPr>
            <p:cNvSpPr>
              <a:spLocks noChangeShapeType="1"/>
            </p:cNvSpPr>
            <p:nvPr/>
          </p:nvSpPr>
          <p:spPr bwMode="auto">
            <a:xfrm>
              <a:off x="8058150" y="4619154"/>
              <a:ext cx="15875" cy="6350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607" name="Freeform 201">
              <a:extLst>
                <a:ext uri="{FF2B5EF4-FFF2-40B4-BE49-F238E27FC236}">
                  <a16:creationId xmlns:a16="http://schemas.microsoft.com/office/drawing/2014/main" id="{27AC9797-1C17-45B5-B621-F83874D0FBB1}"/>
                </a:ext>
              </a:extLst>
            </p:cNvPr>
            <p:cNvSpPr>
              <a:spLocks/>
            </p:cNvSpPr>
            <p:nvPr/>
          </p:nvSpPr>
          <p:spPr bwMode="auto">
            <a:xfrm>
              <a:off x="8089900" y="4744566"/>
              <a:ext cx="31750" cy="47625"/>
            </a:xfrm>
            <a:custGeom>
              <a:avLst/>
              <a:gdLst>
                <a:gd name="T0" fmla="*/ 0 w 2"/>
                <a:gd name="T1" fmla="*/ 0 h 3"/>
                <a:gd name="T2" fmla="*/ 0 w 2"/>
                <a:gd name="T3" fmla="*/ 2147483646 h 3"/>
                <a:gd name="T4" fmla="*/ 2147483646 w 2"/>
                <a:gd name="T5" fmla="*/ 2147483646 h 3"/>
                <a:gd name="T6" fmla="*/ 0 60000 65536"/>
                <a:gd name="T7" fmla="*/ 0 60000 65536"/>
                <a:gd name="T8" fmla="*/ 0 60000 65536"/>
              </a:gdLst>
              <a:ahLst/>
              <a:cxnLst>
                <a:cxn ang="T6">
                  <a:pos x="T0" y="T1"/>
                </a:cxn>
                <a:cxn ang="T7">
                  <a:pos x="T2" y="T3"/>
                </a:cxn>
                <a:cxn ang="T8">
                  <a:pos x="T4" y="T5"/>
                </a:cxn>
              </a:cxnLst>
              <a:rect l="0" t="0" r="r" b="b"/>
              <a:pathLst>
                <a:path w="2" h="3">
                  <a:moveTo>
                    <a:pt x="0" y="0"/>
                  </a:moveTo>
                  <a:lnTo>
                    <a:pt x="0" y="1"/>
                  </a:lnTo>
                  <a:lnTo>
                    <a:pt x="2" y="3"/>
                  </a:lnTo>
                </a:path>
              </a:pathLst>
            </a:custGeom>
            <a:noFill/>
            <a:ln w="15875">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0608" name="Freeform 202">
              <a:extLst>
                <a:ext uri="{FF2B5EF4-FFF2-40B4-BE49-F238E27FC236}">
                  <a16:creationId xmlns:a16="http://schemas.microsoft.com/office/drawing/2014/main" id="{D0A145C2-B48C-4308-8CD2-80E429AFB677}"/>
                </a:ext>
              </a:extLst>
            </p:cNvPr>
            <p:cNvSpPr>
              <a:spLocks/>
            </p:cNvSpPr>
            <p:nvPr/>
          </p:nvSpPr>
          <p:spPr bwMode="auto">
            <a:xfrm>
              <a:off x="8151813" y="4839816"/>
              <a:ext cx="47625" cy="31750"/>
            </a:xfrm>
            <a:custGeom>
              <a:avLst/>
              <a:gdLst>
                <a:gd name="T0" fmla="*/ 0 w 3"/>
                <a:gd name="T1" fmla="*/ 0 h 2"/>
                <a:gd name="T2" fmla="*/ 2147483646 w 3"/>
                <a:gd name="T3" fmla="*/ 2147483646 h 2"/>
                <a:gd name="T4" fmla="*/ 2147483646 w 3"/>
                <a:gd name="T5" fmla="*/ 2147483646 h 2"/>
                <a:gd name="T6" fmla="*/ 0 60000 65536"/>
                <a:gd name="T7" fmla="*/ 0 60000 65536"/>
                <a:gd name="T8" fmla="*/ 0 60000 65536"/>
              </a:gdLst>
              <a:ahLst/>
              <a:cxnLst>
                <a:cxn ang="T6">
                  <a:pos x="T0" y="T1"/>
                </a:cxn>
                <a:cxn ang="T7">
                  <a:pos x="T2" y="T3"/>
                </a:cxn>
                <a:cxn ang="T8">
                  <a:pos x="T4" y="T5"/>
                </a:cxn>
              </a:cxnLst>
              <a:rect l="0" t="0" r="r" b="b"/>
              <a:pathLst>
                <a:path w="3" h="2">
                  <a:moveTo>
                    <a:pt x="0" y="0"/>
                  </a:moveTo>
                  <a:lnTo>
                    <a:pt x="1" y="1"/>
                  </a:lnTo>
                  <a:lnTo>
                    <a:pt x="3" y="2"/>
                  </a:lnTo>
                </a:path>
              </a:pathLst>
            </a:custGeom>
            <a:noFill/>
            <a:ln w="15875">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0609" name="Freeform 204">
              <a:extLst>
                <a:ext uri="{FF2B5EF4-FFF2-40B4-BE49-F238E27FC236}">
                  <a16:creationId xmlns:a16="http://schemas.microsoft.com/office/drawing/2014/main" id="{BC1A4928-A10F-4245-8361-74EC52A4D0EB}"/>
                </a:ext>
              </a:extLst>
            </p:cNvPr>
            <p:cNvSpPr>
              <a:spLocks/>
            </p:cNvSpPr>
            <p:nvPr/>
          </p:nvSpPr>
          <p:spPr bwMode="auto">
            <a:xfrm flipV="1">
              <a:off x="8310562" y="4797152"/>
              <a:ext cx="149551" cy="77469"/>
            </a:xfrm>
            <a:custGeom>
              <a:avLst/>
              <a:gdLst>
                <a:gd name="T0" fmla="*/ 0 w 4"/>
                <a:gd name="T1" fmla="*/ 0 h 1"/>
                <a:gd name="T2" fmla="*/ 2147483646 w 4"/>
                <a:gd name="T3" fmla="*/ 2147483646 h 1"/>
                <a:gd name="T4" fmla="*/ 2147483646 w 4"/>
                <a:gd name="T5" fmla="*/ 2147483646 h 1"/>
                <a:gd name="T6" fmla="*/ 0 60000 65536"/>
                <a:gd name="T7" fmla="*/ 0 60000 65536"/>
                <a:gd name="T8" fmla="*/ 0 60000 65536"/>
              </a:gdLst>
              <a:ahLst/>
              <a:cxnLst>
                <a:cxn ang="T6">
                  <a:pos x="T0" y="T1"/>
                </a:cxn>
                <a:cxn ang="T7">
                  <a:pos x="T2" y="T3"/>
                </a:cxn>
                <a:cxn ang="T8">
                  <a:pos x="T4" y="T5"/>
                </a:cxn>
              </a:cxnLst>
              <a:rect l="0" t="0" r="r" b="b"/>
              <a:pathLst>
                <a:path w="4" h="1">
                  <a:moveTo>
                    <a:pt x="0" y="0"/>
                  </a:moveTo>
                  <a:lnTo>
                    <a:pt x="2" y="1"/>
                  </a:lnTo>
                  <a:lnTo>
                    <a:pt x="4" y="1"/>
                  </a:lnTo>
                </a:path>
              </a:pathLst>
            </a:custGeom>
            <a:noFill/>
            <a:ln w="15875">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0610" name="Freeform 205">
              <a:extLst>
                <a:ext uri="{FF2B5EF4-FFF2-40B4-BE49-F238E27FC236}">
                  <a16:creationId xmlns:a16="http://schemas.microsoft.com/office/drawing/2014/main" id="{168C6D3F-72D9-41F6-B10B-F2C5CBAEC521}"/>
                </a:ext>
              </a:extLst>
            </p:cNvPr>
            <p:cNvSpPr>
              <a:spLocks/>
            </p:cNvSpPr>
            <p:nvPr/>
          </p:nvSpPr>
          <p:spPr bwMode="auto">
            <a:xfrm>
              <a:off x="8244408" y="4869160"/>
              <a:ext cx="63500" cy="1587"/>
            </a:xfrm>
            <a:custGeom>
              <a:avLst/>
              <a:gdLst>
                <a:gd name="T0" fmla="*/ 0 w 4"/>
                <a:gd name="T1" fmla="*/ 0 h 1587"/>
                <a:gd name="T2" fmla="*/ 2147483646 w 4"/>
                <a:gd name="T3" fmla="*/ 0 h 1587"/>
                <a:gd name="T4" fmla="*/ 2147483646 w 4"/>
                <a:gd name="T5" fmla="*/ 0 h 1587"/>
                <a:gd name="T6" fmla="*/ 0 60000 65536"/>
                <a:gd name="T7" fmla="*/ 0 60000 65536"/>
                <a:gd name="T8" fmla="*/ 0 60000 65536"/>
              </a:gdLst>
              <a:ahLst/>
              <a:cxnLst>
                <a:cxn ang="T6">
                  <a:pos x="T0" y="T1"/>
                </a:cxn>
                <a:cxn ang="T7">
                  <a:pos x="T2" y="T3"/>
                </a:cxn>
                <a:cxn ang="T8">
                  <a:pos x="T4" y="T5"/>
                </a:cxn>
              </a:cxnLst>
              <a:rect l="0" t="0" r="r" b="b"/>
              <a:pathLst>
                <a:path w="4" h="1587">
                  <a:moveTo>
                    <a:pt x="0" y="0"/>
                  </a:moveTo>
                  <a:lnTo>
                    <a:pt x="3" y="0"/>
                  </a:lnTo>
                  <a:lnTo>
                    <a:pt x="4" y="0"/>
                  </a:lnTo>
                </a:path>
              </a:pathLst>
            </a:custGeom>
            <a:noFill/>
            <a:ln w="15875">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0611" name="Line 206">
              <a:extLst>
                <a:ext uri="{FF2B5EF4-FFF2-40B4-BE49-F238E27FC236}">
                  <a16:creationId xmlns:a16="http://schemas.microsoft.com/office/drawing/2014/main" id="{CFC38626-2D72-4122-BAB7-34DE92CDAF45}"/>
                </a:ext>
              </a:extLst>
            </p:cNvPr>
            <p:cNvSpPr>
              <a:spLocks noChangeShapeType="1"/>
            </p:cNvSpPr>
            <p:nvPr/>
          </p:nvSpPr>
          <p:spPr bwMode="auto">
            <a:xfrm flipV="1">
              <a:off x="8460432" y="4727550"/>
              <a:ext cx="46038" cy="30163"/>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612" name="Line 207">
              <a:extLst>
                <a:ext uri="{FF2B5EF4-FFF2-40B4-BE49-F238E27FC236}">
                  <a16:creationId xmlns:a16="http://schemas.microsoft.com/office/drawing/2014/main" id="{8984AC70-3EC6-4E06-82C5-81188CDD4EFE}"/>
                </a:ext>
              </a:extLst>
            </p:cNvPr>
            <p:cNvSpPr>
              <a:spLocks noChangeShapeType="1"/>
            </p:cNvSpPr>
            <p:nvPr/>
          </p:nvSpPr>
          <p:spPr bwMode="auto">
            <a:xfrm flipV="1">
              <a:off x="8554095" y="4632300"/>
              <a:ext cx="47625" cy="47625"/>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613" name="Line 208">
              <a:extLst>
                <a:ext uri="{FF2B5EF4-FFF2-40B4-BE49-F238E27FC236}">
                  <a16:creationId xmlns:a16="http://schemas.microsoft.com/office/drawing/2014/main" id="{34C9D975-2C5E-4D29-9BEC-C704BE81FF5A}"/>
                </a:ext>
              </a:extLst>
            </p:cNvPr>
            <p:cNvSpPr>
              <a:spLocks noChangeShapeType="1"/>
            </p:cNvSpPr>
            <p:nvPr/>
          </p:nvSpPr>
          <p:spPr bwMode="auto">
            <a:xfrm flipH="1" flipV="1">
              <a:off x="8460432" y="3933408"/>
              <a:ext cx="46038" cy="143664"/>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614" name="Line 209">
              <a:extLst>
                <a:ext uri="{FF2B5EF4-FFF2-40B4-BE49-F238E27FC236}">
                  <a16:creationId xmlns:a16="http://schemas.microsoft.com/office/drawing/2014/main" id="{9A2542AE-CBF1-4AB7-8224-109EA2BDE5F6}"/>
                </a:ext>
              </a:extLst>
            </p:cNvPr>
            <p:cNvSpPr>
              <a:spLocks noChangeShapeType="1"/>
            </p:cNvSpPr>
            <p:nvPr/>
          </p:nvSpPr>
          <p:spPr bwMode="auto">
            <a:xfrm flipH="1" flipV="1">
              <a:off x="8577907" y="4581128"/>
              <a:ext cx="13470"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615" name="Rectangle 210">
              <a:extLst>
                <a:ext uri="{FF2B5EF4-FFF2-40B4-BE49-F238E27FC236}">
                  <a16:creationId xmlns:a16="http://schemas.microsoft.com/office/drawing/2014/main" id="{2DBD8700-C337-4E3D-9795-F3BF0F9F2E8C}"/>
                </a:ext>
              </a:extLst>
            </p:cNvPr>
            <p:cNvSpPr>
              <a:spLocks noChangeArrowheads="1"/>
            </p:cNvSpPr>
            <p:nvPr/>
          </p:nvSpPr>
          <p:spPr bwMode="auto">
            <a:xfrm>
              <a:off x="8001793" y="2821905"/>
              <a:ext cx="128588" cy="3024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r>
                <a:rPr lang="en-US" altLang="zh-CN" sz="1600" b="1">
                  <a:solidFill>
                    <a:schemeClr val="tx1"/>
                  </a:solidFill>
                  <a:latin typeface="Times" panose="02020603050405020304" pitchFamily="18" charset="0"/>
                  <a:ea typeface="宋体" panose="02010600030101010101" pitchFamily="2" charset="-122"/>
                </a:rPr>
                <a:t>a</a:t>
              </a:r>
            </a:p>
          </p:txBody>
        </p:sp>
        <p:sp>
          <p:nvSpPr>
            <p:cNvPr id="60616" name="Rectangle 211">
              <a:extLst>
                <a:ext uri="{FF2B5EF4-FFF2-40B4-BE49-F238E27FC236}">
                  <a16:creationId xmlns:a16="http://schemas.microsoft.com/office/drawing/2014/main" id="{0754826A-311E-49B3-AA31-361CE07051FE}"/>
                </a:ext>
              </a:extLst>
            </p:cNvPr>
            <p:cNvSpPr>
              <a:spLocks noChangeArrowheads="1"/>
            </p:cNvSpPr>
            <p:nvPr/>
          </p:nvSpPr>
          <p:spPr bwMode="auto">
            <a:xfrm>
              <a:off x="6530975" y="2710780"/>
              <a:ext cx="131761" cy="3024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r>
                <a:rPr lang="en-US" altLang="zh-CN" sz="1600" b="1">
                  <a:solidFill>
                    <a:schemeClr val="tx1"/>
                  </a:solidFill>
                  <a:latin typeface="Times" panose="02020603050405020304" pitchFamily="18" charset="0"/>
                  <a:ea typeface="宋体" panose="02010600030101010101" pitchFamily="2" charset="-122"/>
                </a:rPr>
                <a:t>8</a:t>
              </a:r>
            </a:p>
          </p:txBody>
        </p:sp>
        <p:sp>
          <p:nvSpPr>
            <p:cNvPr id="60617" name="Rectangle 212">
              <a:extLst>
                <a:ext uri="{FF2B5EF4-FFF2-40B4-BE49-F238E27FC236}">
                  <a16:creationId xmlns:a16="http://schemas.microsoft.com/office/drawing/2014/main" id="{085D755C-6711-48CA-8623-CD7E95352411}"/>
                </a:ext>
              </a:extLst>
            </p:cNvPr>
            <p:cNvSpPr>
              <a:spLocks noChangeArrowheads="1"/>
            </p:cNvSpPr>
            <p:nvPr/>
          </p:nvSpPr>
          <p:spPr bwMode="auto">
            <a:xfrm>
              <a:off x="7113588" y="2710780"/>
              <a:ext cx="131761" cy="3024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a:lnSpc>
                  <a:spcPct val="150000"/>
                </a:lnSpc>
                <a:spcAft>
                  <a:spcPts val="300"/>
                </a:spcAft>
                <a:buClr>
                  <a:srgbClr val="C00000"/>
                </a:buClr>
                <a:buSzPct val="90000"/>
                <a:buFont typeface="Wingdings" panose="05000000000000000000" pitchFamily="2" charset="2"/>
                <a:buChar char="n"/>
                <a:defRPr sz="2400">
                  <a:solidFill>
                    <a:srgbClr val="404040"/>
                  </a:solidFill>
                  <a:latin typeface="微软雅黑" panose="020B0503020204020204" pitchFamily="34" charset="-122"/>
                  <a:ea typeface="微软雅黑" panose="020B0503020204020204" pitchFamily="34" charset="-122"/>
                </a:defRPr>
              </a:lvl1pPr>
              <a:lvl2pPr marL="742950" indent="-285750">
                <a:lnSpc>
                  <a:spcPct val="150000"/>
                </a:lnSpc>
                <a:spcAft>
                  <a:spcPts val="300"/>
                </a:spcAft>
                <a:buClr>
                  <a:srgbClr val="FF33CC"/>
                </a:buClr>
                <a:buSzPct val="90000"/>
                <a:buFont typeface="Wingdings" panose="05000000000000000000" pitchFamily="2" charset="2"/>
                <a:buChar char="u"/>
                <a:defRPr sz="2200">
                  <a:solidFill>
                    <a:schemeClr val="tx1"/>
                  </a:solidFill>
                  <a:latin typeface="幼圆" panose="02010509060101010101" pitchFamily="49" charset="-122"/>
                  <a:ea typeface="幼圆" panose="02010509060101010101" pitchFamily="49" charset="-122"/>
                </a:defRPr>
              </a:lvl2pPr>
              <a:lvl3pPr marL="1143000" indent="-228600">
                <a:lnSpc>
                  <a:spcPct val="150000"/>
                </a:lnSpc>
                <a:spcAft>
                  <a:spcPts val="300"/>
                </a:spcAft>
                <a:buClr>
                  <a:srgbClr val="0000FF"/>
                </a:buClr>
                <a:buSzPct val="90000"/>
                <a:buFont typeface="Wingdings" panose="05000000000000000000" pitchFamily="2" charset="2"/>
                <a:buChar char="p"/>
                <a:defRPr sz="2000">
                  <a:solidFill>
                    <a:schemeClr val="tx1"/>
                  </a:solidFill>
                  <a:latin typeface="宋体" panose="02010600030101010101" pitchFamily="2" charset="-122"/>
                  <a:ea typeface="宋体" panose="02010600030101010101" pitchFamily="2" charset="-122"/>
                </a:defRPr>
              </a:lvl3pPr>
              <a:lvl4pPr marL="1600200" indent="-228600">
                <a:lnSpc>
                  <a:spcPct val="150000"/>
                </a:lnSpc>
                <a:spcAft>
                  <a:spcPts val="300"/>
                </a:spcAft>
                <a:buClr>
                  <a:srgbClr val="00B050"/>
                </a:buClr>
                <a:buFont typeface="Wingdings" panose="05000000000000000000" pitchFamily="2" charset="2"/>
                <a:buChar char="Ø"/>
                <a:defRPr>
                  <a:solidFill>
                    <a:schemeClr val="tx1"/>
                  </a:solidFill>
                  <a:latin typeface="Calibri" panose="020F0502020204030204" pitchFamily="34" charset="0"/>
                  <a:ea typeface="仿宋_GB2312" pitchFamily="49" charset="-122"/>
                </a:defRPr>
              </a:lvl4pPr>
              <a:lvl5pPr marL="2057400" indent="-228600">
                <a:lnSpc>
                  <a:spcPct val="150000"/>
                </a:lnSpc>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5pPr>
              <a:lvl6pPr marL="25146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6pPr>
              <a:lvl7pPr marL="29718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7pPr>
              <a:lvl8pPr marL="34290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8pPr>
              <a:lvl9pPr marL="3886200" indent="-228600" eaLnBrk="0" fontAlgn="base" hangingPunct="0">
                <a:lnSpc>
                  <a:spcPct val="150000"/>
                </a:lnSpc>
                <a:spcBef>
                  <a:spcPct val="0"/>
                </a:spcBef>
                <a:spcAft>
                  <a:spcPts val="300"/>
                </a:spcAft>
                <a:buFont typeface="Arial" panose="020B0604020202020204" pitchFamily="34" charset="0"/>
                <a:buChar char="»"/>
                <a:defRPr>
                  <a:solidFill>
                    <a:schemeClr val="tx1"/>
                  </a:solidFill>
                  <a:latin typeface="Calibri" panose="020F0502020204030204" pitchFamily="34" charset="0"/>
                  <a:ea typeface="仿宋_GB2312" pitchFamily="49" charset="-122"/>
                </a:defRPr>
              </a:lvl9pPr>
            </a:lstStyle>
            <a:p>
              <a:pPr eaLnBrk="1" hangingPunct="1">
                <a:lnSpc>
                  <a:spcPct val="100000"/>
                </a:lnSpc>
                <a:spcAft>
                  <a:spcPct val="0"/>
                </a:spcAft>
                <a:buClrTx/>
                <a:buSzTx/>
                <a:buFontTx/>
                <a:buNone/>
              </a:pPr>
              <a:r>
                <a:rPr lang="en-US" altLang="zh-CN" sz="1600" b="1">
                  <a:solidFill>
                    <a:schemeClr val="tx1"/>
                  </a:solidFill>
                  <a:latin typeface="Times" panose="02020603050405020304" pitchFamily="18" charset="0"/>
                  <a:ea typeface="宋体" panose="02010600030101010101" pitchFamily="2" charset="-122"/>
                </a:rPr>
                <a:t>9</a:t>
              </a:r>
            </a:p>
          </p:txBody>
        </p:sp>
        <p:sp>
          <p:nvSpPr>
            <p:cNvPr id="60618" name="Freeform 213">
              <a:extLst>
                <a:ext uri="{FF2B5EF4-FFF2-40B4-BE49-F238E27FC236}">
                  <a16:creationId xmlns:a16="http://schemas.microsoft.com/office/drawing/2014/main" id="{ACA555A1-B6AE-4A0B-9C2D-F06982D21637}"/>
                </a:ext>
              </a:extLst>
            </p:cNvPr>
            <p:cNvSpPr>
              <a:spLocks/>
            </p:cNvSpPr>
            <p:nvPr/>
          </p:nvSpPr>
          <p:spPr bwMode="auto">
            <a:xfrm>
              <a:off x="7491413" y="2539330"/>
              <a:ext cx="157162" cy="171450"/>
            </a:xfrm>
            <a:custGeom>
              <a:avLst/>
              <a:gdLst>
                <a:gd name="T0" fmla="*/ 2147483646 w 99"/>
                <a:gd name="T1" fmla="*/ 2147483646 h 108"/>
                <a:gd name="T2" fmla="*/ 2147483646 w 99"/>
                <a:gd name="T3" fmla="*/ 2147483646 h 108"/>
                <a:gd name="T4" fmla="*/ 2147483646 w 99"/>
                <a:gd name="T5" fmla="*/ 2147483646 h 108"/>
                <a:gd name="T6" fmla="*/ 0 w 99"/>
                <a:gd name="T7" fmla="*/ 0 h 108"/>
                <a:gd name="T8" fmla="*/ 2147483646 w 99"/>
                <a:gd name="T9" fmla="*/ 2147483646 h 1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9" h="108">
                  <a:moveTo>
                    <a:pt x="99" y="79"/>
                  </a:moveTo>
                  <a:lnTo>
                    <a:pt x="60" y="79"/>
                  </a:lnTo>
                  <a:lnTo>
                    <a:pt x="60" y="108"/>
                  </a:lnTo>
                  <a:lnTo>
                    <a:pt x="0" y="0"/>
                  </a:lnTo>
                  <a:lnTo>
                    <a:pt x="99" y="79"/>
                  </a:lnTo>
                  <a:close/>
                </a:path>
              </a:pathLst>
            </a:custGeom>
            <a:solidFill>
              <a:srgbClr val="FFFF00"/>
            </a:solidFill>
            <a:ln w="158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0619" name="Freeform 214">
              <a:extLst>
                <a:ext uri="{FF2B5EF4-FFF2-40B4-BE49-F238E27FC236}">
                  <a16:creationId xmlns:a16="http://schemas.microsoft.com/office/drawing/2014/main" id="{438AA00C-BCBA-46B6-9037-4735FCDF9AE5}"/>
                </a:ext>
              </a:extLst>
            </p:cNvPr>
            <p:cNvSpPr>
              <a:spLocks/>
            </p:cNvSpPr>
            <p:nvPr/>
          </p:nvSpPr>
          <p:spPr bwMode="auto">
            <a:xfrm>
              <a:off x="4092575" y="4635029"/>
              <a:ext cx="125413" cy="188912"/>
            </a:xfrm>
            <a:custGeom>
              <a:avLst/>
              <a:gdLst>
                <a:gd name="T0" fmla="*/ 2147483646 w 79"/>
                <a:gd name="T1" fmla="*/ 2147483646 h 119"/>
                <a:gd name="T2" fmla="*/ 2147483646 w 79"/>
                <a:gd name="T3" fmla="*/ 2147483646 h 119"/>
                <a:gd name="T4" fmla="*/ 0 w 79"/>
                <a:gd name="T5" fmla="*/ 2147483646 h 119"/>
                <a:gd name="T6" fmla="*/ 2147483646 w 79"/>
                <a:gd name="T7" fmla="*/ 0 h 119"/>
                <a:gd name="T8" fmla="*/ 2147483646 w 79"/>
                <a:gd name="T9" fmla="*/ 2147483646 h 1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 h="119">
                  <a:moveTo>
                    <a:pt x="39" y="119"/>
                  </a:moveTo>
                  <a:lnTo>
                    <a:pt x="29" y="89"/>
                  </a:lnTo>
                  <a:lnTo>
                    <a:pt x="0" y="99"/>
                  </a:lnTo>
                  <a:lnTo>
                    <a:pt x="79" y="0"/>
                  </a:lnTo>
                  <a:lnTo>
                    <a:pt x="39" y="119"/>
                  </a:lnTo>
                  <a:close/>
                </a:path>
              </a:pathLst>
            </a:custGeom>
            <a:solidFill>
              <a:srgbClr val="FFFF00"/>
            </a:solidFill>
            <a:ln w="158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0620" name="Line 220">
              <a:extLst>
                <a:ext uri="{FF2B5EF4-FFF2-40B4-BE49-F238E27FC236}">
                  <a16:creationId xmlns:a16="http://schemas.microsoft.com/office/drawing/2014/main" id="{7E79F35A-45CF-4CDD-96B5-059953EAFC7E}"/>
                </a:ext>
              </a:extLst>
            </p:cNvPr>
            <p:cNvSpPr>
              <a:spLocks noChangeShapeType="1"/>
            </p:cNvSpPr>
            <p:nvPr/>
          </p:nvSpPr>
          <p:spPr bwMode="auto">
            <a:xfrm flipH="1">
              <a:off x="2814638" y="2564904"/>
              <a:ext cx="1279524" cy="13621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0621" name="Line 221">
              <a:extLst>
                <a:ext uri="{FF2B5EF4-FFF2-40B4-BE49-F238E27FC236}">
                  <a16:creationId xmlns:a16="http://schemas.microsoft.com/office/drawing/2014/main" id="{E9E149C4-D5A6-41E9-B426-59C46B105E23}"/>
                </a:ext>
              </a:extLst>
            </p:cNvPr>
            <p:cNvSpPr>
              <a:spLocks noChangeShapeType="1"/>
            </p:cNvSpPr>
            <p:nvPr/>
          </p:nvSpPr>
          <p:spPr bwMode="auto">
            <a:xfrm>
              <a:off x="4643437" y="2555205"/>
              <a:ext cx="463549" cy="138271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208" name="标题 1">
            <a:extLst>
              <a:ext uri="{FF2B5EF4-FFF2-40B4-BE49-F238E27FC236}">
                <a16:creationId xmlns:a16="http://schemas.microsoft.com/office/drawing/2014/main" id="{D7FC00CA-EE2E-43E8-B162-9174991248AE}"/>
              </a:ext>
            </a:extLst>
          </p:cNvPr>
          <p:cNvSpPr>
            <a:spLocks noGrp="1"/>
          </p:cNvSpPr>
          <p:nvPr>
            <p:ph type="title"/>
          </p:nvPr>
        </p:nvSpPr>
        <p:spPr>
          <a:xfrm>
            <a:off x="1076325" y="114300"/>
            <a:ext cx="9797323" cy="706438"/>
          </a:xfrm>
        </p:spPr>
        <p:txBody>
          <a:bodyPr>
            <a:normAutofit/>
          </a:bodyPr>
          <a:lstStyle/>
          <a:p>
            <a:r>
              <a:rPr lang="en-US" altLang="zh-CN" dirty="0"/>
              <a:t>9</a:t>
            </a:r>
            <a:r>
              <a:rPr lang="en-US" altLang="zh-CN" dirty="0">
                <a:sym typeface="+mn-ea"/>
              </a:rPr>
              <a:t>.4.1  </a:t>
            </a:r>
            <a:r>
              <a:rPr lang="zh-CN" altLang="en-US" dirty="0"/>
              <a:t>文件共享</a:t>
            </a:r>
          </a:p>
        </p:txBody>
      </p:sp>
    </p:spTree>
  </p:cSld>
  <p:clrMapOvr>
    <a:masterClrMapping/>
  </p:clrMapOvr>
  <p:transition>
    <p:random/>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9</a:t>
            </a:r>
            <a:r>
              <a:rPr lang="en-US" altLang="zh-CN" dirty="0">
                <a:sym typeface="+mn-ea"/>
              </a:rPr>
              <a:t>.4.1  </a:t>
            </a:r>
            <a:r>
              <a:rPr lang="zh-CN" altLang="en-US" dirty="0"/>
              <a:t>文件共享</a:t>
            </a:r>
          </a:p>
        </p:txBody>
      </p:sp>
      <p:sp>
        <p:nvSpPr>
          <p:cNvPr id="3" name="内容占位符 2"/>
          <p:cNvSpPr>
            <a:spLocks noGrp="1"/>
          </p:cNvSpPr>
          <p:nvPr>
            <p:ph idx="1"/>
          </p:nvPr>
        </p:nvSpPr>
        <p:spPr>
          <a:xfrm>
            <a:off x="610031" y="766204"/>
            <a:ext cx="11291023" cy="1667720"/>
          </a:xfrm>
        </p:spPr>
        <p:txBody>
          <a:bodyPr>
            <a:normAutofit fontScale="97500"/>
          </a:bodyPr>
          <a:lstStyle/>
          <a:p>
            <a:pPr marL="0" indent="0">
              <a:lnSpc>
                <a:spcPct val="120000"/>
              </a:lnSpc>
              <a:spcAft>
                <a:spcPts val="600"/>
              </a:spcAft>
              <a:buNone/>
            </a:pPr>
            <a:r>
              <a:rPr lang="en-US" altLang="zh-CN" sz="2200" b="1" dirty="0"/>
              <a:t> 3. </a:t>
            </a:r>
            <a:r>
              <a:rPr lang="zh-CN" altLang="zh-CN" sz="2200" b="1" dirty="0"/>
              <a:t>基于索引结点共享法</a:t>
            </a:r>
            <a:endParaRPr lang="zh-CN" altLang="zh-CN" sz="2200" dirty="0"/>
          </a:p>
          <a:p>
            <a:pPr marL="0" indent="0">
              <a:lnSpc>
                <a:spcPct val="120000"/>
              </a:lnSpc>
              <a:spcAft>
                <a:spcPts val="600"/>
              </a:spcAft>
              <a:buNone/>
            </a:pPr>
            <a:r>
              <a:rPr lang="en-US" altLang="zh-CN" sz="2100" dirty="0"/>
              <a:t>      </a:t>
            </a:r>
            <a:r>
              <a:rPr lang="zh-CN" altLang="zh-CN" sz="2100" dirty="0"/>
              <a:t>有了索引结点，一个文件信息在磁盘上就分为三部分：目录项、索引结点和文件本身。在文件目录中只设置文件名及指向相应索引结点的指针，如图</a:t>
            </a:r>
            <a:r>
              <a:rPr lang="en-US" altLang="zh-CN" sz="2100" dirty="0"/>
              <a:t>9-11</a:t>
            </a:r>
            <a:r>
              <a:rPr lang="zh-CN" altLang="zh-CN" sz="2100" dirty="0"/>
              <a:t>所示。索引结点中还有一个链接计数</a:t>
            </a:r>
            <a:r>
              <a:rPr lang="en-US" altLang="zh-CN" sz="2100" dirty="0"/>
              <a:t>count</a:t>
            </a:r>
            <a:r>
              <a:rPr lang="zh-CN" altLang="zh-CN" sz="2100" dirty="0"/>
              <a:t>，用于表示链接到本索引结点上的用户目录项的数目。</a:t>
            </a:r>
          </a:p>
        </p:txBody>
      </p:sp>
      <p:graphicFrame>
        <p:nvGraphicFramePr>
          <p:cNvPr id="5" name="对象 4"/>
          <p:cNvGraphicFramePr>
            <a:graphicFrameLocks noChangeAspect="1"/>
          </p:cNvGraphicFramePr>
          <p:nvPr>
            <p:extLst>
              <p:ext uri="{D42A27DB-BD31-4B8C-83A1-F6EECF244321}">
                <p14:modId xmlns:p14="http://schemas.microsoft.com/office/powerpoint/2010/main" val="3229770176"/>
              </p:ext>
            </p:extLst>
          </p:nvPr>
        </p:nvGraphicFramePr>
        <p:xfrm>
          <a:off x="1402034" y="2351740"/>
          <a:ext cx="5054922" cy="4391890"/>
        </p:xfrm>
        <a:graphic>
          <a:graphicData uri="http://schemas.openxmlformats.org/presentationml/2006/ole">
            <mc:AlternateContent xmlns:mc="http://schemas.openxmlformats.org/markup-compatibility/2006">
              <mc:Choice xmlns:v="urn:schemas-microsoft-com:vml" Requires="v">
                <p:oleObj name="Visio" r:id="rId3" imgW="4110990" imgH="3686810" progId="Visio.Drawing.15">
                  <p:embed/>
                </p:oleObj>
              </mc:Choice>
              <mc:Fallback>
                <p:oleObj name="Visio" r:id="rId3" imgW="4110990" imgH="3686810" progId="Visio.Drawing.15">
                  <p:embed/>
                  <p:pic>
                    <p:nvPicPr>
                      <p:cNvPr id="0" name="对象 18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2034" y="2351740"/>
                        <a:ext cx="5054922" cy="4391890"/>
                      </a:xfrm>
                      <a:prstGeom prst="rect">
                        <a:avLst/>
                      </a:prstGeom>
                      <a:noFill/>
                    </p:spPr>
                  </p:pic>
                </p:oleObj>
              </mc:Fallback>
            </mc:AlternateContent>
          </a:graphicData>
        </a:graphic>
      </p:graphicFrame>
      <p:sp>
        <p:nvSpPr>
          <p:cNvPr id="4" name="文本框 3">
            <a:extLst>
              <a:ext uri="{FF2B5EF4-FFF2-40B4-BE49-F238E27FC236}">
                <a16:creationId xmlns:a16="http://schemas.microsoft.com/office/drawing/2014/main" id="{18900C16-31E2-4394-B39E-A92E512FC8B5}"/>
              </a:ext>
            </a:extLst>
          </p:cNvPr>
          <p:cNvSpPr txBox="1"/>
          <p:nvPr/>
        </p:nvSpPr>
        <p:spPr>
          <a:xfrm>
            <a:off x="6841475" y="3062689"/>
            <a:ext cx="4461831" cy="1289905"/>
          </a:xfrm>
          <a:prstGeom prst="rect">
            <a:avLst/>
          </a:prstGeom>
          <a:noFill/>
        </p:spPr>
        <p:txBody>
          <a:bodyPr wrap="square" rtlCol="0">
            <a:spAutoFit/>
          </a:bodyPr>
          <a:lstStyle/>
          <a:p>
            <a:pPr>
              <a:lnSpc>
                <a:spcPct val="150000"/>
              </a:lnSpc>
            </a:pPr>
            <a:r>
              <a:rPr lang="zh-CN" altLang="en-US" dirty="0">
                <a:solidFill>
                  <a:srgbClr val="0000FF"/>
                </a:solidFill>
                <a:latin typeface="+mn-ea"/>
              </a:rPr>
              <a:t>删除文件则是</a:t>
            </a:r>
            <a:r>
              <a:rPr lang="en-US" altLang="zh-CN" sz="1800" dirty="0">
                <a:solidFill>
                  <a:srgbClr val="0000FF"/>
                </a:solidFill>
                <a:latin typeface="+mn-ea"/>
              </a:rPr>
              <a:t>count</a:t>
            </a:r>
            <a:r>
              <a:rPr lang="zh-CN" altLang="zh-CN" sz="1800" dirty="0">
                <a:solidFill>
                  <a:srgbClr val="0000FF"/>
                </a:solidFill>
                <a:latin typeface="+mn-ea"/>
              </a:rPr>
              <a:t>值减</a:t>
            </a:r>
            <a:r>
              <a:rPr lang="en-US" altLang="zh-CN" sz="1800" dirty="0">
                <a:solidFill>
                  <a:srgbClr val="0000FF"/>
                </a:solidFill>
                <a:latin typeface="+mn-ea"/>
              </a:rPr>
              <a:t>1</a:t>
            </a:r>
            <a:r>
              <a:rPr lang="zh-CN" altLang="zh-CN" sz="1800" dirty="0">
                <a:solidFill>
                  <a:srgbClr val="0000FF"/>
                </a:solidFill>
                <a:latin typeface="+mn-ea"/>
              </a:rPr>
              <a:t>；只有当</a:t>
            </a:r>
            <a:r>
              <a:rPr lang="en-US" altLang="zh-CN" sz="1800" dirty="0">
                <a:solidFill>
                  <a:srgbClr val="0000FF"/>
                </a:solidFill>
                <a:latin typeface="+mn-ea"/>
              </a:rPr>
              <a:t>count=0</a:t>
            </a:r>
            <a:r>
              <a:rPr lang="zh-CN" altLang="zh-CN" sz="1800" dirty="0">
                <a:solidFill>
                  <a:srgbClr val="0000FF"/>
                </a:solidFill>
                <a:latin typeface="+mn-ea"/>
              </a:rPr>
              <a:t>，系统才真正物理删除该共享文件。</a:t>
            </a:r>
            <a:endParaRPr lang="zh-CN" altLang="en-US" dirty="0">
              <a:solidFill>
                <a:srgbClr val="0000FF"/>
              </a:solidFill>
              <a:latin typeface="+mn-ea"/>
            </a:endParaRPr>
          </a:p>
        </p:txBody>
      </p:sp>
    </p:spTree>
    <p:custDataLst>
      <p:tags r:id="rId1"/>
    </p:custDataLst>
  </p:cSld>
  <p:clrMapOvr>
    <a:masterClrMapping/>
  </p:clrMapOvr>
  <p:transition>
    <p:random/>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9</a:t>
            </a:r>
            <a:r>
              <a:rPr lang="en-US" altLang="zh-CN" dirty="0">
                <a:sym typeface="+mn-ea"/>
              </a:rPr>
              <a:t>.4.1  </a:t>
            </a:r>
            <a:r>
              <a:rPr lang="zh-CN" altLang="en-US" dirty="0"/>
              <a:t>文件共享</a:t>
            </a:r>
          </a:p>
        </p:txBody>
      </p:sp>
      <p:sp>
        <p:nvSpPr>
          <p:cNvPr id="3" name="内容占位符 2"/>
          <p:cNvSpPr>
            <a:spLocks noGrp="1"/>
          </p:cNvSpPr>
          <p:nvPr>
            <p:ph idx="1"/>
          </p:nvPr>
        </p:nvSpPr>
        <p:spPr>
          <a:xfrm>
            <a:off x="720871" y="974023"/>
            <a:ext cx="10968990" cy="4776782"/>
          </a:xfrm>
        </p:spPr>
        <p:txBody>
          <a:bodyPr>
            <a:normAutofit fontScale="97500"/>
          </a:bodyPr>
          <a:lstStyle/>
          <a:p>
            <a:pPr marL="0" indent="0">
              <a:buNone/>
            </a:pPr>
            <a:r>
              <a:rPr lang="en-US" altLang="zh-CN" sz="2200" b="1" dirty="0"/>
              <a:t>4. </a:t>
            </a:r>
            <a:r>
              <a:rPr lang="zh-CN" altLang="zh-CN" sz="2200" b="1" dirty="0"/>
              <a:t>基于符号链共享法</a:t>
            </a:r>
            <a:endParaRPr lang="zh-CN" altLang="zh-CN" sz="2200" dirty="0"/>
          </a:p>
          <a:p>
            <a:pPr marL="0" indent="0">
              <a:buNone/>
            </a:pPr>
            <a:r>
              <a:rPr lang="en-US" altLang="zh-CN" sz="2200" dirty="0"/>
              <a:t>      </a:t>
            </a:r>
            <a:r>
              <a:rPr lang="zh-CN" altLang="zh-CN" sz="2200" dirty="0"/>
              <a:t>这是在网络系统中常用的文件共享方法。用户</a:t>
            </a:r>
            <a:r>
              <a:rPr lang="en-US" altLang="zh-CN" sz="2200" dirty="0"/>
              <a:t>Li</a:t>
            </a:r>
            <a:r>
              <a:rPr lang="zh-CN" altLang="zh-CN" sz="2200" dirty="0"/>
              <a:t>要共享用户</a:t>
            </a:r>
            <a:r>
              <a:rPr lang="en-US" altLang="zh-CN" sz="2200" dirty="0"/>
              <a:t>Wang</a:t>
            </a:r>
            <a:r>
              <a:rPr lang="zh-CN" altLang="zh-CN" sz="2200" dirty="0"/>
              <a:t>的文件</a:t>
            </a:r>
            <a:r>
              <a:rPr lang="en-US" altLang="zh-CN" sz="2200" dirty="0"/>
              <a:t>Test</a:t>
            </a:r>
            <a:r>
              <a:rPr lang="zh-CN" altLang="zh-CN" sz="2200" dirty="0"/>
              <a:t>，系统不是直接让</a:t>
            </a:r>
            <a:r>
              <a:rPr lang="en-US" altLang="zh-CN" sz="2200" dirty="0"/>
              <a:t>Li</a:t>
            </a:r>
            <a:r>
              <a:rPr lang="zh-CN" altLang="zh-CN" sz="2200" dirty="0"/>
              <a:t>的目录项指向文件</a:t>
            </a:r>
            <a:r>
              <a:rPr lang="en-US" altLang="zh-CN" sz="2200" dirty="0"/>
              <a:t>Test</a:t>
            </a:r>
            <a:r>
              <a:rPr lang="zh-CN" altLang="zh-CN" sz="2200" dirty="0"/>
              <a:t>的索引结点，而是由系统</a:t>
            </a:r>
            <a:r>
              <a:rPr lang="zh-CN" altLang="zh-CN" sz="2200" dirty="0">
                <a:solidFill>
                  <a:srgbClr val="0000FF"/>
                </a:solidFill>
              </a:rPr>
              <a:t>创建一个</a:t>
            </a:r>
            <a:r>
              <a:rPr lang="en-US" altLang="zh-CN" sz="2200" dirty="0">
                <a:solidFill>
                  <a:srgbClr val="0000FF"/>
                </a:solidFill>
              </a:rPr>
              <a:t>LINK</a:t>
            </a:r>
            <a:r>
              <a:rPr lang="zh-CN" altLang="zh-CN" sz="2200" dirty="0">
                <a:solidFill>
                  <a:srgbClr val="0000FF"/>
                </a:solidFill>
              </a:rPr>
              <a:t>类型的新文件</a:t>
            </a:r>
            <a:r>
              <a:rPr lang="en-US" altLang="zh-CN" sz="2200" dirty="0">
                <a:solidFill>
                  <a:srgbClr val="0000FF"/>
                </a:solidFill>
              </a:rPr>
              <a:t>Test’</a:t>
            </a:r>
            <a:r>
              <a:rPr lang="zh-CN" altLang="zh-CN" sz="2200" dirty="0">
                <a:solidFill>
                  <a:srgbClr val="0000FF"/>
                </a:solidFill>
              </a:rPr>
              <a:t>，其内容是</a:t>
            </a:r>
            <a:r>
              <a:rPr lang="en-US" altLang="zh-CN" sz="2200" dirty="0">
                <a:solidFill>
                  <a:srgbClr val="0000FF"/>
                </a:solidFill>
              </a:rPr>
              <a:t>Test</a:t>
            </a:r>
            <a:r>
              <a:rPr lang="zh-CN" altLang="zh-CN" sz="2200" dirty="0">
                <a:solidFill>
                  <a:srgbClr val="0000FF"/>
                </a:solidFill>
              </a:rPr>
              <a:t>的路径名</a:t>
            </a:r>
            <a:r>
              <a:rPr lang="zh-CN" altLang="zh-CN" sz="2200" dirty="0"/>
              <a:t>（包括网络地址和文件在本机上的路径）。当用户</a:t>
            </a:r>
            <a:r>
              <a:rPr lang="en-US" altLang="zh-CN" sz="2200" dirty="0"/>
              <a:t>Li</a:t>
            </a:r>
            <a:r>
              <a:rPr lang="zh-CN" altLang="zh-CN" sz="2200" dirty="0"/>
              <a:t>发出访问该共享文件的请求去读</a:t>
            </a:r>
            <a:r>
              <a:rPr lang="en-US" altLang="zh-CN" sz="2200" dirty="0"/>
              <a:t>Test’</a:t>
            </a:r>
            <a:r>
              <a:rPr lang="zh-CN" altLang="zh-CN" sz="2200" dirty="0"/>
              <a:t>时，</a:t>
            </a:r>
            <a:r>
              <a:rPr lang="en-US" altLang="zh-CN" sz="2200" dirty="0"/>
              <a:t>OS</a:t>
            </a:r>
            <a:r>
              <a:rPr lang="zh-CN" altLang="zh-CN" sz="2200" dirty="0"/>
              <a:t>将根据文件内容访问</a:t>
            </a:r>
            <a:r>
              <a:rPr lang="en-US" altLang="zh-CN" sz="2200" dirty="0"/>
              <a:t>Test</a:t>
            </a:r>
            <a:r>
              <a:rPr lang="zh-CN" altLang="zh-CN" sz="2200" dirty="0"/>
              <a:t>，实现文件的共享。</a:t>
            </a:r>
          </a:p>
          <a:p>
            <a:pPr marL="0" indent="0">
              <a:buNone/>
            </a:pPr>
            <a:r>
              <a:rPr lang="en-US" altLang="zh-CN" sz="2200" dirty="0"/>
              <a:t>      </a:t>
            </a:r>
            <a:r>
              <a:rPr lang="zh-CN" altLang="zh-CN" sz="2200" dirty="0"/>
              <a:t>这种共享方法不会出现“悬空指针”。但是，众多的</a:t>
            </a:r>
            <a:r>
              <a:rPr lang="en-US" altLang="zh-CN" sz="2200" dirty="0"/>
              <a:t>LINK</a:t>
            </a:r>
            <a:r>
              <a:rPr lang="zh-CN" altLang="zh-CN" sz="2200" dirty="0"/>
              <a:t>文件虽然内容简单，但都各有自己的索引结点，加大了存储空间的开销。因此，这种共享方法在单机系统中不适用，但用于网络系统就很方便。</a:t>
            </a:r>
          </a:p>
        </p:txBody>
      </p:sp>
    </p:spTree>
    <p:custDataLst>
      <p:tags r:id="rId1"/>
    </p:custDataLst>
  </p:cSld>
  <p:clrMapOvr>
    <a:masterClrMapping/>
  </p:clrMapOvr>
  <p:transition>
    <p:random/>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在这里插入图片描述">
            <a:extLst>
              <a:ext uri="{FF2B5EF4-FFF2-40B4-BE49-F238E27FC236}">
                <a16:creationId xmlns:a16="http://schemas.microsoft.com/office/drawing/2014/main" id="{06C4E0E6-E47B-420A-8139-66B709A48E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5310" y="967438"/>
            <a:ext cx="8401050" cy="3619500"/>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a:extLst>
              <a:ext uri="{FF2B5EF4-FFF2-40B4-BE49-F238E27FC236}">
                <a16:creationId xmlns:a16="http://schemas.microsoft.com/office/drawing/2014/main" id="{629A2335-5A42-487A-A7C2-8BDEB3405001}"/>
              </a:ext>
            </a:extLst>
          </p:cNvPr>
          <p:cNvSpPr txBox="1"/>
          <p:nvPr/>
        </p:nvSpPr>
        <p:spPr>
          <a:xfrm>
            <a:off x="683047" y="5122843"/>
            <a:ext cx="11016867" cy="960776"/>
          </a:xfrm>
          <a:prstGeom prst="rect">
            <a:avLst/>
          </a:prstGeom>
          <a:noFill/>
        </p:spPr>
        <p:txBody>
          <a:bodyPr wrap="square" rtlCol="0">
            <a:spAutoFit/>
          </a:bodyPr>
          <a:lstStyle/>
          <a:p>
            <a:pPr>
              <a:lnSpc>
                <a:spcPct val="150000"/>
              </a:lnSpc>
            </a:pPr>
            <a:r>
              <a:rPr lang="zh-CN" altLang="en-US" sz="2000" dirty="0"/>
              <a:t>当</a:t>
            </a:r>
            <a:r>
              <a:rPr lang="en-US" altLang="zh-CN" sz="2000" dirty="0"/>
              <a:t>User3</a:t>
            </a:r>
            <a:r>
              <a:rPr lang="zh-CN" altLang="en-US" sz="2000" dirty="0"/>
              <a:t>访问“</a:t>
            </a:r>
            <a:r>
              <a:rPr lang="en-US" altLang="zh-CN" sz="2000" dirty="0"/>
              <a:t>ccc”</a:t>
            </a:r>
            <a:r>
              <a:rPr lang="zh-CN" altLang="en-US" sz="2000" dirty="0"/>
              <a:t>时，操作系统判断文件“</a:t>
            </a:r>
            <a:r>
              <a:rPr lang="en-US" altLang="zh-CN" sz="2000" dirty="0"/>
              <a:t>ccc”</a:t>
            </a:r>
            <a:r>
              <a:rPr lang="zh-CN" altLang="en-US" sz="2000" dirty="0"/>
              <a:t>属于</a:t>
            </a:r>
            <a:r>
              <a:rPr lang="en-US" altLang="zh-CN" sz="2000" dirty="0"/>
              <a:t>Link</a:t>
            </a:r>
            <a:r>
              <a:rPr lang="zh-CN" altLang="en-US" sz="2000" dirty="0"/>
              <a:t>类型文件，于是会根据其中记录的路径层层查找目录，最终找到</a:t>
            </a:r>
            <a:r>
              <a:rPr lang="en-US" altLang="zh-CN" sz="2000" dirty="0"/>
              <a:t>User1</a:t>
            </a:r>
            <a:r>
              <a:rPr lang="zh-CN" altLang="en-US" sz="2000" dirty="0"/>
              <a:t>的目录表中的“</a:t>
            </a:r>
            <a:r>
              <a:rPr lang="en-US" altLang="zh-CN" sz="2000" dirty="0" err="1"/>
              <a:t>aaa</a:t>
            </a:r>
            <a:r>
              <a:rPr lang="en-US" altLang="zh-CN" sz="2000" dirty="0"/>
              <a:t>”</a:t>
            </a:r>
            <a:r>
              <a:rPr lang="zh-CN" altLang="en-US" sz="2000" dirty="0"/>
              <a:t>表项，于是就找到了文件</a:t>
            </a:r>
            <a:r>
              <a:rPr lang="en-US" altLang="zh-CN" sz="2000" dirty="0"/>
              <a:t>1</a:t>
            </a:r>
            <a:r>
              <a:rPr lang="zh-CN" altLang="en-US" sz="2000" dirty="0"/>
              <a:t>的索引结点。</a:t>
            </a:r>
          </a:p>
        </p:txBody>
      </p:sp>
    </p:spTree>
    <p:extLst>
      <p:ext uri="{BB962C8B-B14F-4D97-AF65-F5344CB8AC3E}">
        <p14:creationId xmlns:p14="http://schemas.microsoft.com/office/powerpoint/2010/main" val="1027815307"/>
      </p:ext>
    </p:extLst>
  </p:cSld>
  <p:clrMapOvr>
    <a:masterClrMapping/>
  </p:clrMapOvr>
  <p:transition>
    <p:random/>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36ED36-B487-4E72-8D8E-7930458A4F25}"/>
              </a:ext>
            </a:extLst>
          </p:cNvPr>
          <p:cNvSpPr>
            <a:spLocks noGrp="1"/>
          </p:cNvSpPr>
          <p:nvPr>
            <p:ph type="title"/>
          </p:nvPr>
        </p:nvSpPr>
        <p:spPr/>
        <p:txBody>
          <a:bodyPr/>
          <a:lstStyle/>
          <a:p>
            <a:r>
              <a:rPr lang="en-US" altLang="zh-CN" dirty="0"/>
              <a:t>Linux</a:t>
            </a:r>
            <a:r>
              <a:rPr lang="zh-CN" altLang="en-US" dirty="0"/>
              <a:t>下的软链接与硬链接</a:t>
            </a:r>
          </a:p>
        </p:txBody>
      </p:sp>
      <p:pic>
        <p:nvPicPr>
          <p:cNvPr id="5" name="图片 4">
            <a:extLst>
              <a:ext uri="{FF2B5EF4-FFF2-40B4-BE49-F238E27FC236}">
                <a16:creationId xmlns:a16="http://schemas.microsoft.com/office/drawing/2014/main" id="{BB33D1A5-6F2F-428C-A216-39F0DD4541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6615" y="949344"/>
            <a:ext cx="9957189" cy="5484113"/>
          </a:xfrm>
          <a:prstGeom prst="rect">
            <a:avLst/>
          </a:prstGeom>
        </p:spPr>
      </p:pic>
    </p:spTree>
    <p:extLst>
      <p:ext uri="{BB962C8B-B14F-4D97-AF65-F5344CB8AC3E}">
        <p14:creationId xmlns:p14="http://schemas.microsoft.com/office/powerpoint/2010/main" val="214167716"/>
      </p:ext>
    </p:extLst>
  </p:cSld>
  <p:clrMapOvr>
    <a:masterClrMapping/>
  </p:clrMapOvr>
  <p:transition>
    <p:random/>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76395" y="114370"/>
            <a:ext cx="7076087" cy="705600"/>
          </a:xfrm>
        </p:spPr>
        <p:txBody>
          <a:bodyPr>
            <a:normAutofit/>
          </a:bodyPr>
          <a:lstStyle/>
          <a:p>
            <a:r>
              <a:rPr lang="en-US" altLang="zh-CN" dirty="0"/>
              <a:t>9</a:t>
            </a:r>
            <a:r>
              <a:rPr lang="en-US" altLang="zh-CN" dirty="0">
                <a:sym typeface="+mn-ea"/>
              </a:rPr>
              <a:t>.4.2  </a:t>
            </a:r>
            <a:r>
              <a:rPr lang="zh-CN" altLang="en-US" dirty="0"/>
              <a:t>文件保护</a:t>
            </a:r>
          </a:p>
        </p:txBody>
      </p:sp>
      <p:sp>
        <p:nvSpPr>
          <p:cNvPr id="3" name="内容占位符 2"/>
          <p:cNvSpPr>
            <a:spLocks noGrp="1"/>
          </p:cNvSpPr>
          <p:nvPr>
            <p:ph idx="1"/>
          </p:nvPr>
        </p:nvSpPr>
        <p:spPr>
          <a:xfrm>
            <a:off x="720871" y="946313"/>
            <a:ext cx="10968990" cy="4022294"/>
          </a:xfrm>
        </p:spPr>
        <p:txBody>
          <a:bodyPr>
            <a:noAutofit/>
          </a:bodyPr>
          <a:lstStyle/>
          <a:p>
            <a:pPr marL="0" indent="0">
              <a:lnSpc>
                <a:spcPct val="120000"/>
              </a:lnSpc>
              <a:spcAft>
                <a:spcPts val="600"/>
              </a:spcAft>
              <a:buNone/>
            </a:pPr>
            <a:r>
              <a:rPr lang="en-US" altLang="zh-CN" b="1" dirty="0"/>
              <a:t>1.</a:t>
            </a:r>
            <a:r>
              <a:rPr lang="zh-CN" altLang="zh-CN" b="1" dirty="0"/>
              <a:t>防止系统故障造成破坏</a:t>
            </a:r>
            <a:endParaRPr lang="zh-CN" altLang="zh-CN" dirty="0"/>
          </a:p>
          <a:p>
            <a:pPr marL="0" indent="0">
              <a:lnSpc>
                <a:spcPct val="120000"/>
              </a:lnSpc>
              <a:spcAft>
                <a:spcPts val="600"/>
              </a:spcAft>
              <a:buNone/>
            </a:pPr>
            <a:r>
              <a:rPr lang="en-US" altLang="zh-CN" dirty="0"/>
              <a:t>      </a:t>
            </a:r>
            <a:r>
              <a:rPr lang="zh-CN" altLang="zh-CN" dirty="0"/>
              <a:t>系统偶尔发生软件、硬件故障是难以避免的，当故障发生时，文件管理系统应提供一定的措施使文件尽可能地不被破坏。常用的措施有以下几种。</a:t>
            </a:r>
            <a:endParaRPr lang="en-US" altLang="zh-CN" dirty="0"/>
          </a:p>
          <a:p>
            <a:pPr marL="0" indent="0">
              <a:lnSpc>
                <a:spcPct val="120000"/>
              </a:lnSpc>
              <a:spcAft>
                <a:spcPts val="600"/>
              </a:spcAft>
              <a:buNone/>
            </a:pPr>
            <a:r>
              <a:rPr lang="zh-CN" altLang="zh-CN" dirty="0"/>
              <a:t>（</a:t>
            </a:r>
            <a:r>
              <a:rPr lang="en-US" altLang="zh-CN" dirty="0"/>
              <a:t>1</a:t>
            </a:r>
            <a:r>
              <a:rPr lang="zh-CN" altLang="zh-CN" dirty="0"/>
              <a:t>）定时转储</a:t>
            </a:r>
            <a:r>
              <a:rPr lang="en-US" altLang="zh-CN" dirty="0"/>
              <a:t> </a:t>
            </a:r>
          </a:p>
          <a:p>
            <a:pPr marL="0" indent="0">
              <a:lnSpc>
                <a:spcPct val="120000"/>
              </a:lnSpc>
              <a:spcAft>
                <a:spcPts val="600"/>
              </a:spcAft>
              <a:buNone/>
            </a:pPr>
            <a:r>
              <a:rPr lang="zh-CN" altLang="zh-CN" dirty="0"/>
              <a:t>（</a:t>
            </a:r>
            <a:r>
              <a:rPr lang="en-US" altLang="zh-CN" dirty="0"/>
              <a:t>2</a:t>
            </a:r>
            <a:r>
              <a:rPr lang="zh-CN" altLang="zh-CN" dirty="0"/>
              <a:t>）建立副本</a:t>
            </a:r>
            <a:r>
              <a:rPr lang="en-US" altLang="zh-CN" dirty="0"/>
              <a:t> </a:t>
            </a:r>
          </a:p>
          <a:p>
            <a:pPr marL="0" indent="0">
              <a:lnSpc>
                <a:spcPct val="120000"/>
              </a:lnSpc>
              <a:spcAft>
                <a:spcPts val="600"/>
              </a:spcAft>
              <a:buNone/>
            </a:pPr>
            <a:r>
              <a:rPr lang="zh-CN" altLang="zh-CN" dirty="0"/>
              <a:t>（</a:t>
            </a:r>
            <a:r>
              <a:rPr lang="en-US" altLang="zh-CN" dirty="0"/>
              <a:t>3</a:t>
            </a:r>
            <a:r>
              <a:rPr lang="zh-CN" altLang="zh-CN" dirty="0"/>
              <a:t>）后备系统</a:t>
            </a:r>
            <a:r>
              <a:rPr lang="en-US" altLang="zh-CN" dirty="0"/>
              <a:t> </a:t>
            </a:r>
          </a:p>
          <a:p>
            <a:pPr marL="0" indent="0">
              <a:lnSpc>
                <a:spcPct val="120000"/>
              </a:lnSpc>
              <a:spcAft>
                <a:spcPts val="600"/>
              </a:spcAft>
              <a:buNone/>
            </a:pPr>
            <a:r>
              <a:rPr lang="zh-CN" altLang="zh-CN" dirty="0"/>
              <a:t>（</a:t>
            </a:r>
            <a:r>
              <a:rPr lang="en-US" altLang="zh-CN" dirty="0"/>
              <a:t>4</a:t>
            </a:r>
            <a:r>
              <a:rPr lang="zh-CN" altLang="zh-CN" dirty="0"/>
              <a:t>）磁盘容错技术</a:t>
            </a:r>
            <a:r>
              <a:rPr lang="en-US" altLang="zh-CN" dirty="0"/>
              <a:t> </a:t>
            </a:r>
            <a:endParaRPr lang="zh-CN" altLang="zh-CN" dirty="0"/>
          </a:p>
        </p:txBody>
      </p:sp>
    </p:spTree>
    <p:custDataLst>
      <p:tags r:id="rId1"/>
    </p:custDataLst>
  </p:cSld>
  <p:clrMapOvr>
    <a:masterClrMapping/>
  </p:clrMapOvr>
  <p:transition>
    <p:random/>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C5E3F98C-5E11-4B30-9C54-FFAE996D1ED1}"/>
              </a:ext>
            </a:extLst>
          </p:cNvPr>
          <p:cNvSpPr>
            <a:spLocks noGrp="1"/>
          </p:cNvSpPr>
          <p:nvPr>
            <p:ph idx="1"/>
          </p:nvPr>
        </p:nvSpPr>
        <p:spPr>
          <a:xfrm>
            <a:off x="608330" y="1227455"/>
            <a:ext cx="10968990" cy="3421663"/>
          </a:xfrm>
        </p:spPr>
        <p:txBody>
          <a:bodyPr>
            <a:normAutofit fontScale="92500" lnSpcReduction="10000"/>
          </a:bodyPr>
          <a:lstStyle/>
          <a:p>
            <a:pPr>
              <a:lnSpc>
                <a:spcPct val="160000"/>
              </a:lnSpc>
              <a:spcAft>
                <a:spcPts val="600"/>
              </a:spcAft>
            </a:pPr>
            <a:r>
              <a:rPr lang="zh-CN" altLang="zh-CN" sz="2400" dirty="0"/>
              <a:t>磁盘容错（</a:t>
            </a:r>
            <a:r>
              <a:rPr lang="en-US" altLang="zh-CN" sz="2400" dirty="0"/>
              <a:t>System Fault Tolerance</a:t>
            </a:r>
            <a:r>
              <a:rPr lang="zh-CN" altLang="zh-CN" sz="2400" dirty="0"/>
              <a:t>，</a:t>
            </a:r>
            <a:r>
              <a:rPr lang="en-US" altLang="zh-CN" sz="2400" dirty="0"/>
              <a:t>SFT</a:t>
            </a:r>
            <a:r>
              <a:rPr lang="zh-CN" altLang="zh-CN" sz="2400" dirty="0"/>
              <a:t>）就是通过设置系统冗余部件的方法来提供文件保护。共分为三级容错措施：</a:t>
            </a:r>
          </a:p>
          <a:p>
            <a:pPr marL="0" indent="0">
              <a:lnSpc>
                <a:spcPct val="160000"/>
              </a:lnSpc>
              <a:spcAft>
                <a:spcPts val="600"/>
              </a:spcAft>
              <a:buNone/>
            </a:pPr>
            <a:r>
              <a:rPr lang="en-US" altLang="zh-CN" sz="2400" dirty="0"/>
              <a:t>   ① SFT-I</a:t>
            </a:r>
            <a:r>
              <a:rPr lang="zh-CN" altLang="zh-CN" sz="2400" dirty="0"/>
              <a:t>是低级磁盘容错技术。</a:t>
            </a:r>
          </a:p>
          <a:p>
            <a:pPr marL="0" indent="0">
              <a:lnSpc>
                <a:spcPct val="160000"/>
              </a:lnSpc>
              <a:spcAft>
                <a:spcPts val="600"/>
              </a:spcAft>
              <a:buNone/>
            </a:pPr>
            <a:r>
              <a:rPr lang="en-US" altLang="zh-CN" sz="2400" dirty="0"/>
              <a:t>   ② SFT-Ⅱ</a:t>
            </a:r>
            <a:r>
              <a:rPr lang="zh-CN" altLang="zh-CN" sz="2400" dirty="0"/>
              <a:t>是中级磁盘容错措施。</a:t>
            </a:r>
          </a:p>
          <a:p>
            <a:pPr marL="0" indent="0">
              <a:lnSpc>
                <a:spcPct val="160000"/>
              </a:lnSpc>
              <a:spcAft>
                <a:spcPts val="600"/>
              </a:spcAft>
              <a:buNone/>
            </a:pPr>
            <a:r>
              <a:rPr lang="en-US" altLang="zh-CN" sz="2400" dirty="0"/>
              <a:t>   ③ SFT-Ⅲ</a:t>
            </a:r>
            <a:r>
              <a:rPr lang="zh-CN" altLang="zh-CN" sz="2400" dirty="0"/>
              <a:t>是高级磁盘容错技术，典型的是廉价磁盘冗余阵列（</a:t>
            </a:r>
            <a:r>
              <a:rPr lang="en-US" altLang="zh-CN" sz="2400" dirty="0"/>
              <a:t>Redundant Arrays of Inexpensive Disk</a:t>
            </a:r>
            <a:r>
              <a:rPr lang="zh-CN" altLang="zh-CN" sz="2400" dirty="0"/>
              <a:t>，</a:t>
            </a:r>
            <a:r>
              <a:rPr lang="en-US" altLang="zh-CN" sz="2400" dirty="0"/>
              <a:t>RAID</a:t>
            </a:r>
            <a:r>
              <a:rPr lang="zh-CN" altLang="zh-CN" sz="2400" dirty="0"/>
              <a:t>。</a:t>
            </a:r>
          </a:p>
          <a:p>
            <a:pPr>
              <a:lnSpc>
                <a:spcPct val="160000"/>
              </a:lnSpc>
            </a:pPr>
            <a:endParaRPr lang="zh-CN" altLang="en-US" dirty="0"/>
          </a:p>
        </p:txBody>
      </p:sp>
      <p:sp>
        <p:nvSpPr>
          <p:cNvPr id="4" name="标题 1">
            <a:extLst>
              <a:ext uri="{FF2B5EF4-FFF2-40B4-BE49-F238E27FC236}">
                <a16:creationId xmlns:a16="http://schemas.microsoft.com/office/drawing/2014/main" id="{26376DC0-8533-4BF8-9F69-4AB2EDD475F3}"/>
              </a:ext>
            </a:extLst>
          </p:cNvPr>
          <p:cNvSpPr>
            <a:spLocks noGrp="1"/>
          </p:cNvSpPr>
          <p:nvPr>
            <p:ph type="title"/>
          </p:nvPr>
        </p:nvSpPr>
        <p:spPr>
          <a:xfrm>
            <a:off x="1076326" y="224469"/>
            <a:ext cx="7693102" cy="706438"/>
          </a:xfrm>
        </p:spPr>
        <p:txBody>
          <a:bodyPr>
            <a:normAutofit/>
          </a:bodyPr>
          <a:lstStyle/>
          <a:p>
            <a:r>
              <a:rPr lang="en-US" altLang="zh-CN" dirty="0"/>
              <a:t>9</a:t>
            </a:r>
            <a:r>
              <a:rPr lang="en-US" altLang="zh-CN" dirty="0">
                <a:sym typeface="+mn-ea"/>
              </a:rPr>
              <a:t>.4.2  </a:t>
            </a:r>
            <a:r>
              <a:rPr lang="zh-CN" altLang="en-US" dirty="0"/>
              <a:t>文件保护</a:t>
            </a:r>
          </a:p>
        </p:txBody>
      </p:sp>
    </p:spTree>
    <p:extLst>
      <p:ext uri="{BB962C8B-B14F-4D97-AF65-F5344CB8AC3E}">
        <p14:creationId xmlns:p14="http://schemas.microsoft.com/office/powerpoint/2010/main" val="2944019529"/>
      </p:ext>
    </p:extLst>
  </p:cSld>
  <p:clrMapOvr>
    <a:masterClrMapping/>
  </p:clrMapOvr>
  <p:transition>
    <p:random/>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9</a:t>
            </a:r>
            <a:r>
              <a:rPr lang="en-US" altLang="zh-CN" dirty="0">
                <a:sym typeface="+mn-ea"/>
              </a:rPr>
              <a:t>.4.2  </a:t>
            </a:r>
            <a:r>
              <a:rPr lang="zh-CN" altLang="en-US" dirty="0"/>
              <a:t>文件保护</a:t>
            </a:r>
          </a:p>
        </p:txBody>
      </p:sp>
      <p:sp>
        <p:nvSpPr>
          <p:cNvPr id="3" name="内容占位符 2"/>
          <p:cNvSpPr>
            <a:spLocks noGrp="1"/>
          </p:cNvSpPr>
          <p:nvPr>
            <p:ph idx="1"/>
          </p:nvPr>
        </p:nvSpPr>
        <p:spPr>
          <a:xfrm>
            <a:off x="776291" y="946313"/>
            <a:ext cx="10750693" cy="4440935"/>
          </a:xfrm>
        </p:spPr>
        <p:txBody>
          <a:bodyPr>
            <a:noAutofit/>
          </a:bodyPr>
          <a:lstStyle/>
          <a:p>
            <a:pPr marL="0" indent="0">
              <a:buNone/>
            </a:pPr>
            <a:r>
              <a:rPr lang="en-US" altLang="zh-CN" sz="2200" b="1" dirty="0"/>
              <a:t>2.</a:t>
            </a:r>
            <a:r>
              <a:rPr lang="zh-CN" altLang="zh-CN" sz="2200" b="1" dirty="0"/>
              <a:t>防止人为因素造成的破坏</a:t>
            </a:r>
            <a:endParaRPr lang="zh-CN" altLang="zh-CN" sz="2200" dirty="0"/>
          </a:p>
          <a:p>
            <a:pPr marL="0" indent="0">
              <a:buNone/>
            </a:pPr>
            <a:r>
              <a:rPr lang="en-US" altLang="zh-CN" sz="2200" dirty="0"/>
              <a:t>      </a:t>
            </a:r>
            <a:r>
              <a:rPr lang="zh-CN" altLang="zh-CN" sz="2200" dirty="0"/>
              <a:t>要防止人为因素给文件带来的破坏，可以设置不同用户对不同目录、不同文件的使用权限。</a:t>
            </a:r>
            <a:endParaRPr lang="en-US" altLang="zh-CN" sz="2200" dirty="0"/>
          </a:p>
          <a:p>
            <a:pPr marL="0" indent="0">
              <a:buNone/>
            </a:pPr>
            <a:r>
              <a:rPr lang="zh-CN" altLang="zh-CN" sz="2200" dirty="0"/>
              <a:t>（</a:t>
            </a:r>
            <a:r>
              <a:rPr lang="en-US" altLang="zh-CN" sz="2200" dirty="0"/>
              <a:t>1</a:t>
            </a:r>
            <a:r>
              <a:rPr lang="zh-CN" altLang="zh-CN" sz="2200" dirty="0"/>
              <a:t>）基于目录的存取权限；</a:t>
            </a:r>
            <a:endParaRPr lang="en-US" altLang="zh-CN" sz="2200" dirty="0"/>
          </a:p>
          <a:p>
            <a:pPr marL="0" indent="0">
              <a:buNone/>
            </a:pPr>
            <a:r>
              <a:rPr lang="zh-CN" altLang="zh-CN" sz="2200" dirty="0"/>
              <a:t>（</a:t>
            </a:r>
            <a:r>
              <a:rPr lang="en-US" altLang="zh-CN" sz="2200" dirty="0"/>
              <a:t>2</a:t>
            </a:r>
            <a:r>
              <a:rPr lang="zh-CN" altLang="zh-CN" sz="2200" dirty="0"/>
              <a:t>）基于文件的存取权限；</a:t>
            </a:r>
            <a:endParaRPr lang="en-US" altLang="zh-CN" sz="2200" dirty="0"/>
          </a:p>
          <a:p>
            <a:pPr marL="0" indent="0">
              <a:buNone/>
            </a:pPr>
            <a:r>
              <a:rPr lang="zh-CN" altLang="zh-CN" sz="2200" dirty="0"/>
              <a:t>（</a:t>
            </a:r>
            <a:r>
              <a:rPr lang="en-US" altLang="zh-CN" sz="2200" dirty="0"/>
              <a:t>3</a:t>
            </a:r>
            <a:r>
              <a:rPr lang="zh-CN" altLang="zh-CN" sz="2200" dirty="0"/>
              <a:t>）存取控制矩阵。</a:t>
            </a:r>
          </a:p>
        </p:txBody>
      </p:sp>
    </p:spTree>
    <p:custDataLst>
      <p:tags r:id="rId1"/>
    </p:custDataLst>
  </p:cSld>
  <p:clrMapOvr>
    <a:masterClrMapping/>
  </p:clrMapOvr>
  <p:transition>
    <p:random/>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小结</a:t>
            </a:r>
          </a:p>
        </p:txBody>
      </p:sp>
      <p:sp>
        <p:nvSpPr>
          <p:cNvPr id="3" name="内容占位符 2"/>
          <p:cNvSpPr>
            <a:spLocks noGrp="1"/>
          </p:cNvSpPr>
          <p:nvPr>
            <p:ph idx="1"/>
          </p:nvPr>
        </p:nvSpPr>
        <p:spPr/>
        <p:txBody>
          <a:bodyPr>
            <a:normAutofit/>
          </a:bodyPr>
          <a:lstStyle/>
          <a:p>
            <a:r>
              <a:rPr lang="zh-CN" altLang="zh-CN" sz="2200" dirty="0"/>
              <a:t>文件是操作系统中的一个重要概念。本章首先介绍了文件系统的基本概念和软件层次结构，又讨论了文件的几种逻辑结构和物理结构，以及文件存储空间的管理。</a:t>
            </a:r>
          </a:p>
          <a:p>
            <a:r>
              <a:rPr lang="zh-CN" altLang="zh-CN" sz="2200" dirty="0"/>
              <a:t>与文件管理系统和文件集合相关联的是文件目录，从用户的角度看，目录在用户（应用程序）所需要的文件名和文件之间提供一种映射，所以目录管理要实现</a:t>
            </a:r>
            <a:r>
              <a:rPr lang="en-US" altLang="zh-CN" sz="2200" dirty="0"/>
              <a:t>“</a:t>
            </a:r>
            <a:r>
              <a:rPr lang="zh-CN" altLang="zh-CN" sz="2200" dirty="0"/>
              <a:t>按名存取</a:t>
            </a:r>
            <a:r>
              <a:rPr lang="en-US" altLang="zh-CN" sz="2200" dirty="0"/>
              <a:t>”</a:t>
            </a:r>
            <a:r>
              <a:rPr lang="zh-CN" altLang="zh-CN" sz="2200" dirty="0"/>
              <a:t>；目录存取的效率直接影响到系统的性能，所以要提高对目录的检索速度；在共享系统中，目录还需要提供用于控制访问文件的信息。此外，文件允许重名也是用户的合理和必然要求，目录管理通过树形结构来解决和实现。</a:t>
            </a:r>
          </a:p>
          <a:p>
            <a:endParaRPr lang="zh-CN" altLang="en-US" sz="2200" dirty="0"/>
          </a:p>
        </p:txBody>
      </p:sp>
    </p:spTree>
  </p:cSld>
  <p:clrMapOvr>
    <a:masterClrMapping/>
  </p:clrMapOvr>
  <p:transition>
    <p:random/>
  </p:transition>
</p:sld>
</file>

<file path=ppt/tags/tag1.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176"/>
  <p:tag name="KSO_WM_TEMPLATE_MASTER_TYPE" val="0"/>
  <p:tag name="KSO_WM_TEMPLATE_COLOR_TYPE" val="1"/>
  <p:tag name="KSO_WM_UNIT_SHOW_EDIT_AREA_INDICATION" val="1"/>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5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空白演示"/>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176_1*a*1"/>
  <p:tag name="KSO_WM_TEMPLATE_CATEGORY" val="custom"/>
  <p:tag name="KSO_WM_TEMPLATE_INDEX" val="20205176"/>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9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9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9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9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9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0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0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0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0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0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0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0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0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0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0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1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1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heme/theme1.xml><?xml version="1.0" encoding="utf-8"?>
<a:theme xmlns:a="http://schemas.openxmlformats.org/drawingml/2006/main" name="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1393</TotalTime>
  <Words>6967</Words>
  <Application>Microsoft Office PowerPoint</Application>
  <PresentationFormat>宽屏</PresentationFormat>
  <Paragraphs>553</Paragraphs>
  <Slides>74</Slides>
  <Notes>10</Notes>
  <HiddenSlides>5</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1</vt:i4>
      </vt:variant>
      <vt:variant>
        <vt:lpstr>幻灯片标题</vt:lpstr>
      </vt:variant>
      <vt:variant>
        <vt:i4>74</vt:i4>
      </vt:variant>
    </vt:vector>
  </HeadingPairs>
  <TitlesOfParts>
    <vt:vector size="90" baseType="lpstr">
      <vt:lpstr>Huawei Sans</vt:lpstr>
      <vt:lpstr>等线</vt:lpstr>
      <vt:lpstr>仿宋</vt:lpstr>
      <vt:lpstr>黑体</vt:lpstr>
      <vt:lpstr>华文新魏</vt:lpstr>
      <vt:lpstr>宋体</vt:lpstr>
      <vt:lpstr>Microsoft Yahei</vt:lpstr>
      <vt:lpstr>Microsoft Yahei</vt:lpstr>
      <vt:lpstr>Arial</vt:lpstr>
      <vt:lpstr>Calibri</vt:lpstr>
      <vt:lpstr>Times</vt:lpstr>
      <vt:lpstr>Times New Roman</vt:lpstr>
      <vt:lpstr>Verdana</vt:lpstr>
      <vt:lpstr>Wingdings</vt:lpstr>
      <vt:lpstr>Office 主题​​</vt:lpstr>
      <vt:lpstr>Visio</vt:lpstr>
      <vt:lpstr>设备管理练习</vt:lpstr>
      <vt:lpstr>第9章  文件管理</vt:lpstr>
      <vt:lpstr>本章目录</vt:lpstr>
      <vt:lpstr>9.1  文件及文件系统</vt:lpstr>
      <vt:lpstr>9.1.1  文件</vt:lpstr>
      <vt:lpstr>9.1.1  文件</vt:lpstr>
      <vt:lpstr>9.1.2  文件系统及其功能</vt:lpstr>
      <vt:lpstr>PowerPoint 演示文稿</vt:lpstr>
      <vt:lpstr>openEuler文件系统</vt:lpstr>
      <vt:lpstr>PowerPoint 演示文稿</vt:lpstr>
      <vt:lpstr>9.1.2  文件系统及其功能</vt:lpstr>
      <vt:lpstr>9.1.3  文件的逻辑结构和访问方式</vt:lpstr>
      <vt:lpstr>9.1.3  文件的逻辑结构和访问方式</vt:lpstr>
      <vt:lpstr>9.1.3  文件的逻辑结构和访问方式</vt:lpstr>
      <vt:lpstr>9.1.4  文件的物理结构</vt:lpstr>
      <vt:lpstr>9.2  文件目录管理</vt:lpstr>
      <vt:lpstr>9.2.1  文件控制块</vt:lpstr>
      <vt:lpstr>PowerPoint 演示文稿</vt:lpstr>
      <vt:lpstr>9.2.2  索引结点的引入</vt:lpstr>
      <vt:lpstr>9.2.2  索引结点的引入</vt:lpstr>
      <vt:lpstr>PowerPoint 演示文稿</vt:lpstr>
      <vt:lpstr>9.2.2  索引结点的引入</vt:lpstr>
      <vt:lpstr>9.2.3  单级目录结构</vt:lpstr>
      <vt:lpstr>1. 创建/删除一个文件涉及的目录操作</vt:lpstr>
      <vt:lpstr>2. 单级目录结构的优缺点</vt:lpstr>
      <vt:lpstr>9.2.4  两级目录结构</vt:lpstr>
      <vt:lpstr>PowerPoint 演示文稿</vt:lpstr>
      <vt:lpstr>9.2.4  两级目录结构</vt:lpstr>
      <vt:lpstr>9.2.5  树形目录结构</vt:lpstr>
      <vt:lpstr>9.2.6  目录查询技术</vt:lpstr>
      <vt:lpstr>9.2.6  目录查询技术</vt:lpstr>
      <vt:lpstr>9.2.6  目录查询技术</vt:lpstr>
      <vt:lpstr>练习</vt:lpstr>
      <vt:lpstr>PowerPoint 演示文稿</vt:lpstr>
      <vt:lpstr>9.3  文件存储空间的分配与管理</vt:lpstr>
      <vt:lpstr>9.3.1  文件存储空间的分配</vt:lpstr>
      <vt:lpstr>1.  连续分配</vt:lpstr>
      <vt:lpstr>1.  连续分配</vt:lpstr>
      <vt:lpstr>2.  链接分配</vt:lpstr>
      <vt:lpstr>2.  链接分配</vt:lpstr>
      <vt:lpstr>2.  链接分配</vt:lpstr>
      <vt:lpstr>2.  链接分配</vt:lpstr>
      <vt:lpstr>2.  链接分配</vt:lpstr>
      <vt:lpstr>练习：</vt:lpstr>
      <vt:lpstr>PowerPoint 演示文稿</vt:lpstr>
      <vt:lpstr>3.  索引分配</vt:lpstr>
      <vt:lpstr>3.  索引分配</vt:lpstr>
      <vt:lpstr>3.  索引分配</vt:lpstr>
      <vt:lpstr>4.  混合索引结构</vt:lpstr>
      <vt:lpstr>9.3.2  磁盘空间管理</vt:lpstr>
      <vt:lpstr>9.3.2  磁盘空间管理</vt:lpstr>
      <vt:lpstr>9.3.2  磁盘空间管理</vt:lpstr>
      <vt:lpstr>9.3.2  磁盘空间管理</vt:lpstr>
      <vt:lpstr>PowerPoint 演示文稿</vt:lpstr>
      <vt:lpstr>9.3.2  磁盘空间管理</vt:lpstr>
      <vt:lpstr>练习：</vt:lpstr>
      <vt:lpstr>练习</vt:lpstr>
      <vt:lpstr>9.3.2  磁盘空间管理</vt:lpstr>
      <vt:lpstr>9.3.2  磁盘空间管理</vt:lpstr>
      <vt:lpstr>9.3.2  磁盘空间管理</vt:lpstr>
      <vt:lpstr>9.3.2  磁盘空间管理</vt:lpstr>
      <vt:lpstr>练习</vt:lpstr>
      <vt:lpstr>9.4  文件的共享与保护</vt:lpstr>
      <vt:lpstr>9.4.1  文件共享</vt:lpstr>
      <vt:lpstr>9.4.1  文件共享</vt:lpstr>
      <vt:lpstr>9.4.1  文件共享</vt:lpstr>
      <vt:lpstr>9.4.1  文件共享</vt:lpstr>
      <vt:lpstr>9.4.1  文件共享</vt:lpstr>
      <vt:lpstr>PowerPoint 演示文稿</vt:lpstr>
      <vt:lpstr>Linux下的软链接与硬链接</vt:lpstr>
      <vt:lpstr>9.4.2  文件保护</vt:lpstr>
      <vt:lpstr>9.4.2  文件保护</vt:lpstr>
      <vt:lpstr>9.4.2  文件保护</vt:lpstr>
      <vt:lpstr>小结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第1章  操作系统概述</dc:title>
  <dc:creator/>
  <cp:lastModifiedBy>Z33789</cp:lastModifiedBy>
  <cp:revision>614</cp:revision>
  <dcterms:created xsi:type="dcterms:W3CDTF">2019-06-19T02:08:00Z</dcterms:created>
  <dcterms:modified xsi:type="dcterms:W3CDTF">2025-12-04T13:20:57Z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2052-11.1.0.9999</vt:lpwstr>
  </property>
</Properties>
</file>