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heme/theme2.xml" ContentType="application/vnd.openxmlformats-officedocument.them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.xml" ContentType="application/vnd.openxmlformats-officedocument.presentationml.notesSlide+xml"/>
  <Override PartName="/ppt/tags/tag61.xml" ContentType="application/vnd.openxmlformats-officedocument.presentationml.tags+xml"/>
  <Override PartName="/ppt/notesSlides/notesSlide2.xml" ContentType="application/vnd.openxmlformats-officedocument.presentationml.notesSlide+xml"/>
  <Override PartName="/ppt/tags/tag62.xml" ContentType="application/vnd.openxmlformats-officedocument.presentationml.tags+xml"/>
  <Override PartName="/ppt/notesSlides/notesSlide3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4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ink/ink1.xml" ContentType="application/inkml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5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6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9.xml" ContentType="application/vnd.openxmlformats-officedocument.presentationml.notesSlide+xml"/>
  <Override PartName="/ppt/tags/tag100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5"/>
  </p:notesMasterIdLst>
  <p:sldIdLst>
    <p:sldId id="427" r:id="rId2"/>
    <p:sldId id="667" r:id="rId3"/>
    <p:sldId id="808" r:id="rId4"/>
    <p:sldId id="822" r:id="rId5"/>
    <p:sldId id="740" r:id="rId6"/>
    <p:sldId id="800" r:id="rId7"/>
    <p:sldId id="801" r:id="rId8"/>
    <p:sldId id="470" r:id="rId9"/>
    <p:sldId id="823" r:id="rId10"/>
    <p:sldId id="745" r:id="rId11"/>
    <p:sldId id="746" r:id="rId12"/>
    <p:sldId id="534" r:id="rId13"/>
    <p:sldId id="535" r:id="rId14"/>
    <p:sldId id="747" r:id="rId15"/>
    <p:sldId id="832" r:id="rId16"/>
    <p:sldId id="812" r:id="rId17"/>
    <p:sldId id="826" r:id="rId18"/>
    <p:sldId id="827" r:id="rId19"/>
    <p:sldId id="472" r:id="rId20"/>
    <p:sldId id="824" r:id="rId21"/>
    <p:sldId id="748" r:id="rId22"/>
    <p:sldId id="749" r:id="rId23"/>
    <p:sldId id="750" r:id="rId24"/>
    <p:sldId id="751" r:id="rId25"/>
    <p:sldId id="752" r:id="rId26"/>
    <p:sldId id="753" r:id="rId27"/>
    <p:sldId id="809" r:id="rId28"/>
    <p:sldId id="754" r:id="rId29"/>
    <p:sldId id="755" r:id="rId30"/>
    <p:sldId id="756" r:id="rId31"/>
    <p:sldId id="811" r:id="rId32"/>
    <p:sldId id="820" r:id="rId33"/>
    <p:sldId id="757" r:id="rId34"/>
    <p:sldId id="816" r:id="rId35"/>
    <p:sldId id="807" r:id="rId36"/>
    <p:sldId id="270" r:id="rId37"/>
    <p:sldId id="635" r:id="rId38"/>
    <p:sldId id="758" r:id="rId39"/>
    <p:sldId id="803" r:id="rId40"/>
    <p:sldId id="636" r:id="rId41"/>
    <p:sldId id="814" r:id="rId42"/>
    <p:sldId id="566" r:id="rId43"/>
    <p:sldId id="319" r:id="rId44"/>
    <p:sldId id="320" r:id="rId45"/>
    <p:sldId id="804" r:id="rId46"/>
    <p:sldId id="741" r:id="rId47"/>
    <p:sldId id="829" r:id="rId48"/>
    <p:sldId id="503" r:id="rId49"/>
    <p:sldId id="828" r:id="rId50"/>
    <p:sldId id="504" r:id="rId51"/>
    <p:sldId id="505" r:id="rId52"/>
    <p:sldId id="506" r:id="rId53"/>
    <p:sldId id="760" r:id="rId54"/>
    <p:sldId id="507" r:id="rId55"/>
    <p:sldId id="810" r:id="rId56"/>
    <p:sldId id="830" r:id="rId57"/>
    <p:sldId id="763" r:id="rId58"/>
    <p:sldId id="764" r:id="rId59"/>
    <p:sldId id="765" r:id="rId60"/>
    <p:sldId id="766" r:id="rId61"/>
    <p:sldId id="767" r:id="rId62"/>
    <p:sldId id="768" r:id="rId63"/>
    <p:sldId id="769" r:id="rId64"/>
    <p:sldId id="770" r:id="rId65"/>
    <p:sldId id="771" r:id="rId66"/>
    <p:sldId id="772" r:id="rId67"/>
    <p:sldId id="773" r:id="rId68"/>
    <p:sldId id="774" r:id="rId69"/>
    <p:sldId id="815" r:id="rId70"/>
    <p:sldId id="743" r:id="rId71"/>
    <p:sldId id="775" r:id="rId72"/>
    <p:sldId id="776" r:id="rId73"/>
    <p:sldId id="777" r:id="rId74"/>
    <p:sldId id="780" r:id="rId75"/>
    <p:sldId id="781" r:id="rId76"/>
    <p:sldId id="516" r:id="rId77"/>
    <p:sldId id="517" r:id="rId78"/>
    <p:sldId id="831" r:id="rId79"/>
    <p:sldId id="821" r:id="rId80"/>
    <p:sldId id="744" r:id="rId81"/>
    <p:sldId id="668" r:id="rId82"/>
    <p:sldId id="817" r:id="rId83"/>
    <p:sldId id="818" r:id="rId84"/>
    <p:sldId id="788" r:id="rId85"/>
    <p:sldId id="802" r:id="rId86"/>
    <p:sldId id="819" r:id="rId87"/>
    <p:sldId id="789" r:id="rId88"/>
    <p:sldId id="790" r:id="rId89"/>
    <p:sldId id="784" r:id="rId90"/>
    <p:sldId id="791" r:id="rId91"/>
    <p:sldId id="806" r:id="rId92"/>
    <p:sldId id="792" r:id="rId93"/>
    <p:sldId id="793" r:id="rId94"/>
    <p:sldId id="794" r:id="rId95"/>
    <p:sldId id="805" r:id="rId96"/>
    <p:sldId id="795" r:id="rId97"/>
    <p:sldId id="796" r:id="rId98"/>
    <p:sldId id="797" r:id="rId99"/>
    <p:sldId id="786" r:id="rId100"/>
    <p:sldId id="833" r:id="rId101"/>
    <p:sldId id="834" r:id="rId102"/>
    <p:sldId id="825" r:id="rId103"/>
    <p:sldId id="798" r:id="rId10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7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00FF"/>
    <a:srgbClr val="D9D9D9"/>
    <a:srgbClr val="C8A1E5"/>
    <a:srgbClr val="692B99"/>
    <a:srgbClr val="8F46C8"/>
    <a:srgbClr val="FFFFFF"/>
    <a:srgbClr val="DE8300"/>
    <a:srgbClr val="9956CC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41" autoAdjust="0"/>
    <p:restoredTop sz="93548" autoAdjust="0"/>
  </p:normalViewPr>
  <p:slideViewPr>
    <p:cSldViewPr snapToGrid="0">
      <p:cViewPr varScale="1">
        <p:scale>
          <a:sx n="61" d="100"/>
          <a:sy n="61" d="100"/>
        </p:scale>
        <p:origin x="504" y="52"/>
      </p:cViewPr>
      <p:guideLst>
        <p:guide orient="horz" pos="2027"/>
        <p:guide pos="3817"/>
      </p:guideLst>
    </p:cSldViewPr>
  </p:slideViewPr>
  <p:outlineViewPr>
    <p:cViewPr>
      <p:scale>
        <a:sx n="33" d="100"/>
        <a:sy n="33" d="100"/>
      </p:scale>
      <p:origin x="0" y="-17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2-10-09T03:05:37.953"/>
    </inkml:context>
    <inkml:brush xml:id="br0">
      <inkml:brushProperty name="width" value="0.05292" units="cm"/>
      <inkml:brushProperty name="height" value="0.05292" units="cm"/>
      <inkml:brushProperty name="color" value="#0F1423"/>
    </inkml:brush>
  </inkml:definitions>
  <inkml:trace contextRef="#ctx0" brushRef="#br0">7214 2205 0,'71'0'16,"-36"35"-16,36-35 15,-71 35-15,53-35 16</inkml:trace>
  <inkml:trace contextRef="#ctx0" brushRef="#br0" timeOffset="67.61">7479 2275 0</inkml:trace>
  <inkml:trace contextRef="#ctx0" brushRef="#br0" timeOffset="413.2">7426 2223 0,'0'17'125,"18"-17"-110,17 35 17</inkml:trace>
  <inkml:trace contextRef="#ctx0" brushRef="#br0" timeOffset="1897.9">7161 2593 0,'18'0'109,"0"0"-93,52 0 0,-34 0-16,-19 0 15,18 0 1,-35 35-1,0 36 17,0-36-32,0-17 15,0 17-15,0 0 16,0 18-16,-17 18 16,17-36-16,0 0 15,0 1 1,70-89 31,-34 0-32,17-18-15,-18-17 16,0 0-16,-35 35 16,71 0-16,-71 18 15</inkml:trace>
  <inkml:trace contextRef="#ctx0" brushRef="#br0" timeOffset="2639.66">7814 2117 0,'0'88'31,"-35"-53"-31,35 0 0,0 1 16,0-1-16,-36 0 16,36 18-1,36-53 32,-36-35-31,70 0-1,-34 35-15,-36-53 0,35 53 16,-35 17 31,-18-17-31,18 36-16,0-1 15,-35-35 1,35 35-16,0-17 15,0 17 1,-35 0 0,35 1-1,-36-36 1,36 35-16,53-35 62,-17 0-62,-1 0 16,-35-18-16,35 18 16,-35 18 15,0 17-15,0 53-1,0-52-15,-17-1 16,17 18-16,-71 0 0,71-18 15,-53 18-15,0 0 16,18-53 0,0 0-1,-1 0 1,36-53 0,0-18-16</inkml:trace>
  <inkml:trace contextRef="#ctx0" brushRef="#br0" timeOffset="2844.14">7673 2681 0,'0'18'31,"53"-18"-31,-53 53 16,70-18-16,-34 0 0,-1 1 16,0-1-16,1-35 15,-1 53-15,0-53 16,18 35-1,-18-35 1,1 0 0</inkml:trace>
  <inkml:trace contextRef="#ctx0" brushRef="#br0" timeOffset="3129.88">8255 2187 0,'35'18'16,"1"35"-1,-36 0 1,35-53 0,-35 35-16,35 0 15</inkml:trace>
  <inkml:trace contextRef="#ctx0" brushRef="#br0" timeOffset="3385.58">8431 2205 0,'53'0'31,"-17"-35"-31,34 35 16,1-53-16,-1 53 16,-17 0-16,0 0 15,0 0 1,-53 17-16,0 19 15,0-1 1,-35-35 0,35 53-16,-53-53 15,53 35-15,-53-35 16,18 0-16,-18 35 16</inkml:trace>
  <inkml:trace contextRef="#ctx0" brushRef="#br0" timeOffset="3555.58">8520 2311 0,'0'17'15,"-36"-17"-15,54 0 47,35-35-31</inkml:trace>
  <inkml:trace contextRef="#ctx0" brushRef="#br0" timeOffset="4128.16">8678 2258 0,'18'0'15,"-18"70"32,-71-70-47,36 53 16,0-17-16,-18-36 15,-18 88-15,18-88 0,-17 88 16,17-88-16,18 53 16,-1-53-1,36 35-15,18-35 32,53 0-17,-18 0-15,35-18 16,-35 18-16,17-35 15,-17 35-15,0-70 16,18 70-16,-36-53 16,18 17-1,-88 36 17,-18 0-17,53 18-15,-36-18 16,36 53-1,-35-53-15,35 53 16,0-18-16,0 0 16,-35 18-16,35 0 15,0 18-15,-53-18 16,53-18-16,0 0 16,-35 18-1,52-53 32,-17-35-31,36-18-16,-36-17 15,52 17-15,-52-18 16,53 18-16</inkml:trace>
  <inkml:trace contextRef="#ctx0" brushRef="#br0" timeOffset="4335.95">8749 2646 0,'0'0'0,"0"53"31,0 0-31,0 0 16,0-18 0,0 0-16,0 0 15,0 18-15,0 0 32,0-17-32,-18-54 78</inkml:trace>
  <inkml:trace contextRef="#ctx0" brushRef="#br0" timeOffset="4680.01">8731 2946 0,'-35'0'0,"35"35"0,-35 18 31,35-18-31,-36-35 16,36 35-16,-35-35 16,35 36-1,-35-36 1,0 0 0,70 0 46,0-18-62,0 18 16,1 0-16,-1-35 15,18 35-15,-18 0 16,0-35-16,1 35 0,34 0 16,-34-36-1,16-17 1</inkml:trace>
  <inkml:trace contextRef="#ctx0" brushRef="#br0" timeOffset="5235.78">9208 2187 0,'-36'36'47,"1"-36"-31,0 88-16,-1-53 15,-34 36-15,123-71 63,-18 0-63,0 0 15,18 35 1,-17 18 0,-36 35-1,0-53-15,0-17 16,0 17-16,0 36 16,0-18-16,0 17 15,0 18-15,0-17 0,0-18 16,0-18-16,0 0 15,0 36-15,35-71 16,-35-18 15,0-17-31</inkml:trace>
  <inkml:trace contextRef="#ctx0" brushRef="#br0" timeOffset="5467.62">9384 2187 0,'0'-35'16,"35"35"0,0-35-16,18 35 15,18-36-15,-18 36 16,0 0-16,-18 0 15</inkml:trace>
  <inkml:trace contextRef="#ctx0" brushRef="#br0" timeOffset="5647.22">9507 2275 0,'36'0'47,"52"0"-32,-53 0-15,0 0 16,18 0 0</inkml:trace>
  <inkml:trace contextRef="#ctx0" brushRef="#br0" timeOffset="5805.92">9596 2417 0,'52'0'16,"-52"-18"-1,53 18-15,0 0 16</inkml:trace>
  <inkml:trace contextRef="#ctx0" brushRef="#br0" timeOffset="6022.87">9490 2646 0,'17'0'15,"36"0"1,0 0 0,-18 0-16,18-18 15,-17 18 1</inkml:trace>
  <inkml:trace contextRef="#ctx0" brushRef="#br0" timeOffset="6389.16">9631 2822 0,'0'36'16,"0"-1"0,0 0-1,0 0 1,0 1-1,70-89 48,-34 53-63,17-53 16,-18 53-16,0 0 15,0 0 1,-35 17-1,-17 19 1,-18-1 0</inkml:trace>
  <inkml:trace contextRef="#ctx0" brushRef="#br0" timeOffset="6878">10301 2046 0,'0'18'0,"0"35"16,0 0 0,0 0-1,0 17 1,35-105 46,-35 0-62,89-1 16,-54 36-16,0-53 16,0 53-16,1 0 15,-1 0 1,-70 36 0,-1-1-1,1 0-15,0 18 16,0-53-16,35 18 15,-36-18-15,72 0 32,17 0-17,17 0-15,-17-18 16,0 18-16</inkml:trace>
  <inkml:trace contextRef="#ctx0" brushRef="#br0" timeOffset="7065.85">10283 2593 0,'89'-71'0,"-178"142"0,1 35 0,-18-18 16,71-88-16,35 35 16,18-35-1,70 0 1,0-35-16,0 0 16,-17 35-16,-18-53 15,-18 53-15,-35-36 16</inkml:trace>
  <inkml:trace contextRef="#ctx0" brushRef="#br0" timeOffset="7365.59">10478 2575 0,'0'0'0,"-36"71"0,36-18 16,-70 0-16,70 17 15,-36-17-15,36 0 16,36-53 0,17 35-1,-36-35-15,19 0 0,-1 0 16,35 0 0,-70 36-1,-17-36 1,17 35-16,-71-35 15,36 53-15,0 0 16,-1-18-16,1 0 16</inkml:trace>
  <inkml:trace contextRef="#ctx0" brushRef="#br0" timeOffset="8025.46">11060 2064 0,'0'0'0,"0"70"16,0-52-16,0 17 15,0 1-15,0-1 16,0 0-16,0 0 16,0 1-16,17-36 15,-17 35-15,36-35 32</inkml:trace>
  <inkml:trace contextRef="#ctx0" brushRef="#br0" timeOffset="8402.78">11218 2081 0,'36'0'16,"-1"0"-16,0 0 15,0 0-15,1 0 0,17 36 31,-53-19-31,0 54 16,-36-18 0,1-53-1,35 35-15,-53-35 16,0 0 0,53 35-16,-70-35 15,34 0 1,107-17 46,-36 17-62,1 0 16,-1 0-16</inkml:trace>
  <inkml:trace contextRef="#ctx0" brushRef="#br0" timeOffset="8573.7">11130 2487 0,'0'0'0,"18"0"31,17 0-15,0-18-16,1 18 15,17 0 1,-18 0-1</inkml:trace>
  <inkml:trace contextRef="#ctx0" brushRef="#br0" timeOffset="8873.25">10936 2681 0,'53'0'47,"0"0"-47,18-18 16,-19 18-16,37-52 16,-19 52-16,18-53 0,-35 53 15,18-53-15,-36 53 16,18 0-1,-53-36-15,35 36 16,-70 0 31</inkml:trace>
  <inkml:trace contextRef="#ctx0" brushRef="#br0" timeOffset="9660.02">11042 2769 0,'18'36'15,"17"-1"1,-35 0-1,0 0 1,0-87 31,35 52-47,-35-53 16,35 53-16,-35-36 15,53 36-15,-17 0 16,-1-35-16,18 35 15,-18 18 1,-35 17 15,0 0-15,-18 1 0,-34 16-1,-1-52 1,17 0-1,54 0 32,35 0-31,-53 18 0,0 17-1,0 1 1,-35 17-1,-1-53 1,36-18 15,36 18 1,-1 18-17,-35 17 1,0 0-16,0 0 15,-35 1-15,35-1 16,-36 0 0,107-52 15,-18-36-31,17 17 16,-17 1-16,-17 0 15,-1 35-15,-35-53 0</inkml:trace>
  <inkml:trace contextRef="#ctx0" brushRef="#br0" timeOffset="11993.38">12788 2575 0,'0'-35'15,"0"0"48,-17-1-16,17 1-16,-36 35 0,1 0-15,0 0-1,-1 0 1,36 18 0,-52-18-16,52 88 15,-36-53-15,36 1 16,0-1-16,-53 0 15,53 0-15,0 1 16,0-19-16,0 54 16,36-36-1,-19-35 17,19 0-32,34-17 15,-70-19 1,53-17-16,-18 18 15,-35-18-15,71 18 16,-71 0 0,0 52 15,0 18-15,0 18-1,0-17-15,0-1 16,35 0-1,0-35 1,1 0 0,-19 0-16,19 0 15,-1 0-15,-35-35 16</inkml:trace>
  <inkml:trace contextRef="#ctx0" brushRef="#br0" timeOffset="12836.99">13247 2505 0,'35'0'62,"-35"17"-62,53-17 16,-18 0-16,1 0 16,-1 0-1,0 0-15,0 0 16,18 0-16,-17 0 15</inkml:trace>
  <inkml:trace contextRef="#ctx0" brushRef="#br0" timeOffset="13019.79">13247 2734 0,'0'0'16,"17"0"15,19 0-31,-1 0 16,18 0-16,-18 0 16,0-18-16</inkml:trace>
  <inkml:trace contextRef="#ctx0" brushRef="#br0" timeOffset="15406.91">13935 2205 0,'0'0'0,"0"35"109,0 0-93,0 1-16,0-1 15,0 0-15,0 53 16,0-52 0,0-1-16,0 0 15,0 1-15,-36 34 16,36-35-1,0 18-15,-17-53 16,17 36-16,0-1 31,0-53 79,0-35-95,17-17 1,-17 52-16,36 18 16,-1-53-1,0 53 1,1 0-1,-1 0 1,0 35 0,-35-17-1,0 17 1,0 1 0,0-1-1,-53 0 1,18 18-1,0-53 1,35 18-16,-36-18 16,1 0-1</inkml:trace>
  <inkml:trace contextRef="#ctx0" brushRef="#br0" timeOffset="15615.38">14358 2875 0,'0'35'47,"0"1"-32,35-36 1</inkml:trace>
  <inkml:trace contextRef="#ctx0" brushRef="#br0" timeOffset="16430.84">14340 2593 0,'18'0'47,"35"0"-32,-18 0-15,1 0 16,-1 0-16,0 0 15,0 0 1,1 0-16,-1 0 16,0 0-16,0 0 0,1 0 15,-19 0 1</inkml:trace>
  <inkml:trace contextRef="#ctx0" brushRef="#br0" timeOffset="16799.73">14376 2946 0,'0'0'0,"35"0"63,0 0-48,1 0 1,-1 0-1,-35-18-15,35 18 16,0 0 0,1 0-1,-1 0 1,0 0 0,0-35-1,1 35 1,-36-35-16</inkml:trace>
  <inkml:trace contextRef="#ctx0" brushRef="#br0" timeOffset="17677.89">15222 2205 0,'0'18'31,"0"52"-31,0-17 16,0-18 0,0 1-16,0-1 15,0-18-15,0 19 16,0-1-16,0 0 16,0 18-1,-17-53-15,17 71 16,0-18-1,0-18 1,0 0-16,0-52 219,0-19-219,0 1 15,17 35 1,-17-35 0,0-1-1,36-16 17,-36-1-17,35 53-15,-35-71 16,0 36-1</inkml:trace>
  <inkml:trace contextRef="#ctx0" brushRef="#br0" timeOffset="18496.84">15487 2258 0,'0'-35'32,"-18"35"-17,-17 0 1,0 0-1,17 0 1,-17 0-16,0 0 31,-1 0-15,1 35 0,35 35-1,-53-34 1,53-1-16,0-17 15,-35 34-15,35-16 16,-35 17 0,35 0-1,0-18 1,-36-35-16,36 53 16,0 0-1,0 17 1,18-70-16,-18 36 15,35-1-15,-35 0 16,53-35 0,0 35-1,0-35 1,0 0 0,0 0-1,-18 0-15,18-17 16,-18 17-1,1-53-15,34 18 16,-35-1 0,1 1-1,-1 35 1</inkml:trace>
  <inkml:trace contextRef="#ctx0" brushRef="#br0" timeOffset="18909.07">16016 2558 0,'18'0'47,"17"0"-32,0 0-15,1 0 16,-1 0-16,0 0 16,0 0-16,1 0 15,17 0 1,-18 0-16</inkml:trace>
  <inkml:trace contextRef="#ctx0" brushRef="#br0" timeOffset="19148.39">16087 2752 0,'35'0'46,"0"0"-46,1 0 16,-1 0-16,0 0 16,0 0-16,-35-18 15,36 18-15,-1 0 32,-35-35-32</inkml:trace>
  <inkml:trace contextRef="#ctx0" brushRef="#br0" timeOffset="19642.09">16916 2575 0,'0'0'0,"0"-35"15,0 0 1,0-18 0,0 0-1,-18 53-15,-17 0 16,-18 0-1,0 70-15,0-17 16,-18 18-16,36-18 16,0 0-16,35-18 15,-35 0-15,35 1 16,0-1 0,0 0-1,70-35 1,-35 0-16,1 0 15,-1-17-15,0 17 16,1-53-16,-1 17 16,0-17-16,0 18 15,1-18-15,34-35 0,1-35 16,-18-36-16,0 18 16,0 52-16</inkml:trace>
  <inkml:trace contextRef="#ctx0" brushRef="#br0" timeOffset="19853.14">17251 1905 0,'0'0'0,"0"18"47,0 17-32,-53 35-15,53-17 16,-71 36-16,71-19 16,-53 18-16,53 1 15,-52-37-15,52 1 16,0-17-16,0-1 0,0 18 15,35-18 1,35-35 0</inkml:trace>
  <inkml:trace contextRef="#ctx0" brushRef="#br0" timeOffset="20257.73">17533 2417 0,'18'35'16,"35"-35"-1,-18 0-15,18 0 16,-18 0 0,0 0-16,1 0 15,-1 0-15,0 0 16</inkml:trace>
  <inkml:trace contextRef="#ctx0" brushRef="#br0" timeOffset="20460.02">17480 2681 0,'0'0'0,"18"0"31,17 0-31,0 0 16,1 0-16,17 0 15,-1 0-15,-16 0 16,-1 0-16,0 0 16</inkml:trace>
  <inkml:trace contextRef="#ctx0" brushRef="#br0" timeOffset="21059.21">18221 2716 0,'18'0'32,"35"0"-32,35-17 15,-53 17 1,0 0-16,1-36 16,-1 36-16,0 0 15,-35-35-15,53 35 16,-53-35-16,0-18 15,0 0 1,0 18 0,-18 35-1,-35 0 1,18 0-16,0 17 16,-18 72-1,53-72 1,-35 36-16,35-18 15,0-17-15,0 17 0,0 36 16,17-18 0,54-18-1,-36-35 1,0 0-16,1 35 16,-1-35-16,0 0 15,-17 0-15,17 0 16,1 0-16,-1-17 15</inkml:trace>
  <inkml:trace contextRef="#ctx0" brushRef="#br0" timeOffset="21607.83">19103 2663 0,'35'0'0,"53"0"32,-52-35-17,17 35-15,17 0 0,-17 0 16,-18 0-16,1 0 31,17 0-31,-18 0 16</inkml:trace>
  <inkml:trace contextRef="#ctx0" brushRef="#br0" timeOffset="21817.29">19191 2769 0,'53'0'31,"0"0"-15,18 0-16,-19 0 15,1 0-15,0-17 16,-17 17-16,-1 0 15,0 0-15</inkml:trace>
  <inkml:trace contextRef="#ctx0" brushRef="#br0" timeOffset="22388.06">20285 2381 0,'0'0'0,"0"-35"16,0-18-1,0 18-15,0 0 16,-18 35 0,-17 0 15,0 17-16,35 18 1,-36 1-16,36-1 16,-35 36-16,35-19 0,-35 1 15,35 36-15,-53-19 16,53 1-16,0-18 16,0 0-16,0-18 15,0 0-15,0 0 16,0 18-1,0 0-15,0-18 16,-35 1 15,-1-36 1,36-53-32</inkml:trace>
  <inkml:trace contextRef="#ctx0" brushRef="#br0" timeOffset="22618.88">19826 2681 0,'53'0'31,"-18"-35"-31,1 35 16,-1 0-16,18 0 15,-18 0-15,0 0 16,1 0-16,17 0 16,-18 0-1,0 0 1</inkml:trace>
  <inkml:trace contextRef="#ctx0" brushRef="#br0" timeOffset="23019.01">20532 2628 0,'17'0'47,"-17"35"-47,53-35 15,-17 0-15,-1 0 16,0 0-16,18 0 15,0 0 1,0 0 0,-18 0-1</inkml:trace>
  <inkml:trace contextRef="#ctx0" brushRef="#br0" timeOffset="23437.57">20567 2840 0,'18'0'46,"35"0"-30,17 0 0,-17 0-1,-18 0 1,1 0 0,-1 0-1,0 0 1,-17 0-1</inkml:trace>
  <inkml:trace contextRef="#ctx0" brushRef="#br0" timeOffset="23991.83">21414 2558 0,'0'35'62,"-18"18"-62,18-36 16,-53 36-16,53-17 16,0-19-16,0 19 0,-18-36 15,18 70-15,0-17 16,0-18 0,36-35-1,-1 0 1,18 0-1,0 0 1,-18-17-16,0 17 16,36-88-16,-36 35 15,0 0-15,18-36 16,-53 37-16,36-1 16,-36 17-16,0-17 15,-36 53 1,36-35-1,-70 35-15,52 0 0,-17 0 16,0 0-16,-1 0 16,1 0-16,0 0 15,0 0-15</inkml:trace>
  <inkml:trace contextRef="#ctx0" brushRef="#br0" timeOffset="36588.78">1711 4710 0,'0'35'140,"0"0"-124,35 36-16,-35-36 15,0 18-15,0 0 16,0 0-16,0-18 16,0 18-1,0 17-15,36-17 0,-36-17 16,0-1-16,0 0 16,0 1-1,0-89 16,0 0-15,0 0-16,0 0 16</inkml:trace>
  <inkml:trace contextRef="#ctx0" brushRef="#br0" timeOffset="36985.71">1799 4780 0,'0'-35'32,"18"35"-17,35 0 1,17 0-1,-17 0 1,-53 18-16,35 34 16,-35 1-1,0 0 1,-17-53 0,17 71-16,-53-71 15,53 53-15,-53-53 0,53 35 16,-35-35-1,-1 0 1,36 35 0</inkml:trace>
  <inkml:trace contextRef="#ctx0" brushRef="#br0" timeOffset="37479.75">2064 5115 0,'0'53'218,"0"-18"-202,0 18 0,0 0-1,0-17 1,35-107 31,-35 36-32</inkml:trace>
  <inkml:trace contextRef="#ctx0" brushRef="#br0" timeOffset="38417.44">1411 4657 0,'0'17'15,"-53"-17"-15,53 36 16,-35 17-1,35 17 1,-35-35 0,35 1-16,0 17 15,0-1-15,-53 1 16,53 53 0,0-88-16,0 17 0,0 36 31,0-36-31,35 0 0,-35 1 15,53-1-15,-18 18 16,89 0 0,-89-53-16,18 53 15,0-53-15,0 0 16,17 52-16,-17-52 16,0 0-16,-18 0 15,1 0-15,-1 0 16,0 0-16,0 0 0,1 0 15,-1 0-15,0 0 16,1-52-16,-1 52 16,0-71-16,0 18 15,18 0-15,-17 0 16,-1-17-16,0 17 16,-35 0-16,71 0 15,-71 35-15,35-35 16,-35 36-16,0-19 15,0 1-15,0 0 16,0 0-16,0-18 16,0-18-16,0 54 15,-18-36-15,-52 0 16,35 53-16,-1-36 16,1 36-16,-18 0 15,-35-53-15,17 53 16,-17 0-16,18 0 15,-19 0-15,36 0 16,1 0-16,-1 0 16,-18 36-16,36-36 15,0 53 1,-1 0 0,36-18-16,0 53 15,0-53-15,18-35 16</inkml:trace>
  <inkml:trace contextRef="#ctx0" brushRef="#br0" timeOffset="39317.75">2822 4710 0,'0'0'0,"-35"0"15,0 0 17,52 0 77,36 0-93,-17-36-16,34 36 15,18-70-15,0 34 0,18 36 16,-18-70-16,-17 70 16,17-71-16,-17 71 15,-18-35-15,-18 35 16,0 0-16,1-35 15,-1 35 1,0 0 0,0 0-1,1 0 1,-1 0 15,0-35 16,0 35 16,-35-36-17</inkml:trace>
  <inkml:trace contextRef="#ctx0" brushRef="#br0" timeOffset="40007.75">3881 4110 0,'-36'0'16,"36"18"31,18-18-32,17 35 1,0-35 0,-35 35-16,53-35 15,-17 35-15,-1-35 16,18 36 0,-18-36-1,-35 35-15,0 0 16,0 0-1,-35 1-15,-36 34 16,36-70 0,35 53-16,-53-53 15,53 35-15,-35-35 16</inkml:trace>
  <inkml:trace contextRef="#ctx0" brushRef="#br0" timeOffset="46089.61">4639 4092 0,'0'-35'16,"0"17"93,-35 18-62,-1 0-15,1 0-1,0 0-16,35 36 17,-35-36-17,35 35 17,0 0 93,0 0 1531,0 1-1641,0-1-15,0 18 0,0-18 16,0 0-16,0 18 16,0 18-1,0-36-15,0 18 16,0-18 0,0-88 46,0-17-46,0 17-16</inkml:trace>
  <inkml:trace contextRef="#ctx0" brushRef="#br0" timeOffset="46488.74">4480 4022 0,'36'0'63,"-36"-36"-63,52 36 15,-16 0 1,-36 36-16,35-36 15,-35 53-15,0 0 16,35-53 0,-35 35-16,0 0 15,0 0 17,-17-35-32,-19 53 15,-34 0 1,52-53-1,18 35 1,-35-35-16</inkml:trace>
  <inkml:trace contextRef="#ctx0" brushRef="#br0" timeOffset="46831.68">4745 4322 0,'35'0'31,"0"0"-15,18 17-1,18-17 1,-71 35-1,0 18-15,-35-17 16,-1-1-16,1 0 16,0-35-16,0 71 15,-1-71 1,54 0 15,17 0-31,18 0 16,0 0-16,18-36 15,-36 36-15,0 0 16,-35-17-16</inkml:trace>
  <inkml:trace contextRef="#ctx0" brushRef="#br0" timeOffset="47582.11">4322 4039 0,'0'0'16,"0"36"-16,-36-36 0,36 53 15,0-18-15,-53 0 16,53 36 0,0-36-16,-35 0 15,35 0-15,0 18 16,0 0-16,0 0 15,0-18-15,0 1 16,18-1-16,-18 0 16,35 1-16,18 34 15,-18-70-15,0 35 16,36-35-16,-18 0 16,0 36-16,0-36 15,17 0-15,-17 0 16,0 0-16,-18 0 15,18 0-15,0 0 16,18-18-16,-18 18 16,17-88-16,-17 53 15,0-18-15,0 17 16,-18-17-16,-35 18 16,53-18-16,-53-17 15,36 17-15,-36 0 16,0 0-16,0-18 15,-18 19-15,18-1 0,-71-36 16,36 54-16,-18 0 16,0 35-16,-35-53 15,17 53-15,-34 0 16,-19 0-16,18 0 16,36 0-16,-1 18 15,18-18-15,0 70 16,18-70-16,-18 88 15,18-52-15,35 17 16,-53-1-16,53 19 0</inkml:trace>
  <inkml:trace contextRef="#ctx0" brushRef="#br0" timeOffset="48295.75">2858 5662 0,'35'0'32,"0"0"-17,18 18-15,35-18 16,-17 0-16,17 35 16,-18-35-16,19 53 15,-1-53-15,-18 35 16,19-35-16,-36 35 15,-1-35-15,19 36 0,-18-36 16,-18 53-16,0-53 16,18 35-1,-17-35 1,17-18 15,-53-35-15</inkml:trace>
  <inkml:trace contextRef="#ctx0" brushRef="#br0" timeOffset="48565.25">3969 5609 0,'0'18'15,"0"17"1,17 0-1,19 1 1,-1 17 0,-35-1 15,-18 19-15,-17-18-16,0-18 15,-36 18 1,71-18-16</inkml:trace>
  <inkml:trace contextRef="#ctx0" brushRef="#br0" timeOffset="49735.87">4621 5750 0,'0'18'531,"0"52"-515,-53 1-16,53-18 15,0 0-15,0 70 16,0-70 0,0-17-16,0-1 15,0 0-15,0 18 16,0-18-1,0-52 17,0-19-17,0 1-15</inkml:trace>
  <inkml:trace contextRef="#ctx0" brushRef="#br0" timeOffset="50095.75">4604 5733 0,'35'-53'16,"18"17"-16,0 36 16,-18 0-1,-35 18 1,35-18-16,-35 53 15,0 0 1,0-18-16,0 18 16,0-18-1,-17-35-15,17 53 16,-53 18 0,18-36-1,-1-35 1,1 0-1</inkml:trace>
  <inkml:trace contextRef="#ctx0" brushRef="#br0" timeOffset="50528.93">4851 6033 0,'0'17'0,"35"-17"15,-35 35 17,0 18-1,0 0-16,-18-53-15,18 53 16,-35-53-16,88 0 47,0 0-31,17-17-16,-17 17 15,-17 0-15,-1 0 16,-35 17-1,-53 18 1,18 1 0,-1 17 15,1-53 0</inkml:trace>
  <inkml:trace contextRef="#ctx0" brushRef="#br0" timeOffset="51189.84">4392 5609 0,'0'0'0,"-70"35"15,34 1 1,36 34 0,-35 1-16,35-1 15,0 19-15,0-19 16,18 1-16,-18-18 0,35 0 15,-35-1-15,70 1 16,-70-35-16,71 35 16,-36-53-16,18 53 15,0-53-15,0 35 16,0-35-16,18 53 16,-19-53-16,1 0 15,0 0-15,18 35 16,-18-35-16,-18 0 15,0 0-15,1-17 16,-1 17-16,0-89 16,0 54-16,18 0 0,-17-36 15,-1 18-15,0-35 16,18 0-16,-18 0 16,18 0-16,-53 35 15,0 0-15,0 18 16,0-18-16,0 17 15,-17-17-15,-36-17 16,0 17-16,-35 0 16,-1 18-16,19 35 15,-18 0-15,-18 0 16,0 0-16,0 0 16,36 0-16,52 0 15,-35 35-15,18-35 0,-1 71 16,36-54-1,-52 36-15,52-18 0</inkml:trace>
  <inkml:trace contextRef="#ctx0" brushRef="#br0" timeOffset="52105.25">5680 4357 0,'17'0'63,"19"0"-48,-1 0-15,18 0 0,17 0 16,1 0-1,17 0-15,-17 0 0,35 0 16,17-53-16,18 53 16,-35 0-16,-18-35 15,0 35-15,-35 0 16,0 0-16,-18 0 16,18 0-1,-17 0 16</inkml:trace>
  <inkml:trace contextRef="#ctx0" brushRef="#br0" timeOffset="52389.27">6914 4092 0,'0'18'31,"36"-18"-15,17 0-16,17 35 16,-17-35-16,-18 0 0,18 35 31,-53 36-31,0-36 15,-17-35-15,-19 71 16,-17-18-16,-35-18 16,18 0-16,52-35 15,18 53-15,-35-53 16,35 71-16,35-71 16</inkml:trace>
  <inkml:trace contextRef="#ctx0" brushRef="#br0" timeOffset="53109.93">7708 4022 0,'0'35'31,"0"0"-15,0 18-16,35 18 15,-35 52 1,0-35-16,0-35 16,0 0-16,0 18 15,0-18-15,0 0 16,0-18-16,0 0 0,0 0 15,0-87 32</inkml:trace>
  <inkml:trace contextRef="#ctx0" brushRef="#br0" timeOffset="53439.01">7832 4057 0,'0'0'0,"35"-35"31,18 35-15,0 0-1,0 0 1,-53 17-16,0 36 15,0-17 1,0-1 0,0 0-16,0 0 15,-36 18-15,-34 18 16,35-71 0,35 53-16,-53-53 15,17 35-15,1-35 31</inkml:trace>
  <inkml:trace contextRef="#ctx0" brushRef="#br0" timeOffset="53710.01">8061 4392 0,'0'18'0,"0"35"15,0-18 1,0 18 0,0-18-1,0 0-15,35-35 16,-35 36 0,36-36-16,34 0 15,-17-36 1,-18 1-1,-35 0 17</inkml:trace>
  <inkml:trace contextRef="#ctx0" brushRef="#br0" timeOffset="53935.31">8273 4427 0,'0'18'16,"0"17"0,-36 1-16,36-1 15,0 0-15,-35 0 16,35 1-16,0-1 16,-35 18-1,35-18 1</inkml:trace>
  <inkml:trace contextRef="#ctx0" brushRef="#br0" timeOffset="54751.65">7796 3845 0,'-70'18'16,"17"-18"-16,53 35 16,-35-35-16,35 53 15,-36 0-15,36-35 16,0 17-16,-35 36 16,35-19-16,0 19 15,0 0-15,0-1 16,0-17-16,0 18 15,-35-19-15,35 1 16,0-17-16,0-1 16,0 0-16,17 1 15,-17-1-15,0 0 0,36-35 16,-36 53-16,53-53 16,-53 53-16,53-53 15,-18 35-15,0-35 16,0 53-16,1-53 15,-1 0-15,0 35 16,1-35-16,-1 0 16,0 0-16,0 0 15,1 0-15,17-35 16,-1 35-16,19-35 16,-18 35-16,0-35 15,-18 35-15,0-36 16,1 36-16,17-70 0,-18 70 15,-35-53-15,70 53 16,-17-53-16,-17 53 16,-36-88-16,53 35 15,-53 0-15,0 0 16,0-35-16,0 35 16,0-35-16,-53 35 15,17-35-15,-17-1 16,1 54-16,-1 35 15,-36-53-15,1 53 16,18 0-16,-19 0 16,19 0-16,-18 0 0,35 35 15,0-35-15,18 36 16,-18-36-16</inkml:trace>
  <inkml:trace contextRef="#ctx0" brushRef="#br0" timeOffset="55630.01">5856 6068 0,'0'0'0,"18"0"78,52 0-62,-17 0 0,18 0-16,-18 0 0,0 0 15,35 0-15,18 0 16,-1 0-16,-34 0 16,-18 0-16,18 0 15,-36 0-15,0 35 16,0-35-16,18 0 15,-17 0 1,-1 0 15,-35-18-15</inkml:trace>
  <inkml:trace contextRef="#ctx0" brushRef="#br0" timeOffset="55922.05">6844 5944 0,'18'0'32,"17"0"-17,18 36-15,-18-36 16,0 0-16,1 35 15,-1 0 1,-35 18 0,-18 18-1,-17-36-15,0-35 16,35 53-16,-53-53 0,53 35 16,-36-35-16,36 35 15,0 1 1</inkml:trace>
  <inkml:trace contextRef="#ctx0" brushRef="#br0" timeOffset="58118.81">7655 5821 0,'0'0'0,"-35"0"0,0 0 63,-1 17-48,1 54 1,35-36-16,-35 18 16,35 0-16,0 0 15,0 18-15,0-18 16,0-1-16,0 1 15,0-17-15,0-1 16,18 0-16,17-35 16,0 71-16,18-71 0,18 35 15,-19-35-15,1 0 16,0 35-16,18-35 16,-18 0-16,0 0 15,17 0-15,18 0 16,1-17-16,-19 17 15,1-89-15,-18 54 16,17-18-16,-34 18 16,-1 0-16,0-1 15,0 1-15,-35 0 16,36 0-16,-36-1 16,0-17-16,53-70 15,-53 70 1,0 0-16,0-17 0,0 34 15,-36 1-15,36 0 16,-53 35-16,18-53 16,0 53-16,-18-35 15,-18 35-15,18 0 16,0 0-16,1 0 16,-1 0-16,-18 0 15,53 0-15,-34 17 16,16-17-16,-34 0 15,34 35 1,1-35-16,0 36 16,0-36-16,35 35 15,-89-35-15,54 35 0</inkml:trace>
  <inkml:trace contextRef="#ctx0" brushRef="#br0" timeOffset="58500.89">7691 5891 0,'0'71'15,"0"-36"1,0 1-16,0-1 16,0-18-16,0 19 15,0-1-15,0 0 16,0 1-16,0 16 15,35-16 1</inkml:trace>
  <inkml:trace contextRef="#ctx0" brushRef="#br0" timeOffset="58852.77">7814 5856 0,'35'0'16,"18"0"-1,-17 0-15,-1 0 31,-35 35-31,0 1 16,0 34 0,-18-70-1,18 53-15,-35-53 16,35 53-16,-53-53 16,53 53-16,-35-53 15,35 53-15,-36-53 16,36 35-1,-35-35 1</inkml:trace>
  <inkml:trace contextRef="#ctx0" brushRef="#br0" timeOffset="59221.62">8043 6156 0,'0'0'0,"0"18"31,0 17-15,0 0-1,0 0 1,0 1-16,36-1 31,-1 0-15,-35 1 15,-18-1-15,-17-35-1,0 0 16,-1 0 1,36-35-32,0-1 0</inkml:trace>
  <inkml:trace contextRef="#ctx0" brushRef="#br0" timeOffset="59393.95">8008 6156 0,'35'0'16,"18"-35"0,-17 35-16,-1 0 15,0 0-15,-35-36 16,53 36-16,-18 0 16</inkml:trace>
  <inkml:trace contextRef="#ctx0" brushRef="#br0" timeOffset="60293.25">9013 4710 0,'0'-36'15,"36"36"1,52 0 0,-35 18-1,0-18-15,-18 35 16,36-35-16,-18 53 15,-1-53 1,19 71-16,-18-36 0,0 0 16,70 53-1,-34-88-15,-1 71 16,-18-71-16,1 35 16,-36-35-16,0 36 15,18-36 1,-53 35-16,53-35 15,0 53-15,-18-53 16,1 0 0,-36-18 62</inkml:trace>
  <inkml:trace contextRef="#ctx0" brushRef="#br0" timeOffset="60594.8">10283 5045 0,'18'0'31,"17"17"-15,1 19 0,-1-1-1,-35 0 17,0 36-17,-18-71-15,18 17 16,-53-17-16,53 36 15,-53-36-15,53 35 16,-52-35-16,52 71 16,-36-71-16</inkml:trace>
  <inkml:trace contextRef="#ctx0" brushRef="#br0" timeOffset="61367.21">9190 6156 0,'-35'0'63,"-1"0"-47,89 0 93,-17-18-93,34 18-16,-17-70 15,0 70-15,17-53 16,-17 53-16,36-71 15,-1 36-15,-35 35 16,17-71-16,-17 71 16,0-52-16,-18 52 15,1-36-15,-1 36 16,35-35 0,-52 35-1,17 0 1,-35-35-1,36 35 17</inkml:trace>
  <inkml:trace contextRef="#ctx0" brushRef="#br0" timeOffset="61741.97">10054 5556 0,'0'18'62,"35"-18"-46,36 53-1,-36-53 1,-35 35-16,36 0 16,-36 1-1,0-19 1,-18-17-16,18 88 15,-88-52-15,35 34 16,53-34 0</inkml:trace>
  <inkml:trace contextRef="#ctx0" brushRef="#br0" timeOffset="62830.78">10918 5115 0,'-17'0'15,"-36"18"1,18-18 0,35 53-16,-71-18 15,18 89 1,53-71-16,-35 70 16,-18 18-1,53-70 1,-35-1-16,35 18 15,0-35-15,0-17 16,17-1-16,-17 0 16,36 0-16,-1 1 15,0-36-15,18 53 16,-35-53-16,52 0 16,-17 0-16,0 0 15,0 0-15,0 0 16,35 0-16,18-36 15,17 36-15,-34-105 16,-1 69-16,-35-17 0,17 18 16,-17-18-1,18-17-15,-36-19 0,-35 36 16,53-35 0,-53 35-16,0 0 0,0 1 15,0-37-15,0 36 16,0 0-16,-53-17 15,18 17-15,0 18 16,-1 35-16,1-36 16,-36 36-16,18 0 15,-17 0-15,-18 0 16,17 0-16,18 0 16,-17 18-16,17-18 15,0 35-15,18-35 0,-1 0 16,36 36-16,-53-36 15,0 70 1</inkml:trace>
  <inkml:trace contextRef="#ctx0" brushRef="#br0" timeOffset="63263.38">10936 5292 0,'0'0'0,"0"53"16,0 17 0,0-35-1,0 18-15,0 0 16,0 0-16,0 0 0,-18 18 15,18-36-15,0 0 16,0-17 0,-35-18-16,35 35 0</inkml:trace>
  <inkml:trace contextRef="#ctx0" brushRef="#br0" timeOffset="63571.93">11024 5256 0,'89'-35'15,"-54"35"1,0 0-1,-35 18 1,0 17 0,-18-35-1,-17 53-15,-35 0 16,17 0 0,17-18-1,1 0 1,0 1-1</inkml:trace>
  <inkml:trace contextRef="#ctx0" brushRef="#br0" timeOffset="64389.82">11430 5450 0,'0'0'0,"-35"36"62,-1-36-31,36 53-31,-35-53 0,35 53 16,-35-53-16,35 52 16,-35-52-16,35 53 15,0 18 1,0-18-1,0 0 1,0-18 0,17-35 15,19 0-15,-1 0-1,-35-35-15,35 35 0,-35-71 16,0 54-16,18 17 15,-18-36-15,-36 36 32,36-35-32,-52 35 15,16 0-15,1 0 16,0 0 0</inkml:trace>
  <inkml:trace contextRef="#ctx0" brushRef="#br0" timeOffset="66593.17">3369 3845 0,'0'-35'94,"-18"0"-78,-17-1 15,0 36-16,0 0 1,-1 0 0,-17 18-1,18-18 1,35 35-16,-35-35 16,35 53-16,0-17 15,-35-1-15,35 53 16,0-35-1,17-53 17,36 0-17,-18 0-15,-35-35 16,53-18-16,-53 17 16,71 1-16,-71 0 15,53 35-15,-53-53 16,35 53-16,-35 18 62,-18-18-62,18 53 16,-53 17 0,53-17-1,0-18-15,18-35 16,-18 36-16,35-36 15,1 0 1,-36 35-16,35-35 16</inkml:trace>
  <inkml:trace contextRef="#ctx0" brushRef="#br0" timeOffset="67758.48">3298 5027 0,'0'71'47,"0"-36"-31,0 0-16,0-17 15,0 17-15,0 36 16,0-36-16,0-17 15,-17 35-15,17-36 16,17-105 109,-17 53-109,36-1-16,-36 1 31,35 35-15,0 0-1,-35 18 1,36-18-1,-36 35-15,0 0 16,0-17 0,0 17-1,0 36 1,-18-71 0,18 35-16,-35-35 0,35 18 15,-53-18 1,53 35-16,-53-35 15,18 0 1,-1 0 0,36-18-1,0 1-15,18-36 16,-18 18-16,35-1 16</inkml:trace>
  <inkml:trace contextRef="#ctx0" brushRef="#br0" timeOffset="68934.2">6456 3757 0,'0'-35'31,"-18"35"16,18-35-31,0-1 15,-35 36-31,0 0 31,35-35-15,-36 35 15,-17 35-15,-17 36-1,70-36-15,-35 18 16,35-35-16,0 70 15,0-35 1,0 0 0,0-18-1,35 18 1,0-53 0,0 0-1,18 0 1,0 0-1</inkml:trace>
  <inkml:trace contextRef="#ctx0" brushRef="#br0" timeOffset="69970.48">6403 5521 0,'0'-35'31,"0"-1"16,-18 36-31,18-17-16,-35-36 15,0 53 17,-18 0-17,53 18-15,-35-18 16,35 35-16,-36-35 16,36 53-16,0-18 15,-35 18-15,35 17 16,0-34-1,0 17 1,0-18 0,18-35 15,17 0-15,0-35-16,0-36 15,-35 36 1,53 0-16,0-18 15,-17-18-15,-1 18 16,0 0-16,18-17 16,-53-1-16</inkml:trace>
  <inkml:trace contextRef="#ctx0" brushRef="#br0" timeOffset="70218.03">6668 4921 0,'0'18'31,"-18"70"-15,18-53-1,-35 18-15,35 0 0,-36 18 16,36-18-16,-53-18 16,53 0-16,0 1 15,-35-1-15,35 0 16,0 0-16,0 1 15,0-1 17,18-35-32</inkml:trace>
  <inkml:trace contextRef="#ctx0" brushRef="#br0" timeOffset="71586.85">9843 4410 0,'17'0'78,"18"0"-78,1 0 15,-1 0 1,-35-53 0,53 53-16,-53-35 15,35 35-15,0-36 16,-35 1-1,0 0 17,-35-1-17,0 36 1,0-35 0,-1 35-1,1 18 1,-18 70-1,53-53-15,-53 1 16,53-1-16,0 0 16,0 18-1,0 0 1,36 0 0,16-53-1,-52 17-15,53-17 16,-17 0-16,-1 0 15,18 0 1,-53 36-16</inkml:trace>
  <inkml:trace contextRef="#ctx0" brushRef="#br0" timeOffset="72378.07">9490 5398 0,'0'0'0,"0"-36"0,0 1 16,-18 0-1,18-1 1,0 1-1,-35 35 1,0 0 31,35 35-31,-36-35-16,36 71 0,0 0 15,0-36 1,0 35-1,0-34-15,0-1 16,0 0 0,0 0-16,0 1 0,0-1 15,0 0-15,0-17 16,0 17-16,0 0 16,0 18-1,0-17 1</inkml:trace>
  <inkml:trace contextRef="#ctx0" brushRef="#br0" timeOffset="72721.28">9137 5556 0,'35'0'16,"18"0"-1,0 0 1,18 0 0,17 0-1,-35 0 1,-18 0 0,0 18-1,1-18 1,-1 0-1,0 0 17</inkml:trace>
  <inkml:trace contextRef="#ctx0" brushRef="#br0" timeOffset="74227.17">8749 6262 0,'18'0'110,"-18"17"-48,35-17-62,0 0 31,0 0-15,1 0 0,-1-17-1,0 17 1,0 0 15,18-35 0,0 35-15,-53-36-16,36 36 16,-1 0-1,0 0 32,0 0-31</inkml:trace>
  <inkml:trace contextRef="#ctx0" brushRef="#br0" timeOffset="91625.84">2522 7567 0,'36'71'125,"-36"-18"-109,0-1-16,0 37 16,0-19-16,0 18 15,53-35-15,-53 18 16,0 35 0,35-53-16,-35 0 15,0 17-15,0-35 16,0 1-16,35-1 15,-35-106 48,0 36-63</inkml:trace>
  <inkml:trace contextRef="#ctx0" brushRef="#br0" timeOffset="92106.08">2663 7726 0,'0'0'0,"0"-18"16,0-17 15,18 35-15,17 0 15,1 0-15,-1 0-1,-35 18-15,35-18 16,-35 17-16,0 54 15,0-18 1,0-18-16,-17 0 16,-36 18-1,17-18 1,1 18 0,35-35-1,-35-18-15,35 35 63</inkml:trace>
  <inkml:trace contextRef="#ctx0" brushRef="#br0" timeOffset="92390.93">3157 7849 0,'0'71'47,"0"-36"-32,0-17-15,0 17 0,0 36 16,0-18 0,0-18-1,0 0 1</inkml:trace>
  <inkml:trace contextRef="#ctx0" brushRef="#br0" timeOffset="93030.19">3651 7726 0,'-35'0'16,"0"0"15,-1 35-15,36 0 0,-35-35-16,35 53 15,0-17-15,-35-1 0,35 0 16,0 0-16,0 1 15,0-1-15,0 18 16,35-18 0,0-35-1,36 0 1,-18 0 0,-18-35-1</inkml:trace>
  <inkml:trace contextRef="#ctx0" brushRef="#br0" timeOffset="93299.85">4128 7673 0,'17'0'31,"36"18"-15,-18 17-1,-35 53 1,0-70-16,0 17 16,0 36-16,0-19 15,-53 37-15,-17-1 0,-1 0 16,36-17-16</inkml:trace>
  <inkml:trace contextRef="#ctx0" brushRef="#br0" timeOffset="94986.84">1764 8855 0,'-18'0'109,"-35"17"-93,0 36-1,1 18 1,52-36-16,0 0 0,-36 1 16,36-1-1,0 18-15,18-18 16,52-35-1,-70 35 1,18-35-16,-18 36 16,35-36-1,-35 35-15,0 18 16,0-18 0,0 0-16,0 1 15,0-1-15,0 0 16,0-17-16,0 52 15,0-34 1,71-36 15</inkml:trace>
  <inkml:trace contextRef="#ctx0" brushRef="#br0" timeOffset="95346.29">2487 9366 0,'0'0'0,"35"0"31,-17 0 1,17 0-32</inkml:trace>
  <inkml:trace contextRef="#ctx0" brushRef="#br0" timeOffset="95525.82">3052 9472 0,'52'0'31,"-16"0"-15,-1 0-16,0 0 15,1 0-15</inkml:trace>
  <inkml:trace contextRef="#ctx0" brushRef="#br0" timeOffset="95683.08">3528 9543 0,'53'0'46</inkml:trace>
  <inkml:trace contextRef="#ctx0" brushRef="#br0" timeOffset="98031.34">2946 10001 0,'-36'0'109,"1"0"-78,0 0 1,35-17-32,-35 17 15,-1 0 17,-17 0-17,18 17 1,0-17-1,35 36-15,-53-36 32,53 35-32,-35-35 15,35 35-15,-36 0 32,36 1-1,18-36-16,17 35 1,18-35 0,-53 35-16,35-35 15,18 35 1,-17-35-16,34 36 31,-34-36-15,-36 35-1,0 0 32,0 1-15,-53-1-17,17 18 1,1-53-1,35 17 1,-35-17-16,-1 0 31,36-35 16</inkml:trace>
  <inkml:trace contextRef="#ctx0" brushRef="#br0" timeOffset="98489.27">3246 10142 0,'0'18'78,"0"17"-63,0 18 1,0 0 0,35-53-1,-35 35-15,0 1 16,0-1-1,0 0 17,35-35-17</inkml:trace>
  <inkml:trace contextRef="#ctx0" brushRef="#br0" timeOffset="100311.11">3792 9931 0,'0'35'110,"0"18"-79,0-18-16</inkml:trace>
  <inkml:trace contextRef="#ctx0" brushRef="#br0" timeOffset="100611.83">3845 10319 0,'0'35'15,"0"0"1,0 18-1,0 35 1,0-52 0,0-19-16,-17 36 0,17-17 15,-53-36-15</inkml:trace>
  <inkml:trace contextRef="#ctx0" brushRef="#br0" timeOffset="118480.16">2505 10954 0,'-18'0'171,"-17"0"-139,17 0-17,18 17 1,-35-17-16,0 0 16,-1 36-1,1-36 16,35 35-31,-35 0 32,35 1-17,0-1 1,0 0 0,0 0 15,70-35 0,-34 0-15,-19 0-1,19 0 17,-36 36-32,35-36 31,-35 35-16,0 0 17,0-17-17,-18 35 1,-17 0 0,0-53-1,35 35 1,-36-35-1,36 35 1,-35-35 0,35-17-1</inkml:trace>
  <inkml:trace contextRef="#ctx0" brushRef="#br0" timeOffset="118705.16">2646 11271 0,'0'36'16,"0"-1"-1,0 0-15,35-35 16,-35 35-1</inkml:trace>
  <inkml:trace contextRef="#ctx0" brushRef="#br0" timeOffset="118916.03">2522 11077 0,'0'0'0,"-53"0"15,53 18 1,0 17 0,18-35-1,17 53 1</inkml:trace>
  <inkml:trace contextRef="#ctx0" brushRef="#br0" timeOffset="119523.8">2946 11254 0,'35'0'16,"-35"-18"-1,18 18-15,-18-35 16,35 35-16,-35-36 16,0 1-1,-18 35 17,-35 0-17,18 0-15,0 0 16,0 18-16,-1 35 15,36-18 1,0-17 0,0 17-1,18-35 17,17 0-17,0 0 1,1 0-1,-1 0 17,-35 70-32,0-34 15,0-19-15,0 19 16,0-1-16,0 0 16,0 0-16,0 1 15,-18-1-15,18 0 16,0 1-16,-53-1 0,53 0 15,-35 0 1,35-52 47,0-18-63,0-1 15</inkml:trace>
  <inkml:trace contextRef="#ctx0" brushRef="#br0" timeOffset="119996.78">3193 11113 0,'0'17'31,"0"54"-16,0-1 1,0 18 0,0-35-1,-18-17 1,18-54 31,0-17-47,0-1 0,18 1 15,-18 0-15,35 35 16,-35-35-16,35 35 16,0 0-1,1 0 17,-36 17-17,0 19 1,0-1-1,0 0 17,35-35-17,18 0 1</inkml:trace>
  <inkml:trace contextRef="#ctx0" brushRef="#br0" timeOffset="120467.75">3616 11289 0,'0'-35'0,"0"-1"16,0 1-1,0 0 1,-18 35 15,-17 0-31,-18 0 16,53 35-1,-53-35-15,53 88 16,-53-52-16,53-1 16,0 18-1,0-18 1,18-35 0,17 0-1,1-18 1,-36-17-1,70 0-15,-70 0 16,35-1-16,-35 1 16,0 70 15,0 1-15,0-1-16,0 18 15,0-18 1,36-35-1,-1 0 17</inkml:trace>
  <inkml:trace contextRef="#ctx0" brushRef="#br0" timeOffset="121479.95">3863 10901 0,'0'0'0,"0"53"78,0 35-63,0-53 1,0 1-16,0 16 0,0 1 16,0-17-16,0-1 15,0 0-15,0 18 16,0-18 0,70-35 30,-34 0-30,-1-35-16,0 35 16,-35-70-16,53 70 15,-53-53-15</inkml:trace>
  <inkml:trace contextRef="#ctx0" brushRef="#br0" timeOffset="121900.2">4339 10795 0,'-17'0'16,"-19"35"-1,36 1 1,-35-1-16,35 0 16,0 0-16,-35 1 15,35-1-15,0 18 16,0 0 0,0 0-1,0-18 1,0 36-1,0-19 1,35-52-16,-35 36 16,35-36-16,1 0 15,-1 0 1,0 0 0</inkml:trace>
  <inkml:trace contextRef="#ctx0" brushRef="#br0" timeOffset="123198.14">4851 10954 0,'0'-36'31,"0"1"-15,-18 35 30,-17 0-14,0 0-1,35 18 0,-18-18-31,-17 0 313,35 35-298,-53 0 1,53 1 0,0 17-1,0 0 1,0-1-16,0-16 15,0-1 1,17-35 15,-17 35-15,36-35 15,-36-35-15,35 35-16,-35-53 15,35 53-15,-35-88 16,35 53-16,-35-1 16,36 36-16,-36-53 0,0 89 109,0 17-93,0-18-1,0 0 1,35-35 0,0 0-1,1 0 16,-36-35-31</inkml:trace>
  <inkml:trace contextRef="#ctx0" brushRef="#br0" timeOffset="123511.97">5062 10724 0,'36'36'15,"-36"-1"1,70-35 0,-70 71-16,35-36 15,-35 0-15,0 36 31,0-18-31,0-18 16,-17 0-16,-36 0 16,18 18-16,35-17 15,-53-1-15,17 0 16</inkml:trace>
  <inkml:trace contextRef="#ctx0" brushRef="#br0" timeOffset="134053.54">2417 11818 0,'-18'0'500,"-17"0"-469,-1 0 219,36 18-63,-35 17 282,35 0-235,18-35-187,-18 36 16,35-36-16,-17 0 46,-18 35-93,35-35 79,-35 17-64,0 19 1,0-1 15,0 0 16,-18-35-31,1 0-1,17 36 1,-36-36-16,1 0 15,0 0 17,0 0-17,52-36 48</inkml:trace>
  <inkml:trace contextRef="#ctx0" brushRef="#br0" timeOffset="134271.79">2699 11977 0,'0'70'31,"0"-52"-31,0 53 16,0-36-1</inkml:trace>
  <inkml:trace contextRef="#ctx0" brushRef="#br0" timeOffset="134482.17">2646 11800 0,'17'0'63,"-17"18"-48,18-18-15</inkml:trace>
  <inkml:trace contextRef="#ctx0" brushRef="#br0" timeOffset="135028.6">3034 11959 0,'53'-35'32,"-53"0"-17,0-1 1,-18 36 15,-70 0-31,53 36 16,-1-36-16,36 70 15,-52-70-15,52 53 16,0-18 0,17 1 15,36-36-16,0 0 1,-18 0 15,-35 53-15,0-18-16,0 18 0,0 0 16,0-18-16,0 18 15,0 17-15,0-17 16,-17-17-16,17 17 15,-36-18-15,36 0 16,-35-35-16,35 53 16,0-88 31,0-18-47,0 0 15,18-35-15</inkml:trace>
  <inkml:trace contextRef="#ctx0" brushRef="#br0" timeOffset="135472.29">3246 11959 0,'0'18'31,"0"35"-15,0 0-1,0-18 1,0 0 0,0-52 31,0-19-47,0 19 15,35-36-15,-35 17 16,35 36-16,-35-17 15,35 17-15,1 0 32,-36 35-1,0 0-15,0 36-1,0-53 1,0 17-1,35-35 1,-17 0 0</inkml:trace>
  <inkml:trace contextRef="#ctx0" brushRef="#br0" timeOffset="135974.6">3739 12012 0,'0'-35'16,"0"0"0,0-1-16,-35 36 46,0 0-46,35 53 16,-71-18-16,71 1 16,-35-1-16,35 18 15,0-18 17,18-35-17,35-17 1,-53-19-16,70 36 15,-70-53-15,35 53 0,-35-35 16,18 35 0,-18 18 15,0 17-15,0-17-1,71-18 48,-36 0-48</inkml:trace>
  <inkml:trace contextRef="#ctx0" brushRef="#br0" timeOffset="136205.87">4092 11783 0,'-17'0'16,"17"88"-1,-36-53-15,36 1 16,0-1-16,0 0 16,0 0-16,0 1 15,0-1-15,0-17 16,36 34-1,-1-52 1</inkml:trace>
  <inkml:trace contextRef="#ctx0" brushRef="#br0" timeOffset="136731.26">4657 11765 0,'0'0'0,"-18"0"93,18 53-93,-53-53 0,53 53 16,-70-18-16,70 1 16,-53-1-1,53 0-15,-36-35 0,36 53 16,0-18 0,0 1-1,18-36-15,17 35 16,1-35-1,16 0 1,1 0 0,18-18-1</inkml:trace>
  <inkml:trace contextRef="#ctx0" brushRef="#br0" timeOffset="137375.76">4974 11695 0,'0'35'62,"0"0"-62,0 0 0,-17 18 16,17 0-16,0 0 15,0-18-15,-36 1 16,36-1-16,0 0 16,0 18-1,-35-53-15,35-35 63,0 0-48,18 35-15,-18-53 16,35 53-16,-35-36 0,35 36 16,0 0-1,1 0 16,-1 18 1,-35 17-17,0 1 1,-18-36 0,18 35-16,-35 0 15,0-35 16,35-17 16,0-19-31</inkml:trace>
  <inkml:trace contextRef="#ctx0" brushRef="#br0" timeOffset="137667.59">5256 11748 0,'18'0'15,"-18"17"1,35-17-1,-35 53-15,53 0 16,-53-18 0,0 36-1,0-36-15,0 36 16,-35-36 0,0 0-16,-18 18 15,0-18-15,-35 1 16,35-36-16</inkml:trace>
  <inkml:trace contextRef="#ctx0" brushRef="#br0" timeOffset="139154.26">1552 12488 0,'-35'0'0,"53"0"63,35 18-47,-1-18-1,-16 0 1,-36 35-16,35-35 15,-35 36 32,0-1-31,0 0-16,0 36 16,-18-18-16,18-1 15,0 1 1,0-17-1,18-36 17,-18 35-32,35-35 31,-35-18-15,0 36 109,0 17-110,0 1 1,0 16-1,0-16 1,0-1 0,0 0-1,0 1 1,0 16 0,0-16-16,0-1 15,-17 0 16,17 1-15,-36-36-16,1 35 16,0-35-1,0 0 1</inkml:trace>
  <inkml:trace contextRef="#ctx0" brushRef="#br0" timeOffset="139798.15">2364 12577 0,'17'0'47,"19"17"-31</inkml:trace>
  <inkml:trace contextRef="#ctx0" brushRef="#br0" timeOffset="139985.49">2840 12665 0,'35'0'31,"18"0"-15,-18 0-16,1 0 15</inkml:trace>
  <inkml:trace contextRef="#ctx0" brushRef="#br0" timeOffset="140308.07">3898 12718 0</inkml:trace>
  <inkml:trace contextRef="#ctx0" brushRef="#br0" timeOffset="141425.91">3651 12559 0,'0'-35'31,"53"35"0,-18 0-15</inkml:trace>
  <inkml:trace contextRef="#ctx0" brushRef="#br0" timeOffset="147249.07">8220 7285 0,'0'18'63,"0"52"-48,0-17 1,0-18-16,0 1 16,0 16-16,0 1 15,0 53 1,0-35-16,0-18 16,0 0-16,0-18 15,0 0-15,0 18 16,0-88 46,0-18-46,0-18-16</inkml:trace>
  <inkml:trace contextRef="#ctx0" brushRef="#br0" timeOffset="147623.1">8290 7408 0,'0'-35'32,"36"35"-17,-1 0-15,0 0 16,0 0-16,1 0 15,-1 0-15,0 0 16,-35 18 0,0-1 15,0 54-15,-35-71-1,-18 53-15,18-18 0,-1-35 16,36 53-16,-52-53 15,52 35-15,-53-35 16,53 36-16,0-1 31</inkml:trace>
  <inkml:trace contextRef="#ctx0" brushRef="#br0" timeOffset="148000.04">8537 7673 0,'36'0'47,"16"0"-32,-16 0-15,34 18 16,-70 34 15,-53 19-15,18-36-16,0-35 15,0 53-15,-1-53 16,36 36-16,36-36 47,-1 0-47,0 0 15,0 0-15,1 0 16,-1 0-16,0-18 16,0 18-16,-35-35 15,53 35-15,-53-36 16</inkml:trace>
  <inkml:trace contextRef="#ctx0" brushRef="#br0" timeOffset="148360">9172 7620 0,'-17'0'31,"-19"0"-31,1 35 32,35 53-17,0-70-15,0 17 0,0 1 16,0 17-1,18-53-15,-18 35 16,35-35-16,18 0 16,0 0-1</inkml:trace>
  <inkml:trace contextRef="#ctx0" brushRef="#br0" timeOffset="148630.91">9790 7567 0,'0'18'31,"0"17"-15,35 18-1,-35 0 1,35-18-16,-35 36 16,0-18-1,-35-18 1,-18 0-16,-35 18 16</inkml:trace>
  <inkml:trace contextRef="#ctx0" brushRef="#br0" timeOffset="149589.91">7655 8678 0,'0'-35'15,"-17"35"64,-36 35-64,53 1 1,-36-36-1,36 53-15,0 17 16,0-17 0,0 0-1,36-53 1,-36 53-16,35-53 16,-35 35-16,0 0 15,0 1 1,35-36-1,-35 53 1,0-18 0,36-35-16,-36 53 15,0 17 1,-36-17 0,36-17-1,0-1 1,0 0-1,18-35 1</inkml:trace>
  <inkml:trace contextRef="#ctx0" brushRef="#br0" timeOffset="151373.47">8537 9278 0,'36'0'46,"-1"0"-30,0 0 0,0 0-16,1 0 15,-1 0-15</inkml:trace>
  <inkml:trace contextRef="#ctx0" brushRef="#br0" timeOffset="151540.13">9190 9296 0,'88'0'32,"-17"0"-17,-36 0-15,0 0 16</inkml:trace>
  <inkml:trace contextRef="#ctx0" brushRef="#br0" timeOffset="151726.04">9948 9225 0,'36'0'16,"17"0"0</inkml:trace>
  <inkml:trace contextRef="#ctx0" brushRef="#br0" timeOffset="153580.13">8802 10672 0</inkml:trace>
  <inkml:trace contextRef="#ctx0" brushRef="#br0" timeOffset="154613.26">8749 10830 0,'0'-35'15,"35"35"-15,-35-18 32,-17-35 30,-19 53-15,1 0 0,0 0-16,-1 0-15,36 18-16,-35-18 15,35 71-15,-35-36 16,35 0 0,-35 0-1,35 1 17,0-1-1,17-35-16,-17 18 1,36-18-16,-1 0 16,-35 35-1,35-35-15,-17 0 16,17 0 0,0 53-1,-35-35 32,0 17-31,0 0 15,0 0-15,-35-35-16,35 36 15,-35-36-15,-1 0 16,36 35-1,0-53 32</inkml:trace>
  <inkml:trace contextRef="#ctx0" brushRef="#br0" timeOffset="155175.06">9049 10989 0,'35'0'94,"0"0"-79,1 0 1,-36 18 0,35-18-1,-35 35 16,0-17-15,-53-18-16,53 35 16,-35-35-16,35 35 15,-36-35-15,36 35 16,18-35 46,17 0-46,36 0 0,-18-17-1,-18 17 1,18 0 0,-53-35-1,35 35 1</inkml:trace>
  <inkml:trace contextRef="#ctx0" brushRef="#br0" timeOffset="158005.16">8431 9948 0,'0'-35'46,"36"35"1,-36 18-47,0 35 16,0-18-16,0 0 16,0 36-1,0-54-15,0 54 16,0-36 15,35-35 16,-35-53-47,35-17 16,-35 34-16,53-16 15,0-1 1,-18 17-1,1 72 48,-36-1-63,0 0 16,0 18-1,35-18 1,-35 1-1,35-36 1,0 0 0,-35-18-1,36 18-15,-36-53 16,35 18-16,-35 0 16,53-1-16,-53-17 15,35 53 1,-35-35-1,53 53 48</inkml:trace>
  <inkml:trace contextRef="#ctx0" brushRef="#br0" timeOffset="158602.97">9278 10037 0,'0'-18'16,"35"-17"0,-35-1-1,0 1 1,-17 35 15,-36 0-31,18 0 16,-1 18-16,1 17 15,-18 0-15,53 1 16,-53-36-16,53 70 16,-35-70-16,35 18 15,0 17 1,0 0-1,17-35-15,-17 36 16,36-36 0,-1 0-1,0-18 1,54-70 0,-54 52-16,0 36 15,18-35-15,-35 35 16,-18 18 31,0 17-32,0 0 1,0-17 0,0 17-1,0 1 16,35-36-31,0-18 32</inkml:trace>
  <inkml:trace contextRef="#ctx0" brushRef="#br0" timeOffset="158843.44">9666 9984 0,'0'35'16,"0"0"0,0 18-1,0-18-15,0 18 16,0-17-1</inkml:trace>
  <inkml:trace contextRef="#ctx0" brushRef="#br0" timeOffset="159039.97">9578 9719 0,'0'0'0,"18"0"47,-1 0-32,-17 35 1</inkml:trace>
  <inkml:trace contextRef="#ctx0" brushRef="#br0" timeOffset="159258.2">9719 9860 0,'71'0'15,"-1"0"1,-35 0-16,18-17 15,18 17-15,-36 0 16,0-36 0,-52 36 15</inkml:trace>
  <inkml:trace contextRef="#ctx0" brushRef="#br0" timeOffset="159593.96">10001 9666 0,'0'0'0,"0"35"16,-35-35-16,35 53 15,0-17-15,-35-1 16,35 0-16,0 0 15,0 1-15,0-1 16,-36 0-16,36 1 16,0-1-16,0 0 15,0 0-15,0 1 16,0 17 0,18-53-1,-18 35-15,35-35 16,1 0-1,-36-18 1,17 18-16,-17-35 16</inkml:trace>
  <inkml:trace contextRef="#ctx0" brushRef="#br0" timeOffset="161326">10619 9684 0,'-18'0'110,"-17"17"-95,-1 19 1,1-1-1,0-35 1,35 35-16,-35 1 16,35-1-1,-36-35 1,36 53-16,0 35 16,0-35-1,0 0 1,0-18-1,0 0 1,18-35 0,17 36-1,1-36 1,-1 0 0,-18 0-1,-17 35-15,36-35 16,-1 0-1,0-18 1</inkml:trace>
  <inkml:trace contextRef="#ctx0" brushRef="#br0" timeOffset="163237.07">11095 9772 0,'35'0'0,"-35"18"78,0-36 47,-17 18-110,17-35 1,-36 35 0,19 0 15,-54 0 0,71 35-31,0 0 16,-35 1-16,35 34 15,0-17 1,0-18 0,0 1-1,0-1 1,17-35-1,19 0 17,-1 0-17,-35-18-15,35 18 16,1-141 0,-1 106-1,-35 0 1,0 87 31,0 1-47,-18-53 15,18 53-15,0 0 16,0 0 0,0-18-1,18-35 1,17 0 15,0 0-15,-35-35-16,36-18 15</inkml:trace>
  <inkml:trace contextRef="#ctx0" brushRef="#br0" timeOffset="163591.26">11377 9719 0,'18'0'31,"35"18"-16,-53 52 1,35-34-16,-35-1 16,0 18-1,0 0 1,0 0 0,0-18-16,0 0 15,0 0-15,0 18 16,-18-53-1,18 36-15</inkml:trace>
  <inkml:trace contextRef="#ctx0" brushRef="#br0" timeOffset="163883.43">11730 9719 0,'35'0'31,"0"0"-15,-35 18 0,36-18-16,-36 35 31</inkml:trace>
  <inkml:trace contextRef="#ctx0" brushRef="#br0" timeOffset="164108.07">11871 9931 0,'0'35'0,"35"0"15,-35 36 1,0-18-1,0-18-15,0 0 16,0-17-16,-53 35 16,18-18-16,0 0 15,0-35-15</inkml:trace>
  <inkml:trace contextRef="#ctx0" brushRef="#br0" timeOffset="183760.92">8590 11871 0,'35'0'16,"-35"-35"15,0-1 16,-17 1-31,17 0 15,-35 35-31,-1-35 31,1 35-15,0 0 0,-1 0-1,-17 53 1,18-18-16,-35 18 15,70 0 1,-36-53 0,36 70-16,0-52 15,18-18 1,-18 35 0,53-35-1,-18 0 1,36 53-1,-18-53 1,-53 35-16,35-35 16,-35 18-1,0 17 1,0 0 0,-18 1-1,-35 17 1,18-18-1,0 0 1,35-70 47</inkml:trace>
  <inkml:trace contextRef="#ctx0" brushRef="#br0" timeOffset="183987.72">8731 12047 0,'36'71'16,"-36"-18"-1,0 17 1,52-34-1,-52-1 1,0-53 15</inkml:trace>
  <inkml:trace contextRef="#ctx0" brushRef="#br0" timeOffset="184169.23">8802 11889 0,'17'0'47,"-17"17"-31,18-17-16</inkml:trace>
  <inkml:trace contextRef="#ctx0" brushRef="#br0" timeOffset="184699.2">9190 12012 0,'0'0'0,"35"0"16,-35-18 15,35-17-15,-52 35-1,-36 0 1,18 0-16,-18 18 16,-18-18-16,36 70 15,0-70 1,35 36-16,35-36 31,35 0-31,-17 0 16,18 0-16,-1-36 15,-17 36-15,0 0 16,-53 18 0,0 53-1,0-36-15,-17 0 16,17 0-16,0 1 15,0-19 1,-36 36-16,36-35 0,0 17 16,0 0-16,0 1 15,-35-1-15,35 0 16,0 1-16,-53-1 16,53 0-16,-17-35 15,17 35-15,0-70 47,0 0-47</inkml:trace>
  <inkml:trace contextRef="#ctx0" brushRef="#br0" timeOffset="185218.56">9507 11906 0,'0'18'32,"0"17"-32,0 18 15,0-18 1,0 18-1,0-17 1,0-72 31,0 1-31,36 35-16,-36-71 15,70 19-15,-35 16 16,1 36-16,-36-35 15,53 35-15,-18 53 32,-35-18-17,0 18-15,0-18 16,-18-35 0,18 36-16,0-1 31,18-35 0,17 0-15</inkml:trace>
  <inkml:trace contextRef="#ctx0" brushRef="#br0" timeOffset="185667.62">10089 11906 0,'0'0'0,"0"-17"32,0-54-32,0 36 15,-17 35 1,17 53 0,-88-18-16,52 0 15,1 1-15,0-1 16,35 0-16,-35 0 15,35 1-15,35-36 32,0 0-17,0 0 1,1-36-16,-1 36 0,-35-35 16,35 35-16,-35 18 62,0 17-46,0 0 15,35-35-31,1 0 16,-36-17-1,35-36 1</inkml:trace>
  <inkml:trace contextRef="#ctx0" brushRef="#br0" timeOffset="185892.14">10354 11695 0,'-18'53'15,"18"-36"-15,-35 36 16,35-35-16,0 17 15,-35 18-15,35-35 16,0 17-16,0 0 0,0 0 16,0 1-1,0 17-15,17-53 16,19 0 0</inkml:trace>
  <inkml:trace contextRef="#ctx0" brushRef="#br0" timeOffset="186777.09">10830 11659 0,'-35'0'63,"35"18"-48,-53-18-15,53 71 0,-70-36 16,70 0-16,-53 0 16,53 1-16,-36-1 15,36 18 1,0 0-1,0-18 1,18-35-16,35 53 16,-18-53-1,0 0 1,18 0 0,-17 0-1,-36-18-15</inkml:trace>
  <inkml:trace contextRef="#ctx0" brushRef="#br0" timeOffset="187257.61">11254 11853 0,'0'0'0,"0"-35"31,-36 35 16,1 0-31,-18 0 0,53 18-16,-53-18 15,53 35-15,-35-35 16,35 53-16,0 0 15,0-18 1,0 0 0,0 1 15,18-36-31,17 0 16,0 35 15,18-35-31,0 0 15,-18 0 1,-35-18 0,36 18-16,-1-35 31</inkml:trace>
  <inkml:trace contextRef="#ctx0" brushRef="#br0" timeOffset="187639.26">11536 11571 0,'35'0'16,"-35"18"-1,35-18 1,-35 53-16,36-53 16,-36 70-16,35-34 15,-35 16-15,0 1 16,0-17-1,0-1-15,-18 0 16,18 0-16,-53 1 16,18 17-1,35-36 1</inkml:trace>
  <inkml:trace contextRef="#ctx0" brushRef="#br0" timeOffset="187909.81">11959 11642 0,'35'0'47,"-17"0"-31,17 0-1,-35 17-15</inkml:trace>
  <inkml:trace contextRef="#ctx0" brushRef="#br0" timeOffset="188089.97">12030 11836 0,'0'35'16,"0"0"-1,0 1 1,0 16-1,0-16-15,-18-36 16,18 70-16,-70-17 0,34-53 16</inkml:trace>
  <inkml:trace contextRef="#ctx0" brushRef="#br0" timeOffset="192756.89">8502 12912 0,'35'0'46,"1"0"-30,-1 0 0,0-36-1,36 36 1,-54 0-16</inkml:trace>
  <inkml:trace contextRef="#ctx0" brushRef="#br0" timeOffset="192921.9">9278 12823 0,'35'0'32,"18"-35"-17,-35 35 1</inkml:trace>
  <inkml:trace contextRef="#ctx0" brushRef="#br0" timeOffset="193055.09">9666 12823 0,'0'-17'47</inkml:trace>
  <inkml:trace contextRef="#ctx0" brushRef="#br0" timeOffset="194196.02">7761 13070 0,'0'-35'46,"18"35"-14,17 0-17,0 0-15,18 0 16,-17 0 0,-36 18-1,35-18 1,-35 35-16,0 36 15,0-54 1,-18-17-16,18 71 16,0-36-1,0-17 1,18 35 31,-18-18 47,0-17-79,0 17 1,0 35-1,35-70 1,-35 53-16,0 18 16,35-71-16,-35 53 15,0 17 1,0-34 0,0-1-1,0-17 16,-17-18-15,-19 0 0,1 0 15,35 35-31,-35-35 16,0-18 15,35-35-16,0 0-15,0-35 16</inkml:trace>
  <inkml:trace contextRef="#ctx0" brushRef="#br0" timeOffset="195905.26">14728 6914 0,'0'18'63,"0"35"-63,0 18 16,0-1-16,0 36 15,0 0-15,0-18 16,-17 0-16,17-35 15,0 0-15,0 0 0,0-18 16,0 0-16,0 1 16,0-54 15,17-35-15,-17-35-16,0 17 15,53-17-15</inkml:trace>
  <inkml:trace contextRef="#ctx0" brushRef="#br0" timeOffset="196258.79">14887 6914 0,'36'-35'15,"-1"35"1,-35-35-1,53 35-15,-18 0 16,-35 18 0,53 34-1,-53 19 1,0-18 0,-18-18-16,-35 18 15,0 18 1,18-36-1,0-35 1,35 35-16,-35-35 16</inkml:trace>
  <inkml:trace contextRef="#ctx0" brushRef="#br0" timeOffset="196716.1">15205 7267 0,'35'0'15,"0"0"16,-17 0-15,-18 36 0,0-1-1,0 18 1,0 0 0,-71-53-16,71 35 15,0 0 16,53-35 1,0 0-32,-53 35 47,0 1-16,0-1-16,-17-35-15</inkml:trace>
  <inkml:trace contextRef="#ctx0" brushRef="#br0" timeOffset="197107.12">15734 7161 0,'-18'0'32,"18"36"-32,-35-1 15,35 18 1,0 0 0,0 17-1,0-52 1,35-18-1,-35 35 1,53-35-16,-18 0 16</inkml:trace>
  <inkml:trace contextRef="#ctx0" brushRef="#br0" timeOffset="197474.12">16439 7091 0,'0'0'0,"0"17"15,36-17 1,-1 36 0,-35 17-1,35-53-15,-35 53 16,0 17-1,0-52-15,-35 35 16,-36-18-16,19 0 16,-37 18-16,1-18 15</inkml:trace>
  <inkml:trace contextRef="#ctx0" brushRef="#br0" timeOffset="199483.93">14129 8255 0,'-36'0'16,"1"0"47,0 0-48,-18 0 1,53 18-16,-35-18 15,-1 35 1,36 0 0,-35 0-1,35 18 1,0-17-16,0-1 16,0 0 15,35-35-16,-35 36 1,0-1 15,0 0-15,36-35 0,-1 0 15,-35 18 0,0 17 47,0 0-31,0 1 0,0-1 15,0 0-30,35-35-32,-35 35 31,0 1 0,36-36 0,-36 35-15,0 0 0,0 0 15,0 1 16,0-19 0,0 19-16,35-36 47,0 0-62,-35-18-16,53 18 15,-53-53-15</inkml:trace>
  <inkml:trace contextRef="#ctx0" brushRef="#br0" timeOffset="200183.95">14958 9102 0,'17'0'62,"19"0"-62,-1 0 16,0-18-16</inkml:trace>
  <inkml:trace contextRef="#ctx0" brushRef="#br0" timeOffset="200345.73">15752 9013 0,'35'0'15,"35"-35"1,-34 35 0,-19 0-16,19 0 0</inkml:trace>
  <inkml:trace contextRef="#ctx0" brushRef="#br0" timeOffset="200513.87">16263 8978 0</inkml:trace>
  <inkml:trace contextRef="#ctx0" brushRef="#br0" timeOffset="202731.15">15540 10583 0,'0'-35'31,"0"0"0,-18 35 1,-17 0 77,35-35-93,-35 35-1,-1 0 17,1 0-17,-18 0 16,18 0-15,0 0 0,35 17-16,-18-17 15,18 35-15,-35-35 16,35 53-16,-36-53 16,36 71-16,0-53 0,0 17 15,0 0 16,18-35-31,35 0 16,-18 0 0,1 35-16,-1-35 15,18 0 1,0 0 0,-18 0-1,-35 36 16,35-36-31,-35 35 16,0 0 0,0 0-1,-17-35 1,17 36-16,-53-36 16,17 35-1,1-35 1,35-18 31,18-35-32</inkml:trace>
  <inkml:trace contextRef="#ctx0" brushRef="#br0" timeOffset="203287.17">15769 10566 0,'18'0'47,"52"0"-32,-34-36 1,17 36-16,-53 18 16,35-18-1,-35 35-15,0 18 16,-18-53 0,18 53-16,-35-53 15,35 53-15,-35-18 16,70-35 62,0 0-78,0 0 31,-35 36 0,0-1-15,0 0 0,-17-35-1,17 35-15,-35-35 16,35 36 0,0-54 15</inkml:trace>
  <inkml:trace contextRef="#ctx0" brushRef="#br0" timeOffset="203465.34">16245 10583 0,'36'0'31</inkml:trace>
  <inkml:trace contextRef="#ctx0" brushRef="#br0" timeOffset="203645.87">16316 10813 0,'0'53'16,"0"-18"-16,-18 53 15,18-53 1,0 1-16,-53-1 16,53 0-16,-52 0 15</inkml:trace>
  <inkml:trace contextRef="#ctx0" brushRef="#br0" timeOffset="204823.09">14887 9701 0,'0'18'16,"0"17"-1,0 1-15,0-1 16,0 18 0,0 0-16,0 0 0,0-18 15,0 0-15,0 0 16,36-35 0,-1 0 30,0-35-46,-35 0 16,35 0-16,-35-1 16,36-17-16,-36 36 15,35-36 1,-35 71 31,0 52-32,0-17 1,0 0 0,35-18-1,0-35 17,1-17-1,-36-19-31,53 1 15,-53 0-15,0-1 16,35 1-16,-35 0 16,0 0-1,35-1 1</inkml:trace>
  <inkml:trace contextRef="#ctx0" brushRef="#br0" timeOffset="205438.47">15628 9843 0,'35'-71'15,"1"36"1,-36-1 0,0 1-1,-18 35 1,-17 0-1,-36 35 1,18 36 0,18-18-1,0 0 1,35 17 0,0-17-1,0-17 1,0-54 31,70-17-47,-70-1 15,53-17-15,-53 36 16,53 17-16,-53-71 16,35 71-16,-35 53 46,0 0-30,0-18 0,36-35 31,-1 0-32,-35-17 1,53 17-16,0-71 15</inkml:trace>
  <inkml:trace contextRef="#ctx0" brushRef="#br0" timeOffset="205618.07">15928 9825 0,'0'18'16,"0"17"0,0 0 15,35 18-16,-35 0 1,0-18 0</inkml:trace>
  <inkml:trace contextRef="#ctx0" brushRef="#br0" timeOffset="205836.28">15946 9366 0,'0'18'47,"17"17"-31</inkml:trace>
  <inkml:trace contextRef="#ctx0" brushRef="#br0" timeOffset="206089.09">16087 9578 0,'35'0'31,"36"0"-15,-19 0-16,-16 0 15,17 0 1,0-18-1</inkml:trace>
  <inkml:trace contextRef="#ctx0" brushRef="#br0" timeOffset="206389.37">16298 9490 0,'0'35'31,"-35"0"-31,35 36 16,-70-18-16,70 0 16,-53 17-16,53-17 15,0-18-15,0 1 16,0 17-1,17-18-15,54-35 16,-18 0 0,0-18 15,-53-17-15</inkml:trace>
  <inkml:trace contextRef="#ctx0" brushRef="#br0" timeOffset="206894.4">16792 9472 0,'0'0'0,"-17"0"62,-19 0-46,36 71-16,-53-36 15,53 0-15,-70 18 16,70 0-16,-35 0 16,35 0-16,0-18 15,0 0-15,0 18 16,17-17-1,36-36 1,18 0 0,-54 0-1,36-18 1,-53-17 0</inkml:trace>
  <inkml:trace contextRef="#ctx0" brushRef="#br0" timeOffset="210306.57">17304 9419 0,'0'35'109,"0"1"-109,0-1 16,0 18-16,0-18 16,0 0-16,0 1 15,0-1-15,0-17 16,-18 35-16,18-18 15,0-17 17,0-54 61,0-34-77,18 34 0,-18 1-1,35 35 1,0-35 0,1 35 15,-1 0-31,0 17 31,-35 19-15,0-1-1,0 0 1,0 18 0,-35 18-1,0-18 1,35-18-1,-36-35 1,36 35 0,-35-35-16,0 0 47,35-17-32,0-36 1,0 17-16,0 1 15</inkml:trace>
  <inkml:trace contextRef="#ctx0" brushRef="#br0" timeOffset="210657.84">17727 9402 0,'35'0'31,"-35"17"-15,18-17-16,-18 35 16,53 1-1,-53 17 1,18-53-16,-18 70 15,0-17 1,0-18-16,0 1 16,0-1-16,-18 0 15,18 1-15,0-1 16,-35-35-16,35 53 0,-36-18 16</inkml:trace>
  <inkml:trace contextRef="#ctx0" brushRef="#br0" timeOffset="211129.42">18256 9437 0,'36'0'47,"-36"17"-47,35-17 15,-35 36 1</inkml:trace>
  <inkml:trace contextRef="#ctx0" brushRef="#br0" timeOffset="211333.66">18292 9701 0,'0'36'16,"0"-19"-1,0 72 1,0-54-16,-36 18 15,1 17-15,0-17 16,-36 0-16,18 18 16</inkml:trace>
  <inkml:trace contextRef="#ctx0" brushRef="#br0" timeOffset="213445.14">15099 11395 0,'0'-18'125,"0"-17"-94,-35 35-15,-1 0 15,-34 35-15,35 18-1,35-18 1,-36-35 0,36 71-16,0-54 15,0 19 1,0-1 0,18 0 15,17-35-16,0 0 1,1 0 0,-1 53-1,0-53 17,-35 36-32,0-19 31,0 18-16,-17-35-15,17 36 16,-36-36 0,36 35-16,-35-35 0,0 0 31,35-18 31</inkml:trace>
  <inkml:trace contextRef="#ctx0" brushRef="#br0" timeOffset="213653.06">15363 11624 0,'0'0'0,"0"53"15,0 0-15,0-18 16,0 0 0,0 1-1,0-19 17</inkml:trace>
  <inkml:trace contextRef="#ctx0" brushRef="#br0" timeOffset="213849.95">15275 11377 0,'0'0'0,"36"0"78,-36 18-78,35-18 15</inkml:trace>
  <inkml:trace contextRef="#ctx0" brushRef="#br0" timeOffset="214375.91">15663 11624 0,'0'0'0,"0"-35"0,36-1 15,-36 1-15,35 35 16,-35-53-16,-35 53 47,-1 0-32,1 18-15,-35 17 0,34 18 16,-17 0 0,53-18-1,0 1 17,18-36-32,35 0 15,-18 0 1,-35-18-1,0 53 17,0 1-32,0-1 15,0 0-15,0 18 16,0-18-16,-35 18 16,35 18-16,-35-36 15,35 0-15,-36 1 0,36-1 16,-35-35-16,35 35 15,0-53 32,0-52-31</inkml:trace>
  <inkml:trace contextRef="#ctx0" brushRef="#br0" timeOffset="-214672.2">15822 11589 0,'0'17'32,"0"36"-17,-18-53-15,18 53 16,0-17-16,0-1 15,-35-35-15,35 53 16,0-89 31,0 1-31,35-18-16,-35 18 0,71 0 15,-36 35 1,1-36-16,16 36 15,-52 18 1,0 0 0,0 17-1,0 36 1,0-54 0,0 18-1,0 1 16,53-36-15</inkml:trace>
  <inkml:trace contextRef="#ctx0" brushRef="#br0" timeOffset="-214200.79">16369 11624 0,'0'0'16,"0"-35"-1,0-1-15,-18 36 47,-35 18-31,-17 53 0,35-18-1,35 0 1,0-18-1,0 0 1,35-35 0,35-35-1,-70 0 1,53-18-16,-53 17 16,36 36-16,-36-17 15,0 52 16,0 0-15,0 18-16,0-18 16,35-35 31,-35-17-32,35 17 1,-35-53-16</inkml:trace>
  <inkml:trace contextRef="#ctx0" brushRef="#br0" timeOffset="-213967.75">16704 11201 0,'0'0'0,"0"35"0,0 0 15,0 18-15,-35 0 16,35 35-16,-71-35 15,71 35-15,-35-35 16,35 0-16,0 0 16,0 18-16,0-36 15,18 0-15,17 18 16,0-53 15</inkml:trace>
  <inkml:trace contextRef="#ctx0" brushRef="#br0" timeOffset="-213435.1">17321 11307 0,'-17'0'15,"-19"0"1,1 35 0,-35 53-1,70-17 1,-53-19-16,53 1 15,-53 18-15,53-53 16,0 52-16,0-35 16,0 1-16,0 17 15,35-18 1,18-35 0,0 0-1,0 0 1,-18 0-1</inkml:trace>
  <inkml:trace contextRef="#ctx0" brushRef="#br0" timeOffset="-211371.64">17780 11571 0,'0'-53'16,"-18"18"-1,-17 0 16,0 35 1,0 0-1,35 17-15,-36-17-16,36 36 0,-35-1 15,35 0 1,0 0-16,-35 1 0,35-1 15,0 18 1,0-18 0,0 0-1,17-35 17,36 0-17,-53-35-15,53 35 16,-53-70-16,71 34 15,-71 1-15,53-18 0,0-17 16,-53-1-16,52-17 16,-52-18-16,53 18 15,-53 53-15,0-1 16,36 36-16,-36-35 16,0 70 46,-36 1-62,36-1 16,-35 35-16,35-17 15,-35 35-15,35-17 16,-53 17-16,53-35 16,0 0-16,0-18 15,0 1-15,0-1 0,0 0 16,53-35-16,-53 53 15,35-53-15,-35 35 16,18-35-16,17 0 16,0 0-1,-35-17 1,36 17-16</inkml:trace>
  <inkml:trace contextRef="#ctx0" brushRef="#br0" timeOffset="-210990.79">18274 11254 0,'35'0'31,"-35"17"-31,0 36 16,35-18 0,-35 1-16,0 34 0,0-34 15,0-19-15,0 18 16,0 1-16,0-1 15,-17 0-15,17 1 16,-35-1-16,35 0 16,0 0-1,-36-35-15</inkml:trace>
  <inkml:trace contextRef="#ctx0" brushRef="#br0" timeOffset="-210765.81">18697 11077 0,'36'0'47,"-1"18"-16</inkml:trace>
  <inkml:trace contextRef="#ctx0" brushRef="#br0" timeOffset="-210614.47">18750 11377 0,'0'0'0,"0"35"0,0 1 16,18-36-1,-18 35-15,0 0 16,-18 0-16,-17 36 16</inkml:trace>
  <inkml:trace contextRef="#ctx0" brushRef="#br0" timeOffset="-209512.95">14975 12577 0,'36'0'16,"-1"0"-1</inkml:trace>
  <inkml:trace contextRef="#ctx0" brushRef="#br0" timeOffset="-209355.5">15875 12541 0,'35'0'16</inkml:trace>
  <inkml:trace contextRef="#ctx0" brushRef="#br0" timeOffset="-209221.43">16210 12594 0,'35'0'31</inkml:trace>
  <inkml:trace contextRef="#ctx0" brushRef="#br0" timeOffset="-207786.61">14111 12823 0,'53'0'62,"-18"0"-62,1 0 16,-1 0-16,0 0 15,0 0 1,-35 18-16,0 17 16,0 18-1,-17-53-15,17 36 16,0-1 0,-35-35-16,35 53 15,0 17 1,0-87 78,17 17-94,-17 35 78,0 0-78,0 18 15,0-18 1,0 1-16,0 17 16,0 0-1,0-1 1,0-16-1,-17-1-15,17 36 16,0-36 0,-36-35-16,36 18 15,-35-18-15,35 35 16,-35-35-16,-1 0 16,1 0-1,0-18 1,35-35-1,0 18 1,0 0-16,0-1 16</inkml:trace>
  <inkml:trace contextRef="#ctx0" brushRef="#br0" timeOffset="-200866.96">21784 6914 0,'35'0'47,"-35"18"156,0 53-187,0-18-16,0-18 15,0 0-15,-17 0 16,17 1 0,0-1-16,0 0 0,0 1 15,0-1-15,0 53 16,0-35-1,0-18 1,0 0 47,0-52 30,0-54-77,0 54 0</inkml:trace>
  <inkml:trace contextRef="#ctx0" brushRef="#br0" timeOffset="-200141.46">21837 6932 0,'0'0'0,"0"-35"78,18 35-78,17 0 16,18 0-1,-18 0 1,0 0 0,1 0-1,-1 17 1,-35 19 15,0-1-31,0 0 16,0 1-1,-18-1-15,18 0 16,-35 0-16,35 1 0,-71-36 16,71 53-16,-17-53 15,17 35-15,-35-35 16,35 35-1,0-52 32</inkml:trace>
  <inkml:trace contextRef="#ctx0" brushRef="#br0" timeOffset="-199547.62">22278 7197 0,'0'17'78,"0"19"-62,0-1 0,0 0-1,0-17-15,0 17 31,18-35-15,17 0 0,0 0-1,-35-18 1,35 18-16,36-35 31,-71 0-15,35 35-16</inkml:trace>
  <inkml:trace contextRef="#ctx0" brushRef="#br0" timeOffset="-199181.49">22348 7161 0,'0'36'47,"0"34"-31,0-34-16,0-1 15,0 0-15,0 0 16,0 18 0,0-17-1,0-1 1</inkml:trace>
  <inkml:trace contextRef="#ctx0" brushRef="#br0" timeOffset="-196734.59">21220 8114 0,'0'-18'63,"0"-17"-32,0 0 0,-18 35-15,-17 0 0,-1 0-1,-34 35-15,35-35 16,35 35-1,0 1 1,-18-36-16,18 17 16,70 36 15,-17-53-15,-17 0-1,-36 35 1,0 1-1,0-19-15,0 19 32,0-1-1,35-35-31,-35 35 16,0 18-1,0 18 1,0-36-16,-18 0 15,18 0-15,-35-35 16,35 36-16,0-19 31,35-17-15,1 53-16,17-53 16</inkml:trace>
  <inkml:trace contextRef="#ctx0" brushRef="#br0" timeOffset="-194416.89">22049 8608 0,'17'0'47,"19"0"-31,-1 0-1,0 0 1</inkml:trace>
  <inkml:trace contextRef="#ctx0" brushRef="#br0" timeOffset="-194231.69">22860 8502 0,'35'0'31,"1"0"-31,-1 0 32</inkml:trace>
  <inkml:trace contextRef="#ctx0" brushRef="#br0" timeOffset="-194064.92">23178 8520 0,'35'0'31</inkml:trace>
  <inkml:trace contextRef="#ctx0" brushRef="#br0" timeOffset="-191260.81">22225 10160 0,'0'-35'15,"0"-1"1,0 1 46,-18 0-30,-17 35-17,0 0 16,0 0-15,-1 0 0,36 18-16,-35-18 15,35 52-15,-35 19 16,35-36 0,0-17 15,0 17-16,35-35 1,-35 35 0,35-35-16,36 0 15,-71 36 1,17-36-16,19 0 16,-36 35-1,35-35-15,-35 35 47,0 1-31,-18-1-1,-17 0 1,0 0 0,0-35-1,35 36 1,0-54 46</inkml:trace>
  <inkml:trace contextRef="#ctx0" brushRef="#br0" timeOffset="-190932.29">22490 10142 0,'0'36'16,"0"17"0,0-18-16,0 18 15,0 17 1,0-34-1,35-36-15,18 0 16,0 0 0,-18 0-1,18 0 1,-53-18-16,53 18 16,-53-35-16,35 35 15,-35-36 1</inkml:trace>
  <inkml:trace contextRef="#ctx0" brushRef="#br0" timeOffset="-190711.44">22719 10178 0,'0'0'0,"0"35"31,-35 53-15,35-53-16,0 18 16,0 0-16,-36 0 15,36-18-15,0 1 16,0-1-16,0 0 16</inkml:trace>
  <inkml:trace contextRef="#ctx0" brushRef="#br0" timeOffset="-189954.75">22948 10019 0,'35'0'32,"1"0"-1,-1 0 0,-35 53-31</inkml:trace>
  <inkml:trace contextRef="#ctx0" brushRef="#br0" timeOffset="-189752.79">23054 10283 0,'0'53'31,"0"-17"-15,0 34-16,0-34 16,0-1-16,-18 0 15,-52 36 1</inkml:trace>
  <inkml:trace contextRef="#ctx0" brushRef="#br0" timeOffset="-188621.69">21890 9331 0,'35'0'47,"0"0"-16,-35 71-31,0-36 16,0-18-16,0 19 15,0 34-15,0-34 16,0-19-16,36 54 16,-1-71-1,-35-18 1,35 18 0,-35-88-16,0 53 15,36-18-15,-36 0 16,0-35-16,35 52 15,-35 1-15,35 35 16,-35 18 15,35 17-15,-35 0-16,0 1 16,0 16-16,0-16 15,36-36 1,-36 35-1,35-35 1,0 0 0,-35-35-1,35 35 1,-35-53-16,0 18 16,36-1-16,-36 1 15,35-18 1,0 53 62</inkml:trace>
  <inkml:trace contextRef="#ctx0" brushRef="#br0" timeOffset="-188027.62">22684 9366 0,'0'0'0,"35"-70"32,-35 34-32,35 36 0,-35-105 15,0 69 1,-35 36 15,35 18-15,-53-18-16,53 53 15,-71-18-15,71 0 16,-52 18-16,52-35 16,0 17-16,-36 18 15,36 0 1,0-18-1,18-35 1,17 0 15,0 0-15,-35-53-16,53 18 16,-53 0-16,36 35 15,-36-35-15,35 35 16,-35 17 46,0 36-46,0 18 0,0-36-16,35-35 15</inkml:trace>
  <inkml:trace contextRef="#ctx0" brushRef="#br0" timeOffset="-186355.58">23054 9260 0,'0'18'31,"0"35"-16,35-18-15,-35 18 16,0 18 0</inkml:trace>
  <inkml:trace contextRef="#ctx0" brushRef="#br0" timeOffset="-186152.88">23019 8978 0,'17'0'16,"36"35"15,-53 1-15</inkml:trace>
  <inkml:trace contextRef="#ctx0" brushRef="#br0" timeOffset="-185921.95">23213 9260 0,'35'0'16,"18"0"-1,-18 0 1,1 0-16,-36-17 16,88 17-16,-35-35 15</inkml:trace>
  <inkml:trace contextRef="#ctx0" brushRef="#br0" timeOffset="-185643.46">23460 9049 0,'-36'0'16,"36"35"-16,0 18 16,0 18-16,-35-1 15,35 1-15,0-36 16,0-17-16,0 17 16,0 0-16,0 0 15,18-35 1,35 0-1,0 0 1,-18 0 0,-35-17-16,35 17 15</inkml:trace>
  <inkml:trace contextRef="#ctx0" brushRef="#br0" timeOffset="-185004.49">23795 8996 0,'0'17'63,"0"36"-48,0-17 1,-18-1-16,18 0 16,0 18-16,0 18 0,0-36 15,0-17-15,0 17 16,0 35-1,18-70 1,-18 36-16,35-36 16,0 0-1,-35-18 1</inkml:trace>
  <inkml:trace contextRef="#ctx0" brushRef="#br0" timeOffset="-167990.95">24236 9172 0,'-18'0'234,"-17"0"-187,35 18-47,-35 35 31,35-36-15,0 19 0,0-1-1,0 0 1,0 1-1,17-36-15,-17 35 16,36-35 15,-36 35-31,35-35 16,0 0 0,-17 0 15,17 0-16,18-18 1,-35 18 0,-18-35-16,35 35 15</inkml:trace>
  <inkml:trace contextRef="#ctx0" brushRef="#br0" timeOffset="-167300.25">24448 9119 0,'-36'0'31,"19"0"-15,-19 0 15,1 0-15,0 0 0,-1 0 15,1 0 0,0 18 0,0 17-15,35 1 15,0-1 0</inkml:trace>
  <inkml:trace contextRef="#ctx0" brushRef="#br0" timeOffset="-166814.55">24677 8978 0,'35'18'32,"0"17"-17,18 18 1,-17-18-1,-36 18 1,35-53 0,-35 53-16,0-18 15,0 1-15,0-1 16,-18 0-16,18 1 16,-35-1-16,35 0 15,0 0-15,-35 1 0,35-1 16,0 18-1</inkml:trace>
  <inkml:trace contextRef="#ctx0" brushRef="#br0" timeOffset="-166499.62">25065 9066 0,'35'0'31,"0"0"1,1 0-17,-1 18 1</inkml:trace>
  <inkml:trace contextRef="#ctx0" brushRef="#br0" timeOffset="-166288.72">25206 9278 0,'0'0'0,"0"35"31,0 36-15,0-36-16,0-17 15,0 52-15,0-17 16,-53 0-16,18-18 16</inkml:trace>
  <inkml:trace contextRef="#ctx0" brushRef="#br0" timeOffset="-163776.83">22207 11130 0,'0'-35'78,"-17"35"-47,17-35-15,-53 35-1,18 0 1,-1 0 0,36 17-16,-53-17 15,53 53-15,-35-53 16,35 71-16,0-18 15,0-18 1,0 0 0,35-35-1,-35 35 1,53-35-16,18 0 16,-71 18-16,35-18 15,-17 0 1,-18 35-16,0 1 31,0-1-15,0 18-1,0 17 1,-36-70-16,36 53 16,-52-53-16,52 36 15,-36-36-15,1 0 31,35-18-15,0-35 0</inkml:trace>
  <inkml:trace contextRef="#ctx0" brushRef="#br0" timeOffset="-163574.96">22384 11483 0,'0'0'0,"0"35"15,0 18 1,0-18-16,0 1 16,35-36-1</inkml:trace>
  <inkml:trace contextRef="#ctx0" brushRef="#br0" timeOffset="-163386.65">22366 11183 0,'0'53'15,"0"-18"1,18-35 15,-18 18-31</inkml:trace>
  <inkml:trace contextRef="#ctx0" brushRef="#br0" timeOffset="-162854.83">22772 11359 0,'0'0'15,"35"-88"1,-35 53-16,0-18 16,0 18 15,-18 35-16,-17 0-15,0 35 16,0 18-16,-18-18 16,53 1-16,-36-1 15,36 18 1,0-18 0,18-35-1,35 0 1,-53-18-1,71 18-15,-36 0 16,0 36 15,-35-1-31,0 0 16,0 0-16,0 1 16,-18 17-16,18 17 15,-52-17-15,16 0 16,36 0-16,-35 0 15,35-18-15,-35 0 16,35-52 31,35-18-47,-35-36 16,35 18-16</inkml:trace>
  <inkml:trace contextRef="#ctx0" brushRef="#br0" timeOffset="-162409.66">23054 11271 0,'0'18'31,"0"70"-15,0-53-16,0 1 15,-18-36 1,18 53-16,-35-18 16,35-53 31,0-17-47,18 0 15,-18-1-15,35 1 16,0 0-1,1 35 1,-1 0 0,-35 17 15,0 19-15,0 17-1,0-18-15,0 18 16,0-18-1</inkml:trace>
  <inkml:trace contextRef="#ctx0" brushRef="#br0" timeOffset="-161968.53">23477 11236 0,'-17'0'31,"-19"0"-15,-16 53 0,-1 0-1,53-18-15,-36 0 16,36 1-1,0-1 17,36-35-17,-36-35-15,70 35 16,-70-71-16,35 71 16,-35 18 30,0 17-30,18-35 31,35-18-16</inkml:trace>
  <inkml:trace contextRef="#ctx0" brushRef="#br0" timeOffset="-161668.83">23813 11007 0,'0'17'62,"-18"36"-62,18-35 16,-35 35-16,35 0 0,0 0 15,-36 0 1,36 17-16,0-52 0,0 17 16,0 0-1,0 36-15,36-36 16,17-35-1,-18 0 1</inkml:trace>
  <inkml:trace contextRef="#ctx0" brushRef="#br0" timeOffset="-161106.78">24395 11042 0,'-18'71'63,"18"-36"-63,-53 0 16,18 18-16,-18 18 15,18-19-15,35 1 16,-36-17-16,36-1 0,0 0 15,0 0-15,0 1 16,0 17 0,18-53-16,35 53 15,-18-53 1,0 0-16,1-36 16</inkml:trace>
  <inkml:trace contextRef="#ctx0" brushRef="#br0" timeOffset="-160634.78">24606 11430 0,'53'0'63,"-18"0"-63,1 0 15,-1 0-15,-17 0 16,-18-53-16,70 53 16,-70-35-16,35 35 15,-35-53-15,0 0 16,0 18 0,-17 35-1,-54 0 1,54 0-16,-19 0 15,36 35-15,-70-35 16,70 53-16,-35-18 16,35 0-16,0 1 15,-36-1-15,36 0 16,0 1-16,0-1 16,18 0-1,17-35 1,18 0-1,-18 0-15,1 0 16,17-35-16,-18 0 16,18-36-1,-53 36-15</inkml:trace>
  <inkml:trace contextRef="#ctx0" brushRef="#br0" timeOffset="-160334.75">25259 11113 0,'35'0'32,"-35"17"-17,0 36-15,35-18 16,-35 1-16,0-1 15,0 0-15,0 0 16,0-17-16,-35 35 16,35-18-16,-70 1 15,70-1-15,-53 0 16,17 18 0,1-53-1</inkml:trace>
  <inkml:trace contextRef="#ctx0" brushRef="#br0" timeOffset="-160108.83">25612 11113 0,'35'0'47,"0"0"-31,-35 17-16</inkml:trace>
  <inkml:trace contextRef="#ctx0" brushRef="#br0" timeOffset="-159913.62">25682 11359 0,'0'36'16,"0"-1"-1,0 0 1,0 1-1,0-19-15,-17 36 16,-19-18-16,-34 1 16</inkml:trace>
  <inkml:trace contextRef="#ctx0" brushRef="#br0" timeOffset="-158945.53">21996 12365 0,'35'0'47,"0"0"-31,36 0-1,-36 0 1,0-35-16,1 35 0</inkml:trace>
  <inkml:trace contextRef="#ctx0" brushRef="#br0" timeOffset="-158804.68">22860 12294 0,'71'0'15,"-36"0"1</inkml:trace>
  <inkml:trace contextRef="#ctx0" brushRef="#br0" timeOffset="-158646.52">23248 12347 0,'35'-17'32,"1"17"-17</inkml:trace>
  <inkml:trace contextRef="#ctx0" brushRef="#br0" timeOffset="-157462.22">21378 12735 0,'18'0'78,"35"0"-62,0 0-1,-53-35 1,53 35-16,-18 0 16,-35 18-1,0 17 1,0 18-1,-18 0 1,18 0 0,-35-53-1,35 35-15,0 0 16,0-17 0,18-18 30,17 0-14,0-18-17,-35 36 48,-17-18-63,17 35 15,0 0 1,0 1 0,0 17-1,0 0-15,0 17 16,0-17 0,0 0-1,0-18 1,0 0 15,-36-35-31,1 0 16,0 0-1,-18 0 1,18-35 0,-1-18-1</inkml:trace>
  <inkml:trace contextRef="#ctx0" brushRef="#br0" timeOffset="-155690.84">28522 6438 0,'35'0'15,"-35"18"1,0 35 0,0-18-1,0 0-15,0 36 16,0-18-16,0 0 15,0 0-15,0 0 16,0 17-16,-17-35 16,17 1-16,0-1 0,0 18 15,0-18 1,0-88 46</inkml:trace>
  <inkml:trace contextRef="#ctx0" brushRef="#br0" timeOffset="-155294.56">28646 6456 0,'17'0'47,"71"0"-31,-35 17 0,-17-17-1,-36 36 1,0 17 15,0-18-15,0 0-1,-18-35-15,18 53 0,-53-53 16,18 35-16,-18 18 16,18-53-1,35 18 1,-36-18-1,36 35 1</inkml:trace>
  <inkml:trace contextRef="#ctx0" brushRef="#br0" timeOffset="-154889">29034 6703 0,'0'17'15,"0"19"1,0 17 0,0 0-1,-36 17 1,36-35-1,0 1 1,0-19 0,18-17-16,-18 36 15,0-1 17,-18-35-1,1 0 0,-36-18-15,53-17-1</inkml:trace>
  <inkml:trace contextRef="#ctx0" brushRef="#br0" timeOffset="-154709.56">29104 6756 0,'53'0'31,"-18"0"-31,54 0 16,-54 0-1</inkml:trace>
  <inkml:trace contextRef="#ctx0" brushRef="#br0" timeOffset="-152219.39">27852 7849 0,'17'0'0,"-17"-35"31,-17-18 63,-18 53-94,-1 0 15,1 0 17,0 0-1,35 18-16,-36 35 1,36 0 0,0-18-1,0 0 1,36 0 0,-1-35-1,-35 36 1,0-1 15,0 0-15,0-17 15,-18-18-31,-17 53 31,53-53 47,-18 35-62,35 0 0,-35 1-1,0 17 1,0-18-16,0 0 15,0 0-15,0-17 16,0 53 0,0-36-1,0 0 1,53-35-16,-18 0 16,0 0-16,1 0 15,-1 0-15</inkml:trace>
  <inkml:trace contextRef="#ctx0" brushRef="#br0" timeOffset="-151768.9">28610 8537 0,'36'0'16,"16"0"-1,-16 0 1,52 0 0,-70 0-16,-18-17 15</inkml:trace>
  <inkml:trace contextRef="#ctx0" brushRef="#br0" timeOffset="-151604.65">29281 8502 0,'17'0'15,"18"0"1,36 0-16,-18 0 16,0 0-16</inkml:trace>
  <inkml:trace contextRef="#ctx0" brushRef="#br0" timeOffset="-151466.89">30057 8484 0,'70'-17'15</inkml:trace>
  <inkml:trace contextRef="#ctx0" brushRef="#br0" timeOffset="-149302.58">28998 10089 0,'0'-35'63,"0"0"-1,-17 0-31,-19 35 1,36-36-32,-35 36 31,0 0-15,17 0-1,-35 18 1,18 17-1,0 18 1,-1 18 0,36-36-1,0 0 1,0 1 0,0-19-1,18-17 1,-18 35-1,35-35-15,18 0 16,-17 0 0,-1 0-16,0 0 15,-17 0-15,17 0 16,-35 36 0,35-36-1,-35 35 1,0 0-1,0 1 1,0-1 0,-17-35-16,17 35 15,-36-35-15,1 35 16,0-35 0,35-35 30</inkml:trace>
  <inkml:trace contextRef="#ctx0" brushRef="#br0" timeOffset="-148854.31">29228 10125 0,'0'35'16,"-36"53"-1,36-53 1,-35 1-16,35-1 16,-35 36-1,35-54 1,35-17-1,0 0 1,1 0-16,17 0 16,-53 36 15,35-36-31,-35 35 16,0 0 15,-18-35-16,18 35-15,-35-35 16,0 0 0,-1 0-1,36-35 17</inkml:trace>
  <inkml:trace contextRef="#ctx0" brushRef="#br0" timeOffset="-148665.87">29210 10301 0,'35'0'32,"18"0"-17,-18 0-15,1-35 16,-1 35-16,0 0 15,1 0 1</inkml:trace>
  <inkml:trace contextRef="#ctx0" brushRef="#br0" timeOffset="-148467.75">29651 10178 0,'35'0'15,"1"0"17,-1 0-17</inkml:trace>
  <inkml:trace contextRef="#ctx0" brushRef="#br0" timeOffset="-148274.68">29757 10425 0,'0'53'31,"0"17"-16,-18-70-15,-52 106 16,70-71 0,-53-35-16,17 71 0</inkml:trace>
  <inkml:trace contextRef="#ctx0" brushRef="#br0" timeOffset="-146647.22">28734 9190 0,'0'18'63,"0"17"-47,0 0-16,0 0 15,0 1-15,0-1 16,0 0-16,0 0 15,17-35 1,36-17 31,-53-18-47,36-1 16,-36 1-16,35 0 15,-35-1-15,0 54 47,0 35-31,0-18-1,0 1 1,35-36 0,0 0 15,1 0-16,-1 0 1,-35-18-16,35 18 16,-35-53-16,36 0 0,-36 18 15,0 17 1,35 18 78</inkml:trace>
  <inkml:trace contextRef="#ctx0" brushRef="#br0" timeOffset="-145882.85">29404 9102 0,'0'0'0,"0"-36"31,-53 36-16,18 18-15,0-18 16,-1 71-16,36-36 16,-53 0-16,53 0 15,-35 1-15,35 17 16,0-18 0,0 0-1,35-35 32,36-53-31,-36 53-1,-35-53-15,53 18 16,-18 0 0,-35 70 15,0 0-16,0 1 1,0-1 0,0 0-1,36-35 17,-1 0-17,18-17 1,17-54-1,-70 36-15,53-1 16,-17 1 0,-36 53 15,0 17-15,0 0-1,0-17 1,0 17 15,0-52 16</inkml:trace>
  <inkml:trace contextRef="#ctx0" brushRef="#br0" timeOffset="-145708.66">29651 8872 0,'0'18'32,"0"17"-32,18-35 15,17 0 1</inkml:trace>
  <inkml:trace contextRef="#ctx0" brushRef="#br0" timeOffset="-145469.15">29792 9172 0,'88'0'16,"-52"0"-1,-1 0-15,0-35 16,0 35-16,1 0 16,-19 0-1,-17-18 32</inkml:trace>
  <inkml:trace contextRef="#ctx0" brushRef="#br0" timeOffset="-145214.68">29968 9031 0,'-52'35'16,"52"18"-1,-36 0-15,36 0 16,-35 18-16,35-18 15,0 0-15,0-18 16,0 0-16,0 0 16,35-35-1,53 0 1,-88-17-16,71 17 16,-71-53-16,53 53 15,-53-53-15</inkml:trace>
  <inkml:trace contextRef="#ctx0" brushRef="#br0" timeOffset="-144929.49">30409 9066 0,'-17'18'46,"-18"53"-30,35-36-16,-36 0 16,36 0-16,-53 1 15,53-1-15,-35 0 16,35 18 0,0-18-1,0 1 1,18-36-16,17 35 15</inkml:trace>
  <inkml:trace contextRef="#ctx0" brushRef="#br0" timeOffset="-143153.39">30886 9243 0,'0'-18'16,"0"-17"0,0 0 15,-18 35-31,18-18 15,-35 18 1,35-35 15,-35 35-31,-1 0 32,1 17-17,0 36 1,-1 18-1,36-18 1,-35-53-16,35 53 16,0-18-1,0 0 1,0 0 15,18-35 0,17 0 1,-17 0-17,17 0 1,-35-17-16,35 17 16,-35-35-16,36 35 15,-36-53-15,35 53 0,-35-71 16,35 36-16,-35 0 15,35-1-15,-35 1 16,53-18-16,-53 0 16,36-17-16</inkml:trace>
  <inkml:trace contextRef="#ctx0" brushRef="#br0" timeOffset="-142823.75">31062 8819 0,'0'36'63,"-18"17"-63,18-18 0,0-17 15,-52 52-15,52-35 16,-53 18-16,53 0 16,-36 0-16,36-35 15,0 17-15,-35 18 16,35-35-16,0 17 15,0 0-15,0 0 16,0 1-16,0 17 16,0-18-1,18-35 17,-18 35-32,53-35 15,-18-17 1</inkml:trace>
  <inkml:trace contextRef="#ctx0" brushRef="#br0" timeOffset="-142147.52">31256 9084 0,'0'18'47,"35"-18"-47,-35 53 16,0-18-16,36 0 0,-36 0 15,0 1 1,0-1-16,0 0 0,0 1 16,0-1-16,0-18 15,-18 36-15,18-35 16,-35-18-16,35 71 15,-36-71-15,36 35 16,-35-35 0</inkml:trace>
  <inkml:trace contextRef="#ctx0" brushRef="#br0" timeOffset="-141923.92">31521 9208 0,'35'0'15,"0"0"1,1 0-1</inkml:trace>
  <inkml:trace contextRef="#ctx0" brushRef="#br0" timeOffset="-141726.96">31627 9384 0,'0'35'16,"0"0"-1,0 18 1,0-17-16,0-1 16,-36 0-16,1 0 15</inkml:trace>
  <inkml:trace contextRef="#ctx0" brushRef="#br0" timeOffset="-140495.93">28822 11148 0,'0'-18'32,"0"-17"-1,0 0 0,-18 35-15,18-18-16,-17 18 15,-19 0 1,1 0 0,0 0-1,35 35 1,-35 18-1,35-35 1,0 17 15,17 0-15,36-35 0,0 0-1,-53 36-15,35-36 16,-35 35-1,36-35-15,-36 70 16,0-52 15,0 53-15,-18-71 0,18 35-16,-35-35 15,-1 35-15,-17-35 16,18 0-1,0 0 17,35-35-1</inkml:trace>
  <inkml:trace contextRef="#ctx0" brushRef="#br0" timeOffset="-140281.33">29087 11307 0,'0'70'31,"0"-35"-31,0 1 16,0-19-1</inkml:trace>
  <inkml:trace contextRef="#ctx0" brushRef="#br0" timeOffset="-140091.93">29051 11060 0,'0'17'47,"0"19"-31,0-1-1,18-35-15</inkml:trace>
  <inkml:trace contextRef="#ctx0" brushRef="#br0" timeOffset="-139558.92">29475 11236 0,'0'-18'16,"0"-17"-1,0 0 1,0 0 15,-36 35-31,-17 0 16,18 35 0,-35 35-16,34-17 31,36 0-31,0-18 31,36-35-15,-1 0-16,0 0 15,18-17 1,-53 52 15,0 36-15,0-54-16,0 19 15,0-1-15,0 0 0,0 0 16,0 1 0,-18-1-16,18 0 0,-35 1 15,35-1-15,-35 0 16,35 0 0,-35-35-16,35-35 46,0-18-46</inkml:trace>
  <inkml:trace contextRef="#ctx0" brushRef="#br0" timeOffset="-139133.58">29704 11095 0,'0'18'31,"0"52"-31,0-52 0,0 70 16,0-35-1,-18-53 1,18 35-16,-35-35 31,35-35 0,18 0-15,-18-1-16,53 1 16,-1-18-16,-16 53 15,-1 0 17,-35 18-17,0 52 1,0-17-1,0 0 1,0 0 0,0-18-1</inkml:trace>
  <inkml:trace contextRef="#ctx0" brushRef="#br0" timeOffset="-138681.66">30110 11271 0,'0'-35'31,"0"0"-31,-18 35 31,-35 17-15,18 54-1,35-18 1,-36-53 0,36 35-16,18-35 47,35 0-32,-53-35-15,53-18 16,0 18-1,-53 52 32,0 36-31,0-18 0,53-52 30</inkml:trace>
  <inkml:trace contextRef="#ctx0" brushRef="#br0" timeOffset="-138427.65">30427 10989 0,'0'71'31,"0"-36"-31,-35 18 16,35 0-1,-35 17-15,35-17 0,0 0 16,-36-18-16,36 1 16,0-1-16,0 0 15,36 0 1,-1-35-1</inkml:trace>
  <inkml:trace contextRef="#ctx0" brushRef="#br0" timeOffset="-137924.83">30974 11113 0,'-18'0'47,"-17"35"-32,-18 18 1,53-18 0,-70 0-16,70 1 15,-36-1-15,36 0 16,0 0-16,0 1 16,0 17-1,18 17-15,52-70 16,-34 0-1,-1 0-15</inkml:trace>
  <inkml:trace contextRef="#ctx0" brushRef="#br0" timeOffset="-136613.78">31186 11271 0,'0'36'250,"35"-36"-219,0 0 0,0 0-15,1-18 15,-36-17 266</inkml:trace>
  <inkml:trace contextRef="#ctx0" brushRef="#br0" timeOffset="-135716.72">31574 10971 0,'0'-17'31,"0"-19"1,-18-16-1,-17 52-16,-1 0 17,1 0-1,35 17-15,-35-17-16,35 88 15,-35-52-15,35-1 16,-53 0-16,53 1 15,-53-1-15,53 0 0,0 0 16,-36 1 0,36-1-16,0 0 15,0 0-15,0 1 0,0-1 16,0 0-16,0 1 16,0-1-16,0 18 15,0 0 1,0-18-1,-35-70 79</inkml:trace>
  <inkml:trace contextRef="#ctx0" brushRef="#br0" timeOffset="-135330.85">31150 11165 0,'36'0'16,"-1"0"-1,0 0 17,18 18-17,-18-18 1,1 0-1,-1 35 1,0-35 0,0 0 15</inkml:trace>
  <inkml:trace contextRef="#ctx0" brushRef="#br0" timeOffset="-134821.45">31750 11183 0,'35'18'31,"-35"17"-15,36 0-1,-36 18 1,0 35 0,-18-52-1,18-1-15,-35-35 16,35 53-16,-36-53 16,36 53-16,-35-53 15,35 35-15,-18-35 16</inkml:trace>
  <inkml:trace contextRef="#ctx0" brushRef="#br0" timeOffset="-134533.75">32085 11077 0,'35'18'46,"1"-18"-30</inkml:trace>
  <inkml:trace contextRef="#ctx0" brushRef="#br0" timeOffset="-134354.55">32103 11395 0,'0'0'0,"0"35"31,-35 0-31,-1 36 16,36-36 0,-70-35-16</inkml:trace>
  <inkml:trace contextRef="#ctx0" brushRef="#br0" timeOffset="-133304.78">29016 11994 0,'18'0'62,"-18"36"-62,35-36 16,0 0-1</inkml:trace>
  <inkml:trace contextRef="#ctx0" brushRef="#br0" timeOffset="-133147.4">29580 12030 0,'36'0'31,"34"0"-15,-34 0-16</inkml:trace>
  <inkml:trace contextRef="#ctx0" brushRef="#br0" timeOffset="-132975.25">30039 12047 0,'0'0'16,"35"0"-1,-17 0 1,17 0 0</inkml:trace>
  <inkml:trace contextRef="#ctx0" brushRef="#br0" timeOffset="-131735.72">27781 12224 0,'36'0'31,"16"0"-15,1 0-1,-17-18 1,-1 18-16,0 0 15,18 0 1,-53 18 15,0 17-31,0 0 16,0 1-16,-18-1 16,18 0-16,-35 0 15,35 1-15,0 17 16,0-18 15,0-53 16,0 36 15,0 35-46,0-18-16,0 0 16,0 1-16,0-1 15,0 0-15,0 0 16,0 1-16,0-1 16,0 0-16,0 36 15,-35-71 1,35 53-16,0-18 15,-53 18-15,53-35 16,-53-18-16,53 70 16,-70-70-16,17 35 15,17-35-15,1 0 16,0-70-16,-18-18 16</inkml:trace>
  <inkml:trace contextRef="#ctx0" brushRef="#br0" timeOffset="-128314.71">16863 13811 0,'-18'0'78,"18"18"63,0 52-125,0-34-16,0 17 15,0 17-15,-53-17 16,53 0-16,0 0 15,-35 18-15,35-19 16,0 1-16,0 0 16,-35-17-16,35-1 15,0 0 1,0-70 15,0 0-15,0-1-16,17 1 15</inkml:trace>
  <inkml:trace contextRef="#ctx0" brushRef="#br0" timeOffset="-127911.35">16810 13899 0,'0'0'0,"0"-35"31,35 35-15,18 0-16,35 0 15,-35 0 1,-18 18 0,-35 17 15,36 0-16,-36 36 1,-18-71 0,18 53-16,-53-53 15,18 53-15,-18-18 16,-18 18 0,36-53-1,35 35 32</inkml:trace>
  <inkml:trace contextRef="#ctx0" brushRef="#br0" timeOffset="-127294.75">17445 14076 0,'-18'0'47,"-17"0"-31,0 0-1,-1 17-15,-52 54 16,88-36-1,-70 1-15,70-1 16,-36 0-16,36 0 16,0 1-16,0-1 15,0 18 1,0-18 0,18-35-16,17 0 15,1 0 1,52-35-1,-88 0-15,53-1 16,-53 1 0,0 0-16,0 0 0,-18 35 31,-17 0-15,-1 0 15,36 17-16</inkml:trace>
  <inkml:trace contextRef="#ctx0" brushRef="#br0" timeOffset="-126934.64">17798 14041 0,'-18'35'47,"18"0"-32,-71 0-15,71 1 16,-35 17-16,35-36 0,0 19 16,0-1-16,0 53 15,0-35 1,18-18 0,52-35-1,-34 0 1,-19 0-1</inkml:trace>
  <inkml:trace contextRef="#ctx0" brushRef="#br0" timeOffset="-126628.68">18433 14005 0,'35'0'16,"0"0"0,-35 18-1,35-18-15,-35 53 16,36-53-16,-36 53 15,0 17-15,-36 1 16,-16-18 0,-1-18-16,-18 0 15,-17 18-15,17-17 16</inkml:trace>
  <inkml:trace contextRef="#ctx0" brushRef="#br0" timeOffset="-125442.7">16245 14817 0,'-17'0'79,"-18"-36"-64,-36 36 1,36 0-16,-1 18 15,-17 35 1,18 0 0,35-18-1,0 0 1,0 1 0,0-1-1,18-35-15,-18 18 16,0 17-1,17-35 17,-17 35-17,0 0 17,0 1-17,0-1-15,0 0 16,-17 1-16,17-1 15,-35-35-15,35 53 16,0-18 0,0 0-16,0 1 15,35-1 1,-35 0 0,0 0-1,17-35 16</inkml:trace>
  <inkml:trace contextRef="#ctx0" brushRef="#br0" timeOffset="-124864.08">16916 15363 0,'17'0'62,"54"0"-46,-36-35-16,0 35 16</inkml:trace>
  <inkml:trace contextRef="#ctx0" brushRef="#br0" timeOffset="-124700.4">17727 15222 0,'71'0'31,"-18"0"-15</inkml:trace>
  <inkml:trace contextRef="#ctx0" brushRef="#br0" timeOffset="-124499.55">18433 15311 0,'0'0'0,"35"0"47,0 0-32</inkml:trace>
  <inkml:trace contextRef="#ctx0" brushRef="#br0" timeOffset="-120454.63">17004 15699 0,'-18'0'204,"18"35"30,0 0-234,0 0 16,-35 1-1,35-1-15,0 36 16,0-19-1,0-69 48,18-18-63,-18-1 0,35 1 16,-35 0-16,53-1 15,-18 1 1,0 53 15,-35 17-15,0 0-1,0-17-15,0 17 16,0 1-16,0 52 16,0-53-1,36-35 16,-1 0 1,0-53-17,0-17 1,-35 34 0,0 1-16,53-36 15,-53 36-15,0 18 16,0-19-1,0 54 32,0 0-31,0 17 0,18-35-1,-18 70-15</inkml:trace>
  <inkml:trace contextRef="#ctx0" brushRef="#br0" timeOffset="-119900.74">17639 15857 0,'0'0'0,"53"-35"15,-18 0 1,-35 0 15,-18 35-15,-34 0-1,16 0 1,1 0-16,0 35 16,-36 35-1,71-34-15,-35-1 16,35 18-1,0-18 1,18-35 0,34 0-1,1-18 1,-53-17-16,71-18 16,-36 18-16,0 0 15,1 35-15,-36-36 16,35 36-16,-35 18 31,0 17-15,-18 1-16,18-1 15,0 18 1,0-18 0,18-35 15,35 0-16,-53-18 17,35 18-32,-35-35 0</inkml:trace>
  <inkml:trace contextRef="#ctx0" brushRef="#br0" timeOffset="-119691.68">18009 15840 0,'0'35'32,"36"36"-17,-36-36 1,35 0 0,-35 0 15</inkml:trace>
  <inkml:trace contextRef="#ctx0" brushRef="#br0" timeOffset="-119518.03">18027 15593 0,'0'0'0,"0"17"15,0 19 32</inkml:trace>
  <inkml:trace contextRef="#ctx0" brushRef="#br0" timeOffset="-119286.78">18080 15769 0,'35'0'16,"18"0"0,-18 0-1,1 0-15,-1 0 16,0 0-16,0 0 0,1 0 16,17 0-1,-53-17 1,35 17-1,-35-18 17</inkml:trace>
  <inkml:trace contextRef="#ctx0" brushRef="#br0" timeOffset="-119000.88">18380 15663 0,'0'0'0,"0"36"47,-36-1-32,36 0-15,0 18 16,-35 18-16,35-54 16,0 54-1,0-36-15,0 0 16,18-35-1,35 0 1,-18 0 0,18-17-1,-53-19-15,35 36 0,-35-52 16</inkml:trace>
  <inkml:trace contextRef="#ctx0" brushRef="#br0" timeOffset="-118529.72">18944 15469 0,'0'0'0,"-17"0"47,17 18-31,0 17-1,-36-35-15,36 53 16,-35 0-16,35-18 15,-35 1-15,35-1 16,0 0-16,-53 0 16,53 1-16,0-19 15,0 54 1,0-36-16,17-35 16,54 35-1,-36-35 1,1 0-1,-19 0 1</inkml:trace>
  <inkml:trace contextRef="#ctx0" brushRef="#br0" timeOffset="-117149.46">19138 15734 0,'18'0'62,"17"0"-46,36 0-1,-71-18-15,53 18 0,-53-35 16,53 35 0,-53-35-16,35 35 0,-35-36 15,35 1 1,-35 0-1,0 0 1,-35-1 0,0 36-1,-18 0 1,-18 0 0,71 36-16,-35-36 15,35 53-15,-36-1 16,36-34-16,0 17 15,0 1-15,0-1 0,0 0 16,0 0-16,0 1 16,0 17-1,18-18 1,53-35 0,-18 0-1,17 0 1,-17 0-1,-53-18-15,35 18 16,-35-35-16,53 0 16</inkml:trace>
  <inkml:trace contextRef="#ctx0" brushRef="#br0" timeOffset="-116711.31">19720 15522 0,'36'0'31,"-36"18"-31,70 17 16,-70 0 0,18-35-1,-18 53-15,0 18 16,0-36-1,0 0-15,0-17 16,0 70 0,-18-52-16,-17 16 15,35-16 1,-35-36-16</inkml:trace>
  <inkml:trace contextRef="#ctx0" brushRef="#br0" timeOffset="-116391.31">20179 15487 0,'35'0'31,"-35"18"-15,35-18-1,1 0 17,-36 35-32</inkml:trace>
  <inkml:trace contextRef="#ctx0" brushRef="#br0" timeOffset="-116202.64">20232 15716 0,'0'36'15,"0"-1"1,0 18 0,0-18-16,0 0 15,0 1-15,-53-1 16,-18 0-16</inkml:trace>
  <inkml:trace contextRef="#ctx0" brushRef="#br0" timeOffset="-114967.14">16898 16475 0,'0'17'47,"0"72"-32,0-54-15,0 0 16,0 0-16,0 1 0,0-1 15,0-17 1,0 52-16,18-70 63,-18-53-48,35 18-15,-35 0 16,71-18-16,-71 17 15,52 36-15,-52-52 16,36 52-16,-36 17 47,0 36-31,0-18-16,0 36 15,0 0 1,0-54-1,35-17 1,0 0 15,18-17-15,-53-19 0,35 1-16,-35 0 15,0-1-15,71 36 16,-71-53-16,0 18 15,0 0 17,18 35-17</inkml:trace>
  <inkml:trace contextRef="#ctx0" brushRef="#br0" timeOffset="-114170.96">17657 16686 0,'0'0'0,"35"-17"15,-35-19 17,0 1-17,0 18 17,-18 17-32,-17 0 31,0 0-16,-1 0 17,1 0 46,17 0-31,18 35-32,0 0-15,-35-35 16,35 53 0,-53 18-16,53-36 15,0 0 1,18-35 31,35 0-32,-53-17 1,88 17-16,-53-71 16,-35 36-16,71-1 15,-36 1 1,-35 53 31,0 35-32,0-18 1,0 0 0,53-35 30</inkml:trace>
  <inkml:trace contextRef="#ctx0" brushRef="#br0" timeOffset="-113990.59">17886 16704 0,'0'0'0,"35"0"31,-35 18-31,0 17 31</inkml:trace>
  <inkml:trace contextRef="#ctx0" brushRef="#br0" timeOffset="-113788.77">17903 16510 0,'0'-35'16,"18"35"15,35 0-16,-18 0 1</inkml:trace>
  <inkml:trace contextRef="#ctx0" brushRef="#br0" timeOffset="-113638.59">18080 16492 0,'35'0'15,"-70"0"-15,123 0 0,-53 0 16,1 0-16,-1 0 15,0 0-15,-17 0 16,-18-17-16,70 17 16,-70-18-1</inkml:trace>
  <inkml:trace contextRef="#ctx0" brushRef="#br0" timeOffset="-113383.95">18256 16334 0,'0'0'0,"0"88"0,-70-35 15,70 17-15,-53-17 16,53 0-16,-35 18 16,35-18-16,0-18 15,0 0-15,0 18 16,35-53-1,0 35 1,0-35 0,1-17-1</inkml:trace>
  <inkml:trace contextRef="#ctx0" brushRef="#br0" timeOffset="-113016.65">18644 16492 0,'-17'0'31,"-19"53"1,36 0-17,-35-18 1,35 1-16,0 17 16,0 0-1,0-18 1,0 0-1,18-35 1,17 35 0</inkml:trace>
  <inkml:trace contextRef="#ctx0" brushRef="#br0" timeOffset="-108035.55">19350 16369 0,'0'-35'15,"-18"-1"32,-17 36-16,0 0 1,-1 18-17,36 35 1,-35-18 0,35 0-16,0 1 15,0-1-15,-35 53 16,35-35-1,0 18-15,0-18 16,0 0-16,-35-18 16,35 0-16,0 0 0,0 1 15,0 17 1,0-71 46,0-17-46</inkml:trace>
  <inkml:trace contextRef="#ctx0" brushRef="#br0" timeOffset="-107570.7">18927 16757 0,'17'0'31,"18"0"-31,1 0 15,17 0-15,17-35 16,-17 35-16,-18 0 16,1 0-16,17 0 15,-18 0 1,0 0 15,0 0-31,1 0 31</inkml:trace>
  <inkml:trace contextRef="#ctx0" brushRef="#br0" timeOffset="-107137.55">19703 16510 0,'35'18'47,"-35"52"-32,53-70-15,-53 53 16,0 0 0,0 0-1,0-18-15,-18 1 16,18-1-16,-35-35 0,35 53 15,-35-53-15,35 35 16</inkml:trace>
  <inkml:trace contextRef="#ctx0" brushRef="#br0" timeOffset="-106881.33">19985 16598 0,'35'0'46,"0"0"-30,-35 18 15</inkml:trace>
  <inkml:trace contextRef="#ctx0" brushRef="#br0" timeOffset="-106687.35">20055 16828 0,'0'35'31,"0"0"-15,0 18-1,0-18-15,0 1 16,-17-1-16,-18 0 15,-1 0-15</inkml:trace>
  <inkml:trace contextRef="#ctx0" brushRef="#br0" timeOffset="-104999.33">17533 17180 0,'-18'-35'47,"-17"35"-15,0 0-17,0 0 1,-1 0-1,-17 0 1,53 18 0,-53-18-16,53 53 15,-35-53-15,35 35 16,-35 0 0,35 0-1,0 1 1,0-1-1,18 0 17,17-35-17,-35 36-15,53-36 16,-18 0 0,-35 35-16,35-35 15,-35 35 1,36-35-1,-36 35 1,0-17 0,-18 35-1,-17 0 1,-1-18-16,-34 0 16,17-35-1,53 36 1,-35-36-16,35-18 78</inkml:trace>
  <inkml:trace contextRef="#ctx0" brushRef="#br0" timeOffset="-104368.79">17780 17445 0,'-18'0'47,"-17"18"-16,0 17-15,0 0 0,35 0-1,-36-35 1,36 53-16,0 18 16,0-18-1,0-18 1,0 0-1,36-35 17,-1 0-17,-35-17-15,35 17 16,-35-53-16,0 17 16,35 1-16,-35-35 15,-17 70 32,-19 0-16</inkml:trace>
  <inkml:trace contextRef="#ctx0" brushRef="#br0" timeOffset="-103310.73">18239 17392 0,'35'0'47,"-17"0"-31,17 0 15</inkml:trace>
  <inkml:trace contextRef="#ctx0" brushRef="#br0" timeOffset="-103130.83">18309 17551 0,'0'35'15,"0"0"1,0 18 0,0 0-1,0 0-15,-53 0 16</inkml:trace>
  <inkml:trace contextRef="#ctx0" brushRef="#br0" timeOffset="-102531.68">17057 18186 0,'17'0'31,"19"0"-15,34 0 15,-34 0-16,16 0 1,-16 0-16,-1 0 16</inkml:trace>
  <inkml:trace contextRef="#ctx0" brushRef="#br0" timeOffset="-102374.54">17745 18186 0,'53'0'16,"0"0"0,-1 0-1</inkml:trace>
  <inkml:trace contextRef="#ctx0" brushRef="#br0" timeOffset="-102238.84">18186 18150 0,'35'0'16,"36"0"0</inkml:trace>
  <inkml:trace contextRef="#ctx0" brushRef="#br0" timeOffset="-102116.79">18574 18115 0,'-18'0'0</inkml:trace>
  <inkml:trace contextRef="#ctx0" brushRef="#br0" timeOffset="-100918.1">16069 17921 0,'0'-35'31,"35"35"-16,1 0-15,-1-35 16,0 35-16,0 0 16,1 0-1,-36 35 32,0 35-31,-18-17-16,18-17 15,0-1 17,18 0-17,17-35 17,-35 35 14,0 1-30,0-1 0,0 36-1,0-19 1,0 19 0,-18-71-16,18 18 0,-35-18 15,35 35-15,0-53 47,0 1-47</inkml:trace>
  <inkml:trace contextRef="#ctx0" brushRef="#br0" timeOffset="-94141.79">7655 6279 0,'0'36'250,"0"-1"-235,0 0 1,0 1-1,0-1 17,-17-35-32,17 35 31,0 0 16,0-17 15</inkml:trace>
  <inkml:trace contextRef="#ctx0" brushRef="#br0" timeOffset="-88859.06">22966 3157 0,'0'18'31,"0"35"-16,-18-18 1,18 0-16,-35 1 16,35-1-16,-71 18 15,71-18-15,-53 1 16,53-1-16,-35-35 16,35 35-16,35-88 62,18 18-62,0 0 16,-17 35-16,-1-36 0,0 36 15,-35 18 1,35-18-16,-35 53 16,0-18-16,0 0 15,0 1-15,0-19 16,0 19-16,0-1 15,-17 0-15,17 0 16,0 1-16,0-1 16,17-70 31,-17-18-47</inkml:trace>
  <inkml:trace contextRef="#ctx0" brushRef="#br0" timeOffset="-88634.83">23230 3069 0,'36'0'31,"-1"0"-15,0 0-16,-17 0 15,52-35-15,-34 35 16,-1 0-16,0 0 16,-35 18-1</inkml:trace>
  <inkml:trace contextRef="#ctx0" brushRef="#br0" timeOffset="-88387.34">23372 3140 0,'0'0'0,"0"88"16,0-18-1,-36 19-15,36 17 16,0 52-16,-53-17 16,53 0-16,0 36 15,0-54-15,0-52 16,0-18-16,0-18 0,0 0 15,18-35-15,-18 36 16,35-36 0,-35-36-16,36-34 15,-36 17-15</inkml:trace>
  <inkml:trace contextRef="#ctx0" brushRef="#br0" timeOffset="-88214.81">23407 3616 0,'70'-71'15,"-34"36"-15,-1 35 16,0-53-16,0 53 16,1 0-16,-1 0 15</inkml:trace>
  <inkml:trace contextRef="#ctx0" brushRef="#br0" timeOffset="-88018.64">23477 3722 0,'-35'0'32,"88"0"-17,-35 0-15,35-18 16,-1 18-16,1-70 15,0 70-15,0-53 0,-17 53 16,-36-36-16,52 36 16,-52-52-16,0 16 15</inkml:trace>
  <inkml:trace contextRef="#ctx0" brushRef="#br0" timeOffset="-87787.47">24042 3157 0,'35'18'32,"-35"17"-32,0 18 15,0 0-15,0 18 0,0-18 16,-18 0-16,18-1 16,0 19-16,0-53 15,0 17-15,0 0 16,0-52 15,0-36-15</inkml:trace>
  <inkml:trace contextRef="#ctx0" brushRef="#br0" timeOffset="-87560.69">24342 3052 0,'0'105'32,"0"-69"-32,-18-1 15,18 0-15,0 18 16,0 0-16,0 0 16,0-18-16,-35 18 15,35 0 1,-36-53-1,36 35-15</inkml:trace>
  <inkml:trace contextRef="#ctx0" brushRef="#br0" timeOffset="-87230.63">23954 3493 0,'0'-53'31,"70"53"-31,-17-71 15,0 71-15,18 0 16,-19 0-16,-16 0 16,-36 18-16,35 17 15,-35 0-15,0 1 16,0-1-16,-18 35 16,18-17-16,-70 0 15,70-18-15,0 1 16,17-36 15,54-36-31,-36-34 16,18 17-16,-17 18 15,-1-1-15,35-34 16,-70 35 0</inkml:trace>
  <inkml:trace contextRef="#ctx0" brushRef="#br0" timeOffset="-86205.58">25012 3316 0,'35'0'63,"1"0"-32</inkml:trace>
  <inkml:trace contextRef="#ctx0" brushRef="#br0" timeOffset="-86047.26">25083 3687 0,'35'0'31,"0"-36"-15</inkml:trace>
  <inkml:trace contextRef="#ctx0" brushRef="#br0" timeOffset="-84028.52">26317 2875 0,'18'0'78,"35"0"-47,-18 0-31,18 0 16,18 35-1,-36-35 1,-35 36-16,0 17 15,0-18 1,0 0-16,-18 0 16,18 1-16,-70-36 15,70 53-15,-53-18 16,17 0 0,54-35 46,17 0-46,18 0-1,-17 0 1,-1 35 0,0-35 15,-35 36-31,0-1 15,0 18 1,-18-53 0,18 71-16,-35-36 15,0 18-15,-18-18 16,53-53 62,0-35-62</inkml:trace>
  <inkml:trace contextRef="#ctx0" brushRef="#br0" timeOffset="-83697.5">26688 3298 0,'35'0'31,"0"0"-15,-35-35-1,53 35-15,0 0 16,-53-35 0,35 35-16,1 0 15,-36-35 1,35 35 0,0-36-1</inkml:trace>
  <inkml:trace contextRef="#ctx0" brushRef="#br0" timeOffset="-82558.91">27481 2963 0,'0'-35'0,"0"0"32,-17 35-32,17-53 15,-36 53 1,36-35-1,-35 35 1,0-36 0,-18 36-16,0 0 15,18 0 17,35 18-17,0 17 1,0 18-1,0 0 1,17-53-16,-17 53 16,36-53-16,-36 71 15,35-71-15,-35 52 16,35-52-16,-35 53 16,53-53-16,-53 53 15,35-53-15,-35 53 0,0 18 31,0-18-31,0 0 16,0-18 0,-17-35-1,17 35-15,-35-35 16,-18 0 0,17 35-16,1-35 15,-35 0 1,70-17-1,0-54 1,35 36-16,0-18 16,0 0-1,18 18-15,-17 0 16,16-1-16,-16-34 0,-1 17 16,0-18-16,-35 18 15,36 18-15,-1 35 31</inkml:trace>
  <inkml:trace contextRef="#ctx0" brushRef="#br0" timeOffset="-81448.88">28028 3228 0,'0'-53'78,"71"53"-62,-71-35-16,53 35 16,-53-36-16,53 36 15,-18 0 1,0 0-1,-35 18 17,35 35-17,-35 18 1,0-36 0,36-35-16,-1 0 15,18 0 1,-18 0-1,0-35-15,1-1 16,17 1-16,-18 0 16,0-1-16,-35 1 47,35 35-32,1-35 1</inkml:trace>
  <inkml:trace contextRef="#ctx0" brushRef="#br0" timeOffset="-79302.72">29157 2910 0,'71'0'125,"-36"0"-109,-35 18-1,35-18 1,-35 35 0,0 18-1,0-17 1,-53 34 0,18-35-1,0 1 16,35-1 1,17-35 405,19 0-359,-1 0-46,-17 0 30,17 0 1,-35 35 15,0 0 0,0 1 62,0-19-93,0 19 0,-18-36-47,18 35 31,-17-35-15,17 35 0,-36-35 15,36 36 0</inkml:trace>
  <inkml:trace contextRef="#ctx0" brushRef="#br0" timeOffset="-77780.59">29598 3351 0,'18'0'31,"-18"36"1,0-19 30,35-17-46</inkml:trace>
  <inkml:trace contextRef="#ctx0" brushRef="#br0" timeOffset="-76790.58">29651 3210 0,'-35'36'16,"35"-1"46,0 0-31,0 0 16,17-35 63,19 0-95,17 0 1,-18-17-16,0 17 15,0 0-15,1-36 16,-1 36-16,18 0 16,-53-35-1,35 35-15,0 0 32,1 0 14</inkml:trace>
  <inkml:trace contextRef="#ctx0" brushRef="#br0" timeOffset="-76447.34">30321 2928 0,'0'0'15,"0"71"1,0-1-16,-17-35 15,17 18-15,-36-17 16,36 17-16,0-18 16,-35 0-16,35 0 15,0 1-15,0-1 16,0 0 0</inkml:trace>
  <inkml:trace contextRef="#ctx0" brushRef="#br0" timeOffset="-76077.47">30586 3193 0,'0'88'31,"0"-53"-31,0 0 16,35 1 0,0-36-1,1 0 17,-36-53-32,35 17 15,-35 1-15,35 0 16,-35-18-16,0 18 15,0-18 1,-35 53 0,-18 0-16,-35 0 15,35 0-15,18 0 16,-1 0-16,36 17 16,-53-17-16,53 36 15</inkml:trace>
  <inkml:trace contextRef="#ctx0" brushRef="#br0" timeOffset="-65096.66">26405 4180 0,'0'0'0,"18"0"828,17 0-812,-35 36-16,36-36 16,-1 35-1,-35 0 1,0 1 0,0 16-1,-18-16-15,18-1 16,-53-35-16,0 53 15,18 0 1,53-53 47,35-35-48,17 35 1,-17 0-1,-18 0-15,1 0 32,-36 17-32,0 18 31,0 18-15,0-17-1,-18-1 1,18 0 15,-35-35-31,35 36 31,0-54 16</inkml:trace>
  <inkml:trace contextRef="#ctx0" brushRef="#br0" timeOffset="-64714.37">26758 4463 0,'35'0'31,"18"0"-15,0 0-1,18-53 1,-36 53 0</inkml:trace>
  <inkml:trace contextRef="#ctx0" brushRef="#br0" timeOffset="-64436.51">27182 4251 0,'0'71'31,"0"-36"-31,0 0 16,0 0-16,0-17 16,0 53-16,0-36 15,0-18-15,0 19 16,0-1-16,0 0 16,0-52 15,0-19-16,0 1-15</inkml:trace>
  <inkml:trace contextRef="#ctx0" brushRef="#br0" timeOffset="-64218.9">27411 4233 0,'0'18'16,"0"53"-1,0-36-15,0 0 16,0 0-16,0 1 16,0-1-16,0 0 15,0 0-15,0 1 16,0-1-16,35 18 16</inkml:trace>
  <inkml:trace contextRef="#ctx0" brushRef="#br0" timeOffset="-63207.61">28363 4128 0,'36'0'109,"34"0"-93,-17 0-1,0 0 1,0 0 0,-18-36-1,0 36-15,18 0 16,-88 0 15,0 36-15</inkml:trace>
  <inkml:trace contextRef="#ctx0" brushRef="#br0" timeOffset="-62787.2">28452 4233 0,'0'36'15,"0"17"-15,0-18 16,0 0-1,0 0-15,0 18 16,0-17 0,0-89 31,17-18-32,-17 36-15,53 0 16,18 35-1,-36 0 1,-35 17-16,0 71 31,0-52-31,0 17 16,-35-18 0,35-70 30,0-1-30,0-17-16,0-17 16</inkml:trace>
  <inkml:trace contextRef="#ctx0" brushRef="#br0" timeOffset="-62508.74">28698 4198 0,'36'0'15,"-72"0"-15,72 18 0,-1-18 16,-35 70-16,35-34 0,-35 34 15,0-17-15,0 0 16,0 0-16,0 0 16,0 17-16,0-17 15,0 0-15,-17 0 16,17 18-16,-36-36 16,36 0-16,-53 0 15,53-52 48,0-36-63,0-35 0,0 17 15,36-17-15</inkml:trace>
  <inkml:trace contextRef="#ctx0" brushRef="#br0" timeOffset="-62187.3">29157 4057 0,'0'18'16,"0"52"0,0-52-1,35 35 1,18-53-1,0 0 1,-18 0-16,-35-18 16,53 18-16,-53-35 15,36 35-15,-36-35 78</inkml:trace>
  <inkml:trace contextRef="#ctx0" brushRef="#br0" timeOffset="-61805.06">29422 4057 0,'-18'0'16,"36"0"-16,-36 18 0,18 35 15,-35-18 1,35 0-16,-36 0 15,36 1-15,-52-1 16,52 0-16,-71 18 16,36 0-1,70-53 32,36-35-47,-19 35 16,1-71-16,18 71 0,-18 0 15,-18 0-15,0 35 16,-35 36 0,0-36-1,-35 1-15,-18-1 16,18 0-16,35 0 16,-35-35-16,52 0 46,19-35-46</inkml:trace>
  <inkml:trace contextRef="#ctx0" brushRef="#br0" timeOffset="-61594.57">29563 4516 0,'-18'52'16,"36"-104"-16,-36 140 31,36-88-16,35 0 1,-18 0 0,0 0-1,1 0 17</inkml:trace>
  <inkml:trace contextRef="#ctx0" brushRef="#br0" timeOffset="-61038.36">29157 4568 0,'0'36'16,"0"-1"-16,35-35 15,-35 35-15,71-35 0,-71 36 16,53-36-16,0 35 16,-53 0 30,-18-35-30,-35 0 0,18 0-16,0 0 15,-18 35 1,17-35 0,36 36-1,18-36 32,35 0-31,-18 0-1,1 35-15,16-35 16,1 0-16,18 0 16,-18 0-16,0 0 15,0 0-15,-18 0 16,0 0-16,1 0 15,-1 0-15,18 0 16,-53-18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050" b="0" i="0" dirty="0">
                <a:effectLst/>
                <a:latin typeface="Inter"/>
              </a:rPr>
              <a:t>假设有三个程序任务：库存检查程序、支付处理程序和发货通知程序。</a:t>
            </a:r>
          </a:p>
          <a:p>
            <a:pPr algn="l"/>
            <a:br>
              <a:rPr lang="zh-CN" altLang="en-US" sz="1050" dirty="0"/>
            </a:br>
            <a:r>
              <a:rPr lang="zh-CN" altLang="en-US" sz="1050" b="0" i="0" dirty="0">
                <a:effectLst/>
                <a:latin typeface="Inter"/>
              </a:rPr>
              <a:t>这三个程序任务有严格的执行顺序要求。首先，必须进行库存检查，确保商品有库存后，才能进行支付处理。只有当支付成功完成后，才能发送发货通知。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382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258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084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 dirty="0"/>
              <a:t>艾兹格</a:t>
            </a:r>
            <a:r>
              <a:rPr lang="en-US" altLang="zh-CN" sz="1100" dirty="0"/>
              <a:t>·W·</a:t>
            </a:r>
            <a:r>
              <a:rPr lang="zh-CN" altLang="en-US" sz="1100" dirty="0"/>
              <a:t>迪科斯彻 （</a:t>
            </a:r>
            <a:r>
              <a:rPr lang="en-US" altLang="zh-CN" sz="1100" dirty="0" err="1"/>
              <a:t>Edsger</a:t>
            </a:r>
            <a:r>
              <a:rPr lang="en-US" altLang="zh-CN" sz="1100" dirty="0"/>
              <a:t> </a:t>
            </a:r>
            <a:r>
              <a:rPr lang="en-US" altLang="zh-CN" sz="1100" dirty="0" err="1"/>
              <a:t>Wybe</a:t>
            </a:r>
            <a:r>
              <a:rPr lang="en-US" altLang="zh-CN" sz="1100" dirty="0"/>
              <a:t> Dijkstra</a:t>
            </a:r>
            <a:r>
              <a:rPr lang="zh-CN" altLang="en-US" sz="1100" dirty="0"/>
              <a:t>，</a:t>
            </a:r>
            <a:r>
              <a:rPr lang="en-US" altLang="zh-CN" sz="1100" dirty="0"/>
              <a:t>1930</a:t>
            </a:r>
            <a:r>
              <a:rPr lang="zh-CN" altLang="en-US" sz="1100" dirty="0"/>
              <a:t>年</a:t>
            </a:r>
            <a:r>
              <a:rPr lang="en-US" altLang="zh-CN" sz="1100" dirty="0"/>
              <a:t>5</a:t>
            </a:r>
            <a:r>
              <a:rPr lang="zh-CN" altLang="en-US" sz="1100" dirty="0"/>
              <a:t>月</a:t>
            </a:r>
            <a:r>
              <a:rPr lang="en-US" altLang="zh-CN" sz="1100" dirty="0"/>
              <a:t>11</a:t>
            </a:r>
            <a:r>
              <a:rPr lang="zh-CN" altLang="en-US" sz="1100" dirty="0"/>
              <a:t>日</a:t>
            </a:r>
            <a:r>
              <a:rPr lang="en-US" altLang="zh-CN" sz="1100" dirty="0"/>
              <a:t>~2002</a:t>
            </a:r>
            <a:r>
              <a:rPr lang="zh-CN" altLang="en-US" sz="1100" dirty="0"/>
              <a:t>年</a:t>
            </a:r>
            <a:r>
              <a:rPr lang="en-US" altLang="zh-CN" sz="1100" dirty="0"/>
              <a:t>8</a:t>
            </a:r>
            <a:r>
              <a:rPr lang="zh-CN" altLang="en-US" sz="1100" dirty="0"/>
              <a:t>月</a:t>
            </a:r>
            <a:r>
              <a:rPr lang="en-US" altLang="zh-CN" sz="1100" dirty="0"/>
              <a:t>6</a:t>
            </a:r>
            <a:r>
              <a:rPr lang="zh-CN" altLang="en-US" sz="1100" dirty="0"/>
              <a:t>日），生于荷兰鹿特丹， 计算机科学家，毕业就职于荷兰莱顿大学，早年钻研物理及数学，而后转为计算学。曾在</a:t>
            </a:r>
            <a:r>
              <a:rPr lang="en-US" altLang="zh-CN" sz="1100" dirty="0"/>
              <a:t>1972</a:t>
            </a:r>
            <a:r>
              <a:rPr lang="zh-CN" altLang="en-US" sz="1100" dirty="0"/>
              <a:t>年获得过素有计算机科学界的诺贝尔奖之称的图灵奖，之后，他还获得过</a:t>
            </a:r>
            <a:r>
              <a:rPr lang="en-US" altLang="zh-CN" sz="1100" dirty="0"/>
              <a:t>1974</a:t>
            </a:r>
            <a:r>
              <a:rPr lang="zh-CN" altLang="en-US" sz="1100" dirty="0"/>
              <a:t>年</a:t>
            </a:r>
            <a:r>
              <a:rPr lang="en-US" altLang="zh-CN" sz="1100" dirty="0"/>
              <a:t>AFIPS Harry Goode Memorial Award</a:t>
            </a:r>
            <a:r>
              <a:rPr lang="zh-CN" altLang="en-US" sz="1100" dirty="0"/>
              <a:t>、</a:t>
            </a:r>
            <a:r>
              <a:rPr lang="en-US" altLang="zh-CN" sz="1100" dirty="0"/>
              <a:t>1989</a:t>
            </a:r>
            <a:r>
              <a:rPr lang="zh-CN" altLang="en-US" sz="1100" dirty="0"/>
              <a:t>年</a:t>
            </a:r>
            <a:r>
              <a:rPr lang="en-US" altLang="zh-CN" sz="1100" dirty="0"/>
              <a:t>ACM SIGCSE</a:t>
            </a:r>
            <a:r>
              <a:rPr lang="zh-CN" altLang="en-US" sz="1100" dirty="0"/>
              <a:t>计算机科学教育教学杰出贡献奖、以及</a:t>
            </a:r>
            <a:r>
              <a:rPr lang="en-US" altLang="zh-CN" sz="1100" dirty="0"/>
              <a:t>2002</a:t>
            </a:r>
            <a:r>
              <a:rPr lang="zh-CN" altLang="en-US" sz="1100" dirty="0"/>
              <a:t>年</a:t>
            </a:r>
            <a:r>
              <a:rPr lang="en-US" altLang="zh-CN" sz="1100" dirty="0"/>
              <a:t>ACM PODC</a:t>
            </a:r>
            <a:r>
              <a:rPr lang="zh-CN" altLang="en-US" sz="1100" dirty="0"/>
              <a:t>最具影响力论文奖</a:t>
            </a:r>
            <a:r>
              <a:rPr lang="zh-CN" altLang="en-US" sz="1800" dirty="0"/>
              <a:t>。</a:t>
            </a:r>
          </a:p>
          <a:p>
            <a:r>
              <a:rPr lang="en-US" altLang="zh-CN" sz="1800" dirty="0"/>
              <a:t>2002</a:t>
            </a:r>
            <a:r>
              <a:rPr lang="zh-CN" altLang="en-US" sz="1800" dirty="0"/>
              <a:t>年</a:t>
            </a:r>
            <a:r>
              <a:rPr lang="en-US" altLang="zh-CN" sz="1800" dirty="0"/>
              <a:t>8</a:t>
            </a:r>
            <a:r>
              <a:rPr lang="zh-CN" altLang="en-US" sz="1800" dirty="0"/>
              <a:t>月</a:t>
            </a:r>
            <a:r>
              <a:rPr lang="en-US" altLang="zh-CN" sz="1800" dirty="0"/>
              <a:t>6</a:t>
            </a:r>
            <a:r>
              <a:rPr lang="zh-CN" altLang="en-US" sz="1800" dirty="0"/>
              <a:t>日，与癌症抗争多年后，在荷兰</a:t>
            </a:r>
            <a:r>
              <a:rPr lang="en-US" altLang="zh-CN" sz="1800" dirty="0" err="1"/>
              <a:t>Nuenen</a:t>
            </a:r>
            <a:r>
              <a:rPr lang="zh-CN" altLang="en-US" sz="1800" dirty="0"/>
              <a:t>自己的家中去世，享年</a:t>
            </a:r>
            <a:r>
              <a:rPr lang="en-US" altLang="zh-CN" sz="1800" dirty="0"/>
              <a:t>72</a:t>
            </a:r>
            <a:r>
              <a:rPr lang="zh-CN" altLang="en-US" sz="1800" dirty="0"/>
              <a:t>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862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循环队列：空的条件是 </a:t>
            </a:r>
            <a:r>
              <a:rPr lang="en-US" altLang="zh-CN" dirty="0"/>
              <a:t>in=out</a:t>
            </a:r>
          </a:p>
          <a:p>
            <a:r>
              <a:rPr lang="en-US" altLang="zh-CN" dirty="0"/>
              <a:t>                 </a:t>
            </a:r>
            <a:r>
              <a:rPr lang="zh-CN" altLang="en-US" dirty="0"/>
              <a:t>满的条件是 （</a:t>
            </a:r>
            <a:r>
              <a:rPr lang="en-US" altLang="zh-CN" dirty="0"/>
              <a:t>in+1</a:t>
            </a:r>
            <a:r>
              <a:rPr lang="zh-CN" altLang="en-US" dirty="0"/>
              <a:t>）</a:t>
            </a:r>
            <a:r>
              <a:rPr lang="en-US" altLang="zh-CN" dirty="0"/>
              <a:t>% n =out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866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effectLst/>
                <a:latin typeface="Inter"/>
              </a:rPr>
              <a:t>2017 </a:t>
            </a:r>
            <a:r>
              <a:rPr lang="zh-CN" altLang="en-US" b="1" i="0" dirty="0">
                <a:effectLst/>
                <a:latin typeface="Inter"/>
              </a:rPr>
              <a:t>年 </a:t>
            </a:r>
            <a:r>
              <a:rPr lang="en-US" altLang="zh-CN" b="1" i="0" dirty="0">
                <a:effectLst/>
                <a:latin typeface="Inter"/>
              </a:rPr>
              <a:t>408 </a:t>
            </a:r>
            <a:r>
              <a:rPr lang="zh-CN" altLang="en-US" b="1" i="0" dirty="0">
                <a:effectLst/>
                <a:latin typeface="Inter"/>
              </a:rPr>
              <a:t>计算机统考真题</a:t>
            </a:r>
          </a:p>
          <a:p>
            <a:pPr algn="l">
              <a:buNone/>
            </a:pPr>
            <a:r>
              <a:rPr lang="zh-CN" altLang="en-US" b="1" i="0" dirty="0">
                <a:effectLst/>
                <a:latin typeface="Inter"/>
              </a:rPr>
              <a:t>答案</a:t>
            </a:r>
            <a:r>
              <a:rPr lang="zh-CN" altLang="en-US" b="0" i="0" dirty="0">
                <a:effectLst/>
                <a:latin typeface="Inter"/>
              </a:rPr>
              <a:t>：</a:t>
            </a:r>
            <a:r>
              <a:rPr lang="en-US" altLang="zh-CN" b="0" i="0" dirty="0">
                <a:effectLst/>
                <a:latin typeface="Inter"/>
              </a:rPr>
              <a:t>A</a:t>
            </a:r>
          </a:p>
          <a:p>
            <a:pPr algn="l"/>
            <a:br>
              <a:rPr lang="zh-CN" altLang="en-US" dirty="0"/>
            </a:br>
            <a:r>
              <a:rPr lang="zh-CN" altLang="en-US" b="1" i="0" dirty="0">
                <a:effectLst/>
                <a:latin typeface="Inter"/>
              </a:rPr>
              <a:t>解析</a:t>
            </a:r>
            <a:r>
              <a:rPr lang="zh-CN" altLang="en-US" b="0" i="0" dirty="0">
                <a:effectLst/>
                <a:latin typeface="Inter"/>
              </a:rPr>
              <a:t>：管程不仅能实现进程互斥，还能实现进程同步，</a:t>
            </a:r>
            <a:r>
              <a:rPr lang="en-US" altLang="zh-CN" b="0" i="0" dirty="0">
                <a:effectLst/>
                <a:latin typeface="Inter"/>
              </a:rPr>
              <a:t>A </a:t>
            </a:r>
            <a:r>
              <a:rPr lang="zh-CN" altLang="en-US" b="0" i="0" dirty="0">
                <a:effectLst/>
                <a:latin typeface="Inter"/>
              </a:rPr>
              <a:t>选项错误。管程是由编程语言支持的进程同步机制，任何时候只能有一个进程在管程中执行，管程中定义的变量只能被管程内的过程访问，</a:t>
            </a:r>
            <a:r>
              <a:rPr lang="en-US" altLang="zh-CN" b="0" i="0" dirty="0">
                <a:effectLst/>
                <a:latin typeface="Inter"/>
              </a:rPr>
              <a:t>B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C</a:t>
            </a:r>
            <a:r>
              <a:rPr lang="zh-CN" altLang="en-US" b="0" i="0" dirty="0">
                <a:effectLst/>
                <a:latin typeface="Inter"/>
              </a:rPr>
              <a:t>、</a:t>
            </a:r>
            <a:r>
              <a:rPr lang="en-US" altLang="zh-CN" b="0" i="0" dirty="0">
                <a:effectLst/>
                <a:latin typeface="Inter"/>
              </a:rPr>
              <a:t>D </a:t>
            </a:r>
            <a:r>
              <a:rPr lang="zh-CN" altLang="en-US" b="0" i="0" dirty="0">
                <a:effectLst/>
                <a:latin typeface="Inter"/>
              </a:rPr>
              <a:t>选项正确。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863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buFont typeface="Wingdings" panose="05000000000000000000" pitchFamily="2" charset="2"/>
              <a:buChar char=""/>
              <a:tabLst>
                <a:tab pos="457200" algn="l"/>
              </a:tabLst>
            </a:pP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shmid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shmget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 SHMKEY, 1024,0777|IPC_CREAT)  /*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创建共享区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*/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"/>
              <a:tabLst>
                <a:tab pos="457200" algn="l"/>
              </a:tabLst>
            </a:pP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addr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shmat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shmid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0,0);             /*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共享存储区的附接。从逻辑上将一个共享存储区附接到进程的虚拟地址空间上。 共享区起始地址为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addr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*/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"/>
              <a:tabLst>
                <a:tab pos="457200" algn="l"/>
              </a:tabLst>
            </a:pP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shmctl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shmid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IPC_RMID, 0);   /*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删除共享存储空间了，也可以获取和改变共享内存的状态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*/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372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#include&lt;stdio.h&gt;</a:t>
            </a:r>
          </a:p>
          <a:p>
            <a:r>
              <a:rPr lang="en-US" altLang="zh-CN" dirty="0"/>
              <a:t>#include&lt;stdlib.h&gt;</a:t>
            </a:r>
          </a:p>
          <a:p>
            <a:r>
              <a:rPr lang="en-US" altLang="zh-CN" dirty="0"/>
              <a:t>#include&lt;string.h&gt;</a:t>
            </a:r>
          </a:p>
          <a:p>
            <a:r>
              <a:rPr lang="en-US" altLang="zh-CN" dirty="0"/>
              <a:t>#include&lt;unistd.h&gt;</a:t>
            </a:r>
          </a:p>
          <a:p>
            <a:r>
              <a:rPr lang="en-US" altLang="zh-CN" dirty="0"/>
              <a:t>#include &lt;sys/</a:t>
            </a:r>
            <a:r>
              <a:rPr lang="en-US" altLang="zh-CN" dirty="0" err="1"/>
              <a:t>types.h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#include&lt;sys/ipc.h&gt;</a:t>
            </a:r>
          </a:p>
          <a:p>
            <a:r>
              <a:rPr lang="en-US" altLang="zh-CN" dirty="0"/>
              <a:t>#include&lt;sys/shm.h&gt;</a:t>
            </a:r>
          </a:p>
          <a:p>
            <a:r>
              <a:rPr lang="en-US" altLang="zh-CN" dirty="0"/>
              <a:t>int main(int </a:t>
            </a:r>
            <a:r>
              <a:rPr lang="en-US" altLang="zh-CN" dirty="0" err="1"/>
              <a:t>argc</a:t>
            </a:r>
            <a:r>
              <a:rPr lang="en-US" altLang="zh-CN" dirty="0"/>
              <a:t>, char * </a:t>
            </a:r>
            <a:r>
              <a:rPr lang="en-US" altLang="zh-CN" dirty="0" err="1"/>
              <a:t>kwargs</a:t>
            </a:r>
            <a:r>
              <a:rPr lang="en-US" altLang="zh-CN" dirty="0"/>
              <a:t>[])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获取唯一</a:t>
            </a:r>
            <a:r>
              <a:rPr lang="en-US" altLang="zh-CN" dirty="0"/>
              <a:t>key</a:t>
            </a:r>
          </a:p>
          <a:p>
            <a:r>
              <a:rPr lang="en-US" altLang="zh-CN" dirty="0"/>
              <a:t>key t key = </a:t>
            </a:r>
            <a:r>
              <a:rPr lang="en-US" altLang="zh-CN" dirty="0" err="1"/>
              <a:t>ftok</a:t>
            </a:r>
            <a:r>
              <a:rPr lang="en-US" altLang="zh-CN" dirty="0"/>
              <a:t>("/",2222);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获取共享内存的标识符</a:t>
            </a:r>
            <a:r>
              <a:rPr lang="en-US" altLang="zh-CN" dirty="0"/>
              <a:t>(</a:t>
            </a:r>
            <a:r>
              <a:rPr lang="zh-CN" altLang="en-US" dirty="0"/>
              <a:t>分配物理内存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int </a:t>
            </a:r>
            <a:r>
              <a:rPr lang="en-US" altLang="zh-CN" dirty="0" err="1"/>
              <a:t>shm</a:t>
            </a:r>
            <a:r>
              <a:rPr lang="en-US" altLang="zh-CN" dirty="0"/>
              <a:t> id = </a:t>
            </a:r>
            <a:r>
              <a:rPr lang="en-US" altLang="zh-CN" dirty="0" err="1"/>
              <a:t>shmget</a:t>
            </a:r>
            <a:r>
              <a:rPr lang="en-US" altLang="zh-CN" dirty="0"/>
              <a:t>(key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altLang="zh-CN" dirty="0"/>
              <a:t>IPC CREAT|0666);;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将虚拟内存和物理内存建立映射</a:t>
            </a:r>
            <a:endParaRPr lang="en-US" altLang="zh-CN" dirty="0"/>
          </a:p>
          <a:p>
            <a:r>
              <a:rPr lang="en-US" altLang="zh-CN" dirty="0"/>
              <a:t>char *</a:t>
            </a:r>
            <a:r>
              <a:rPr lang="en-US" altLang="zh-CN" dirty="0" err="1"/>
              <a:t>buf</a:t>
            </a:r>
            <a:r>
              <a:rPr lang="en-US" altLang="zh-CN" dirty="0"/>
              <a:t> = (char *)</a:t>
            </a:r>
            <a:r>
              <a:rPr lang="en-US" altLang="zh-CN" dirty="0" err="1"/>
              <a:t>shmat</a:t>
            </a:r>
            <a:r>
              <a:rPr lang="en-US" altLang="zh-CN" dirty="0"/>
              <a:t>(</a:t>
            </a:r>
            <a:r>
              <a:rPr lang="en-US" altLang="zh-CN" dirty="0" err="1"/>
              <a:t>shm</a:t>
            </a:r>
            <a:r>
              <a:rPr lang="en-US" altLang="zh-CN" dirty="0"/>
              <a:t> id</a:t>
            </a:r>
            <a:r>
              <a:rPr lang="zh-CN" altLang="en-US" dirty="0"/>
              <a:t>，</a:t>
            </a:r>
            <a:r>
              <a:rPr lang="en-US" altLang="zh-CN" dirty="0"/>
              <a:t>NULL</a:t>
            </a:r>
            <a:r>
              <a:rPr lang="zh-CN" altLang="en-US" dirty="0"/>
              <a:t>，</a:t>
            </a:r>
            <a:r>
              <a:rPr lang="en-US" altLang="zh-CN" dirty="0"/>
              <a:t>0);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操作虚拟内存</a:t>
            </a:r>
          </a:p>
          <a:p>
            <a:r>
              <a:rPr lang="en-US" altLang="zh-CN" dirty="0" err="1"/>
              <a:t>strcpy</a:t>
            </a:r>
            <a:r>
              <a:rPr lang="en-US" altLang="zh-CN" dirty="0"/>
              <a:t>(</a:t>
            </a:r>
            <a:r>
              <a:rPr lang="en-US" altLang="zh-CN" dirty="0" err="1"/>
              <a:t>buf</a:t>
            </a:r>
            <a:r>
              <a:rPr lang="zh-CN" altLang="en-US" dirty="0"/>
              <a:t>，</a:t>
            </a:r>
            <a:r>
              <a:rPr lang="en-US" altLang="zh-CN" dirty="0"/>
              <a:t>"0123456789012345");</a:t>
            </a:r>
          </a:p>
          <a:p>
            <a:r>
              <a:rPr lang="en-US" altLang="zh-CN" dirty="0"/>
              <a:t>//</a:t>
            </a:r>
            <a:r>
              <a:rPr lang="en-US" altLang="zh-CN" dirty="0" err="1"/>
              <a:t>printf</a:t>
            </a:r>
            <a:r>
              <a:rPr lang="en-US" altLang="zh-CN" dirty="0"/>
              <a:t>("%s\n", </a:t>
            </a:r>
            <a:r>
              <a:rPr lang="en-US" altLang="zh-CN" dirty="0" err="1"/>
              <a:t>buf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断开映射</a:t>
            </a:r>
          </a:p>
          <a:p>
            <a:r>
              <a:rPr lang="en-US" altLang="zh-CN" dirty="0" err="1"/>
              <a:t>shmdt</a:t>
            </a:r>
            <a:r>
              <a:rPr lang="en-US" altLang="zh-CN" dirty="0"/>
              <a:t> (</a:t>
            </a:r>
            <a:r>
              <a:rPr lang="en-US" altLang="zh-CN" dirty="0" err="1"/>
              <a:t>buf</a:t>
            </a:r>
            <a:r>
              <a:rPr lang="en-US" altLang="zh-CN" dirty="0"/>
              <a:t>) ;</a:t>
            </a:r>
          </a:p>
          <a:p>
            <a:r>
              <a:rPr lang="en-US" altLang="zh-CN" dirty="0"/>
              <a:t>return 0;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078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不论是单机系统、多机系统，还是计算机网络，消息传递机制都是用得最广泛的一种进程间通信机制。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726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 </a:t>
            </a:r>
            <a:r>
              <a:rPr lang="zh-CN" altLang="zh-CN" sz="1200" dirty="0"/>
              <a:t>具体可以使用两个信箱</a:t>
            </a:r>
            <a:r>
              <a:rPr lang="en-US" altLang="zh-CN" sz="1200" dirty="0" err="1"/>
              <a:t>producemail</a:t>
            </a:r>
            <a:r>
              <a:rPr lang="zh-CN" altLang="zh-CN" sz="1200" dirty="0"/>
              <a:t>、</a:t>
            </a:r>
            <a:r>
              <a:rPr lang="en-US" altLang="zh-CN" sz="1200" dirty="0" err="1"/>
              <a:t>consumemail</a:t>
            </a:r>
            <a:r>
              <a:rPr lang="zh-CN" altLang="zh-CN" sz="1200" dirty="0"/>
              <a:t>，信箱中的消息组织成消息队列，容量由全局变量</a:t>
            </a:r>
            <a:r>
              <a:rPr lang="en-US" altLang="zh-CN" sz="1200" dirty="0"/>
              <a:t>capacity</a:t>
            </a:r>
            <a:r>
              <a:rPr lang="zh-CN" altLang="zh-CN" sz="1200" dirty="0"/>
              <a:t>决定。</a:t>
            </a:r>
            <a:r>
              <a:rPr lang="en-US" altLang="zh-CN" sz="1200" dirty="0" err="1"/>
              <a:t>produceemail</a:t>
            </a:r>
            <a:r>
              <a:rPr lang="zh-CN" altLang="zh-CN" sz="1200" dirty="0"/>
              <a:t>中存放空消息（可以理解为放产品的空位置），能取到空消息，则表示生产者可以生产，每生产一个产品，里面的空消息（空位置）数减</a:t>
            </a:r>
            <a:r>
              <a:rPr lang="en-US" altLang="zh-CN" sz="1200" dirty="0"/>
              <a:t>1</a:t>
            </a:r>
            <a:r>
              <a:rPr lang="zh-CN" altLang="zh-CN" sz="1200" dirty="0"/>
              <a:t>。信箱</a:t>
            </a:r>
            <a:r>
              <a:rPr lang="en-US" altLang="zh-CN" sz="1200" dirty="0" err="1"/>
              <a:t>producemail</a:t>
            </a:r>
            <a:r>
              <a:rPr lang="zh-CN" altLang="zh-CN" sz="1200" dirty="0"/>
              <a:t>最初填满了空消息（空位置），其数量等于信箱的容量。</a:t>
            </a:r>
            <a:r>
              <a:rPr lang="en-US" altLang="zh-CN" sz="1200" dirty="0" err="1"/>
              <a:t>consumemail</a:t>
            </a:r>
            <a:r>
              <a:rPr lang="zh-CN" altLang="zh-CN" sz="1200" dirty="0"/>
              <a:t>中存放消息</a:t>
            </a:r>
            <a:r>
              <a:rPr lang="en-US" altLang="zh-CN" sz="1200" dirty="0"/>
              <a:t>(</a:t>
            </a:r>
            <a:r>
              <a:rPr lang="zh-CN" altLang="zh-CN" sz="1200" dirty="0"/>
              <a:t>产品</a:t>
            </a:r>
            <a:r>
              <a:rPr lang="en-US" altLang="zh-CN" sz="1200" dirty="0"/>
              <a:t>)</a:t>
            </a:r>
            <a:r>
              <a:rPr lang="zh-CN" altLang="zh-CN" sz="1200" dirty="0"/>
              <a:t>，有消息</a:t>
            </a:r>
            <a:r>
              <a:rPr lang="en-US" altLang="zh-CN" sz="1200" dirty="0"/>
              <a:t>(</a:t>
            </a:r>
            <a:r>
              <a:rPr lang="zh-CN" altLang="zh-CN" sz="1200" dirty="0"/>
              <a:t>产品</a:t>
            </a:r>
            <a:r>
              <a:rPr lang="en-US" altLang="zh-CN" sz="1200" dirty="0"/>
              <a:t>)</a:t>
            </a:r>
            <a:r>
              <a:rPr lang="zh-CN" altLang="zh-CN" sz="1200" dirty="0"/>
              <a:t>，则表示消费者能消费，每消费一个产品，里面的消息（产品）数就减</a:t>
            </a:r>
            <a:r>
              <a:rPr lang="en-US" altLang="zh-CN" sz="1200" dirty="0"/>
              <a:t>1</a:t>
            </a:r>
            <a:r>
              <a:rPr lang="zh-CN" altLang="zh-CN" sz="1200" dirty="0"/>
              <a:t>。</a:t>
            </a:r>
            <a:r>
              <a:rPr lang="en-US" altLang="zh-CN" sz="1200" dirty="0" err="1"/>
              <a:t>consumemail</a:t>
            </a:r>
            <a:r>
              <a:rPr lang="zh-CN" altLang="zh-CN" sz="1200" dirty="0"/>
              <a:t>中最初没有消息（产品）。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65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900" baseline="0" dirty="0"/>
              <a:t>其基本思想是：当发送进程要发送消息时，先根据发送的消息长度来向系统申请一个消息缓冲区，接着把发送的消息写入到消息缓冲区中。然后将其挂在接收进程</a:t>
            </a:r>
            <a:r>
              <a:rPr lang="en-US" altLang="zh-CN" sz="900" baseline="0" dirty="0"/>
              <a:t>PCB</a:t>
            </a:r>
            <a:r>
              <a:rPr lang="zh-CN" altLang="zh-CN" sz="900" baseline="0" dirty="0"/>
              <a:t>所指示的消息队列的队尾。接收进程在适当的时候从其消息队列中摘下消息缓冲区，读取消息，然后再将缓冲区作为空闲缓冲区归还给系统。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251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 userDrawn="1"/>
        </p:nvSpPr>
        <p:spPr>
          <a:xfrm>
            <a:off x="7620" y="1236640"/>
            <a:ext cx="12206817" cy="5281083"/>
          </a:xfrm>
          <a:custGeom>
            <a:avLst/>
            <a:gdLst/>
            <a:ahLst/>
            <a:cxnLst/>
            <a:rect l="0" t="0" r="0" b="0"/>
            <a:pathLst>
              <a:path w="5767" h="2730">
                <a:moveTo>
                  <a:pt x="8" y="2730"/>
                </a:moveTo>
                <a:lnTo>
                  <a:pt x="3040" y="2726"/>
                </a:lnTo>
                <a:cubicBezTo>
                  <a:pt x="3181" y="2726"/>
                  <a:pt x="3224" y="2728"/>
                  <a:pt x="3347" y="2630"/>
                </a:cubicBezTo>
                <a:lnTo>
                  <a:pt x="3795" y="2170"/>
                </a:lnTo>
                <a:cubicBezTo>
                  <a:pt x="3923" y="2078"/>
                  <a:pt x="3942" y="2074"/>
                  <a:pt x="4115" y="2080"/>
                </a:cubicBezTo>
                <a:lnTo>
                  <a:pt x="5760" y="2093"/>
                </a:lnTo>
                <a:lnTo>
                  <a:pt x="5767" y="0"/>
                </a:lnTo>
                <a:lnTo>
                  <a:pt x="0" y="1"/>
                </a:lnTo>
                <a:lnTo>
                  <a:pt x="8" y="273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100000"/>
                </a:schemeClr>
              </a:gs>
              <a:gs pos="100000">
                <a:schemeClr val="bg1">
                  <a:alpha val="89999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3782695" y="1953554"/>
            <a:ext cx="5626100" cy="123634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txBody>
          <a:bodyPr lIns="90000" tIns="46800" rIns="90000" bIns="46800" anchor="b" anchorCtr="0">
            <a:normAutofit/>
          </a:bodyPr>
          <a:lstStyle>
            <a:lvl1pPr algn="ctr">
              <a:defRPr sz="4800" b="1" i="0" spc="300" baseline="0"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8" name="任意多边形 7"/>
          <p:cNvSpPr/>
          <p:nvPr userDrawn="1"/>
        </p:nvSpPr>
        <p:spPr>
          <a:xfrm>
            <a:off x="164253" y="554649"/>
            <a:ext cx="12035367" cy="575733"/>
          </a:xfrm>
          <a:custGeom>
            <a:avLst/>
            <a:gdLst/>
            <a:ahLst/>
            <a:cxnLst/>
            <a:rect l="0" t="0" r="0" b="0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8982075" y="361609"/>
            <a:ext cx="2717165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zh-CN" sz="2400" b="1" spc="300" dirty="0"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blurRad="6350" stA="60000" endA="900" endPos="58000" dir="5400000" sy="-100000" algn="bl" rotWithShape="0"/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计算机操作系统</a:t>
            </a:r>
            <a:endParaRPr lang="zh-CN" altLang="zh-CN" sz="2400" b="1" spc="300" dirty="0">
              <a:solidFill>
                <a:srgbClr val="FFFF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  <a:reflection blurRad="6350" stA="60000" endA="900" endPos="58000" dir="5400000" sy="-100000" algn="bl" rotWithShape="0"/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19" name="任意多边形 18"/>
          <p:cNvSpPr/>
          <p:nvPr userDrawn="1"/>
        </p:nvSpPr>
        <p:spPr>
          <a:xfrm flipH="1" flipV="1">
            <a:off x="0" y="5855207"/>
            <a:ext cx="12192000" cy="768349"/>
          </a:xfrm>
          <a:custGeom>
            <a:avLst/>
            <a:gdLst/>
            <a:ahLst/>
            <a:cxnLst/>
            <a:rect l="0" t="0" r="0" b="0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grpSp>
        <p:nvGrpSpPr>
          <p:cNvPr id="20" name="Group 10"/>
          <p:cNvGrpSpPr/>
          <p:nvPr userDrawn="1"/>
        </p:nvGrpSpPr>
        <p:grpSpPr bwMode="auto">
          <a:xfrm>
            <a:off x="9168004" y="6042541"/>
            <a:ext cx="380048" cy="380121"/>
            <a:chOff x="0" y="0"/>
            <a:chExt cx="965499" cy="965499"/>
          </a:xfrm>
        </p:grpSpPr>
        <p:sp>
          <p:nvSpPr>
            <p:cNvPr id="21" name="AutoShape 11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AutoShape 12"/>
            <p:cNvSpPr/>
            <p:nvPr/>
          </p:nvSpPr>
          <p:spPr bwMode="auto">
            <a:xfrm>
              <a:off x="285759" y="283328"/>
              <a:ext cx="393981" cy="393980"/>
            </a:xfrm>
            <a:custGeom>
              <a:avLst/>
              <a:gdLst>
                <a:gd name="T0" fmla="*/ 196991 w 21376"/>
                <a:gd name="T1" fmla="*/ 196990 h 21600"/>
                <a:gd name="T2" fmla="*/ 196991 w 21376"/>
                <a:gd name="T3" fmla="*/ 196990 h 21600"/>
                <a:gd name="T4" fmla="*/ 196991 w 21376"/>
                <a:gd name="T5" fmla="*/ 196990 h 21600"/>
                <a:gd name="T6" fmla="*/ 196991 w 21376"/>
                <a:gd name="T7" fmla="*/ 19699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376" h="21600">
                  <a:moveTo>
                    <a:pt x="21036" y="18604"/>
                  </a:moveTo>
                  <a:cubicBezTo>
                    <a:pt x="21454" y="19261"/>
                    <a:pt x="21486" y="19922"/>
                    <a:pt x="21134" y="20586"/>
                  </a:cubicBezTo>
                  <a:cubicBezTo>
                    <a:pt x="20969" y="20915"/>
                    <a:pt x="20731" y="21168"/>
                    <a:pt x="20427" y="21338"/>
                  </a:cubicBezTo>
                  <a:cubicBezTo>
                    <a:pt x="20122" y="21514"/>
                    <a:pt x="19797" y="21600"/>
                    <a:pt x="19455" y="21600"/>
                  </a:cubicBezTo>
                  <a:lnTo>
                    <a:pt x="1928" y="21600"/>
                  </a:lnTo>
                  <a:cubicBezTo>
                    <a:pt x="1585" y="21600"/>
                    <a:pt x="1263" y="21514"/>
                    <a:pt x="965" y="21338"/>
                  </a:cubicBezTo>
                  <a:cubicBezTo>
                    <a:pt x="663" y="21168"/>
                    <a:pt x="425" y="20915"/>
                    <a:pt x="248" y="20586"/>
                  </a:cubicBezTo>
                  <a:cubicBezTo>
                    <a:pt x="-114" y="19914"/>
                    <a:pt x="-80" y="19250"/>
                    <a:pt x="344" y="18604"/>
                  </a:cubicBezTo>
                  <a:lnTo>
                    <a:pt x="7509" y="7313"/>
                  </a:lnTo>
                  <a:lnTo>
                    <a:pt x="7509" y="2167"/>
                  </a:lnTo>
                  <a:lnTo>
                    <a:pt x="6427" y="2167"/>
                  </a:lnTo>
                  <a:cubicBezTo>
                    <a:pt x="6122" y="2167"/>
                    <a:pt x="5870" y="2061"/>
                    <a:pt x="5670" y="1850"/>
                  </a:cubicBezTo>
                  <a:cubicBezTo>
                    <a:pt x="5473" y="1638"/>
                    <a:pt x="5371" y="1380"/>
                    <a:pt x="5371" y="1072"/>
                  </a:cubicBezTo>
                  <a:cubicBezTo>
                    <a:pt x="5371" y="778"/>
                    <a:pt x="5473" y="528"/>
                    <a:pt x="5670" y="320"/>
                  </a:cubicBezTo>
                  <a:cubicBezTo>
                    <a:pt x="5870" y="108"/>
                    <a:pt x="6122" y="0"/>
                    <a:pt x="6427" y="0"/>
                  </a:cubicBezTo>
                  <a:lnTo>
                    <a:pt x="14953" y="0"/>
                  </a:lnTo>
                  <a:cubicBezTo>
                    <a:pt x="15260" y="0"/>
                    <a:pt x="15515" y="108"/>
                    <a:pt x="15724" y="320"/>
                  </a:cubicBezTo>
                  <a:cubicBezTo>
                    <a:pt x="15933" y="528"/>
                    <a:pt x="16038" y="778"/>
                    <a:pt x="16038" y="1072"/>
                  </a:cubicBezTo>
                  <a:cubicBezTo>
                    <a:pt x="16038" y="1380"/>
                    <a:pt x="15933" y="1638"/>
                    <a:pt x="15724" y="1850"/>
                  </a:cubicBezTo>
                  <a:cubicBezTo>
                    <a:pt x="15515" y="2061"/>
                    <a:pt x="15260" y="2167"/>
                    <a:pt x="14953" y="2167"/>
                  </a:cubicBezTo>
                  <a:lnTo>
                    <a:pt x="13900" y="2167"/>
                  </a:lnTo>
                  <a:lnTo>
                    <a:pt x="13900" y="7339"/>
                  </a:lnTo>
                  <a:lnTo>
                    <a:pt x="21036" y="18604"/>
                  </a:lnTo>
                  <a:close/>
                  <a:moveTo>
                    <a:pt x="5261" y="14865"/>
                  </a:moveTo>
                  <a:lnTo>
                    <a:pt x="16122" y="14865"/>
                  </a:lnTo>
                  <a:lnTo>
                    <a:pt x="11773" y="7974"/>
                  </a:lnTo>
                  <a:lnTo>
                    <a:pt x="11773" y="2167"/>
                  </a:lnTo>
                  <a:lnTo>
                    <a:pt x="9635" y="2167"/>
                  </a:lnTo>
                  <a:lnTo>
                    <a:pt x="9635" y="7947"/>
                  </a:lnTo>
                  <a:lnTo>
                    <a:pt x="5261" y="1486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3" name="Group 13"/>
          <p:cNvGrpSpPr/>
          <p:nvPr userDrawn="1"/>
        </p:nvGrpSpPr>
        <p:grpSpPr bwMode="auto">
          <a:xfrm>
            <a:off x="9705539" y="6042541"/>
            <a:ext cx="380673" cy="380121"/>
            <a:chOff x="0" y="0"/>
            <a:chExt cx="965499" cy="965499"/>
          </a:xfrm>
        </p:grpSpPr>
        <p:sp>
          <p:nvSpPr>
            <p:cNvPr id="24" name="AutoShape 14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AutoShape 15"/>
            <p:cNvSpPr/>
            <p:nvPr/>
          </p:nvSpPr>
          <p:spPr bwMode="auto">
            <a:xfrm>
              <a:off x="285759" y="283328"/>
              <a:ext cx="393981" cy="393980"/>
            </a:xfrm>
            <a:custGeom>
              <a:avLst/>
              <a:gdLst>
                <a:gd name="T0" fmla="*/ 196991 w 21600"/>
                <a:gd name="T1" fmla="*/ 196990 h 21600"/>
                <a:gd name="T2" fmla="*/ 196991 w 21600"/>
                <a:gd name="T3" fmla="*/ 196990 h 21600"/>
                <a:gd name="T4" fmla="*/ 196991 w 21600"/>
                <a:gd name="T5" fmla="*/ 196990 h 21600"/>
                <a:gd name="T6" fmla="*/ 196991 w 21600"/>
                <a:gd name="T7" fmla="*/ 19699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1328" y="11543"/>
                  </a:moveTo>
                  <a:cubicBezTo>
                    <a:pt x="21492" y="11930"/>
                    <a:pt x="21571" y="12337"/>
                    <a:pt x="21571" y="12758"/>
                  </a:cubicBezTo>
                  <a:cubicBezTo>
                    <a:pt x="21571" y="13464"/>
                    <a:pt x="21388" y="14105"/>
                    <a:pt x="21017" y="14678"/>
                  </a:cubicBezTo>
                  <a:cubicBezTo>
                    <a:pt x="21111" y="15215"/>
                    <a:pt x="21077" y="15745"/>
                    <a:pt x="20924" y="16285"/>
                  </a:cubicBezTo>
                  <a:cubicBezTo>
                    <a:pt x="20769" y="16819"/>
                    <a:pt x="20512" y="17287"/>
                    <a:pt x="20141" y="17697"/>
                  </a:cubicBezTo>
                  <a:cubicBezTo>
                    <a:pt x="20105" y="18451"/>
                    <a:pt x="19901" y="19081"/>
                    <a:pt x="19531" y="19580"/>
                  </a:cubicBezTo>
                  <a:cubicBezTo>
                    <a:pt x="19161" y="20080"/>
                    <a:pt x="18700" y="20481"/>
                    <a:pt x="18146" y="20783"/>
                  </a:cubicBezTo>
                  <a:cubicBezTo>
                    <a:pt x="17593" y="21088"/>
                    <a:pt x="16982" y="21297"/>
                    <a:pt x="16321" y="21419"/>
                  </a:cubicBezTo>
                  <a:cubicBezTo>
                    <a:pt x="15660" y="21540"/>
                    <a:pt x="15010" y="21599"/>
                    <a:pt x="14380" y="21599"/>
                  </a:cubicBezTo>
                  <a:cubicBezTo>
                    <a:pt x="13730" y="21599"/>
                    <a:pt x="13077" y="21554"/>
                    <a:pt x="12424" y="21461"/>
                  </a:cubicBezTo>
                  <a:cubicBezTo>
                    <a:pt x="11772" y="21362"/>
                    <a:pt x="11127" y="21235"/>
                    <a:pt x="10497" y="21074"/>
                  </a:cubicBezTo>
                  <a:cubicBezTo>
                    <a:pt x="9864" y="20894"/>
                    <a:pt x="9237" y="20702"/>
                    <a:pt x="8610" y="20493"/>
                  </a:cubicBezTo>
                  <a:cubicBezTo>
                    <a:pt x="7982" y="20286"/>
                    <a:pt x="7341" y="20182"/>
                    <a:pt x="6680" y="20182"/>
                  </a:cubicBezTo>
                  <a:lnTo>
                    <a:pt x="1607" y="20182"/>
                  </a:lnTo>
                  <a:cubicBezTo>
                    <a:pt x="1167" y="20182"/>
                    <a:pt x="785" y="20029"/>
                    <a:pt x="471" y="19713"/>
                  </a:cubicBezTo>
                  <a:cubicBezTo>
                    <a:pt x="158" y="19405"/>
                    <a:pt x="0" y="19024"/>
                    <a:pt x="0" y="18572"/>
                  </a:cubicBezTo>
                  <a:lnTo>
                    <a:pt x="0" y="9880"/>
                  </a:lnTo>
                  <a:cubicBezTo>
                    <a:pt x="0" y="9440"/>
                    <a:pt x="158" y="9064"/>
                    <a:pt x="471" y="8754"/>
                  </a:cubicBezTo>
                  <a:cubicBezTo>
                    <a:pt x="785" y="8440"/>
                    <a:pt x="1167" y="8285"/>
                    <a:pt x="1607" y="8285"/>
                  </a:cubicBezTo>
                  <a:lnTo>
                    <a:pt x="6315" y="8285"/>
                  </a:lnTo>
                  <a:cubicBezTo>
                    <a:pt x="6558" y="8160"/>
                    <a:pt x="6750" y="8022"/>
                    <a:pt x="6897" y="7872"/>
                  </a:cubicBezTo>
                  <a:cubicBezTo>
                    <a:pt x="7041" y="7723"/>
                    <a:pt x="7197" y="7548"/>
                    <a:pt x="7369" y="7342"/>
                  </a:cubicBezTo>
                  <a:cubicBezTo>
                    <a:pt x="7513" y="7161"/>
                    <a:pt x="7663" y="6986"/>
                    <a:pt x="7810" y="6819"/>
                  </a:cubicBezTo>
                  <a:cubicBezTo>
                    <a:pt x="7957" y="6653"/>
                    <a:pt x="8112" y="6483"/>
                    <a:pt x="8276" y="6311"/>
                  </a:cubicBezTo>
                  <a:cubicBezTo>
                    <a:pt x="8570" y="5997"/>
                    <a:pt x="8918" y="5690"/>
                    <a:pt x="9302" y="5385"/>
                  </a:cubicBezTo>
                  <a:cubicBezTo>
                    <a:pt x="9692" y="5085"/>
                    <a:pt x="9989" y="4749"/>
                    <a:pt x="10195" y="4379"/>
                  </a:cubicBezTo>
                  <a:cubicBezTo>
                    <a:pt x="10339" y="4117"/>
                    <a:pt x="10443" y="3826"/>
                    <a:pt x="10506" y="3507"/>
                  </a:cubicBezTo>
                  <a:cubicBezTo>
                    <a:pt x="10565" y="3188"/>
                    <a:pt x="10627" y="2866"/>
                    <a:pt x="10675" y="2538"/>
                  </a:cubicBezTo>
                  <a:cubicBezTo>
                    <a:pt x="10726" y="2216"/>
                    <a:pt x="10780" y="1900"/>
                    <a:pt x="10845" y="1592"/>
                  </a:cubicBezTo>
                  <a:cubicBezTo>
                    <a:pt x="10907" y="1287"/>
                    <a:pt x="11014" y="1016"/>
                    <a:pt x="11161" y="776"/>
                  </a:cubicBezTo>
                  <a:cubicBezTo>
                    <a:pt x="11311" y="536"/>
                    <a:pt x="11523" y="350"/>
                    <a:pt x="11800" y="208"/>
                  </a:cubicBezTo>
                  <a:cubicBezTo>
                    <a:pt x="12074" y="67"/>
                    <a:pt x="12441" y="0"/>
                    <a:pt x="12902" y="0"/>
                  </a:cubicBezTo>
                  <a:cubicBezTo>
                    <a:pt x="13450" y="0"/>
                    <a:pt x="13956" y="112"/>
                    <a:pt x="14411" y="344"/>
                  </a:cubicBezTo>
                  <a:cubicBezTo>
                    <a:pt x="14869" y="573"/>
                    <a:pt x="15250" y="881"/>
                    <a:pt x="15567" y="1270"/>
                  </a:cubicBezTo>
                  <a:cubicBezTo>
                    <a:pt x="15880" y="1657"/>
                    <a:pt x="16126" y="2101"/>
                    <a:pt x="16304" y="2600"/>
                  </a:cubicBezTo>
                  <a:cubicBezTo>
                    <a:pt x="16479" y="3103"/>
                    <a:pt x="16570" y="3609"/>
                    <a:pt x="16570" y="4123"/>
                  </a:cubicBezTo>
                  <a:cubicBezTo>
                    <a:pt x="16570" y="4653"/>
                    <a:pt x="16491" y="5162"/>
                    <a:pt x="16332" y="5645"/>
                  </a:cubicBezTo>
                  <a:cubicBezTo>
                    <a:pt x="16174" y="6125"/>
                    <a:pt x="15982" y="6610"/>
                    <a:pt x="15759" y="7096"/>
                  </a:cubicBezTo>
                  <a:cubicBezTo>
                    <a:pt x="16072" y="7079"/>
                    <a:pt x="16389" y="7057"/>
                    <a:pt x="16705" y="7034"/>
                  </a:cubicBezTo>
                  <a:cubicBezTo>
                    <a:pt x="17019" y="7011"/>
                    <a:pt x="17335" y="7000"/>
                    <a:pt x="17652" y="7000"/>
                  </a:cubicBezTo>
                  <a:cubicBezTo>
                    <a:pt x="18149" y="7000"/>
                    <a:pt x="18630" y="7048"/>
                    <a:pt x="19099" y="7144"/>
                  </a:cubicBezTo>
                  <a:cubicBezTo>
                    <a:pt x="19568" y="7237"/>
                    <a:pt x="19986" y="7395"/>
                    <a:pt x="20356" y="7616"/>
                  </a:cubicBezTo>
                  <a:cubicBezTo>
                    <a:pt x="20726" y="7839"/>
                    <a:pt x="21026" y="8144"/>
                    <a:pt x="21255" y="8528"/>
                  </a:cubicBezTo>
                  <a:cubicBezTo>
                    <a:pt x="21486" y="8918"/>
                    <a:pt x="21600" y="9409"/>
                    <a:pt x="21600" y="10002"/>
                  </a:cubicBezTo>
                  <a:cubicBezTo>
                    <a:pt x="21600" y="10265"/>
                    <a:pt x="21580" y="10519"/>
                    <a:pt x="21535" y="10773"/>
                  </a:cubicBezTo>
                  <a:cubicBezTo>
                    <a:pt x="21484" y="11030"/>
                    <a:pt x="21419" y="11284"/>
                    <a:pt x="21328" y="11543"/>
                  </a:cubicBezTo>
                  <a:moveTo>
                    <a:pt x="4258" y="18519"/>
                  </a:moveTo>
                  <a:cubicBezTo>
                    <a:pt x="4555" y="18519"/>
                    <a:pt x="4809" y="18417"/>
                    <a:pt x="5024" y="18214"/>
                  </a:cubicBezTo>
                  <a:cubicBezTo>
                    <a:pt x="5233" y="18013"/>
                    <a:pt x="5340" y="17759"/>
                    <a:pt x="5340" y="17454"/>
                  </a:cubicBezTo>
                  <a:cubicBezTo>
                    <a:pt x="5340" y="17155"/>
                    <a:pt x="5233" y="16900"/>
                    <a:pt x="5024" y="16686"/>
                  </a:cubicBezTo>
                  <a:cubicBezTo>
                    <a:pt x="4812" y="16477"/>
                    <a:pt x="4557" y="16372"/>
                    <a:pt x="4258" y="16372"/>
                  </a:cubicBezTo>
                  <a:cubicBezTo>
                    <a:pt x="3941" y="16372"/>
                    <a:pt x="3684" y="16477"/>
                    <a:pt x="3486" y="16686"/>
                  </a:cubicBezTo>
                  <a:cubicBezTo>
                    <a:pt x="3289" y="16900"/>
                    <a:pt x="3190" y="17155"/>
                    <a:pt x="3190" y="17454"/>
                  </a:cubicBezTo>
                  <a:cubicBezTo>
                    <a:pt x="3190" y="17767"/>
                    <a:pt x="3289" y="18024"/>
                    <a:pt x="3486" y="18222"/>
                  </a:cubicBezTo>
                  <a:cubicBezTo>
                    <a:pt x="3681" y="18420"/>
                    <a:pt x="3939" y="18519"/>
                    <a:pt x="4258" y="18519"/>
                  </a:cubicBezTo>
                  <a:moveTo>
                    <a:pt x="19164" y="14342"/>
                  </a:moveTo>
                  <a:cubicBezTo>
                    <a:pt x="19703" y="13901"/>
                    <a:pt x="19975" y="13345"/>
                    <a:pt x="19975" y="12679"/>
                  </a:cubicBezTo>
                  <a:cubicBezTo>
                    <a:pt x="19975" y="12473"/>
                    <a:pt x="19918" y="12281"/>
                    <a:pt x="19805" y="12097"/>
                  </a:cubicBezTo>
                  <a:cubicBezTo>
                    <a:pt x="19695" y="11919"/>
                    <a:pt x="19576" y="11761"/>
                    <a:pt x="19446" y="11623"/>
                  </a:cubicBezTo>
                  <a:cubicBezTo>
                    <a:pt x="19590" y="11363"/>
                    <a:pt x="19720" y="11106"/>
                    <a:pt x="19833" y="10849"/>
                  </a:cubicBezTo>
                  <a:cubicBezTo>
                    <a:pt x="19944" y="10592"/>
                    <a:pt x="20003" y="10312"/>
                    <a:pt x="20003" y="10002"/>
                  </a:cubicBezTo>
                  <a:cubicBezTo>
                    <a:pt x="20003" y="9688"/>
                    <a:pt x="19924" y="9440"/>
                    <a:pt x="19766" y="9251"/>
                  </a:cubicBezTo>
                  <a:cubicBezTo>
                    <a:pt x="19607" y="9070"/>
                    <a:pt x="19415" y="8929"/>
                    <a:pt x="19184" y="8833"/>
                  </a:cubicBezTo>
                  <a:cubicBezTo>
                    <a:pt x="18955" y="8739"/>
                    <a:pt x="18698" y="8683"/>
                    <a:pt x="18418" y="8663"/>
                  </a:cubicBezTo>
                  <a:cubicBezTo>
                    <a:pt x="18138" y="8643"/>
                    <a:pt x="17884" y="8635"/>
                    <a:pt x="17649" y="8635"/>
                  </a:cubicBezTo>
                  <a:cubicBezTo>
                    <a:pt x="17242" y="8635"/>
                    <a:pt x="16835" y="8649"/>
                    <a:pt x="16423" y="8677"/>
                  </a:cubicBezTo>
                  <a:cubicBezTo>
                    <a:pt x="16010" y="8706"/>
                    <a:pt x="15606" y="8720"/>
                    <a:pt x="15199" y="8720"/>
                  </a:cubicBezTo>
                  <a:cubicBezTo>
                    <a:pt x="14917" y="8720"/>
                    <a:pt x="14643" y="8706"/>
                    <a:pt x="14366" y="8677"/>
                  </a:cubicBezTo>
                  <a:cubicBezTo>
                    <a:pt x="14089" y="8649"/>
                    <a:pt x="13829" y="8584"/>
                    <a:pt x="13574" y="8474"/>
                  </a:cubicBezTo>
                  <a:cubicBezTo>
                    <a:pt x="13574" y="8104"/>
                    <a:pt x="13645" y="7754"/>
                    <a:pt x="13792" y="7421"/>
                  </a:cubicBezTo>
                  <a:cubicBezTo>
                    <a:pt x="13936" y="7087"/>
                    <a:pt x="14094" y="6751"/>
                    <a:pt x="14275" y="6413"/>
                  </a:cubicBezTo>
                  <a:cubicBezTo>
                    <a:pt x="14448" y="6074"/>
                    <a:pt x="14606" y="5721"/>
                    <a:pt x="14747" y="5351"/>
                  </a:cubicBezTo>
                  <a:cubicBezTo>
                    <a:pt x="14886" y="4984"/>
                    <a:pt x="14953" y="4574"/>
                    <a:pt x="14953" y="4122"/>
                  </a:cubicBezTo>
                  <a:cubicBezTo>
                    <a:pt x="14953" y="3823"/>
                    <a:pt x="14905" y="3529"/>
                    <a:pt x="14812" y="3236"/>
                  </a:cubicBezTo>
                  <a:cubicBezTo>
                    <a:pt x="14716" y="2945"/>
                    <a:pt x="14583" y="2677"/>
                    <a:pt x="14411" y="2439"/>
                  </a:cubicBezTo>
                  <a:cubicBezTo>
                    <a:pt x="14238" y="2199"/>
                    <a:pt x="14027" y="2002"/>
                    <a:pt x="13775" y="1843"/>
                  </a:cubicBezTo>
                  <a:cubicBezTo>
                    <a:pt x="13521" y="1688"/>
                    <a:pt x="13230" y="1606"/>
                    <a:pt x="12893" y="1606"/>
                  </a:cubicBezTo>
                  <a:lnTo>
                    <a:pt x="12744" y="1606"/>
                  </a:lnTo>
                  <a:cubicBezTo>
                    <a:pt x="12681" y="1606"/>
                    <a:pt x="12631" y="1617"/>
                    <a:pt x="12594" y="1634"/>
                  </a:cubicBezTo>
                  <a:cubicBezTo>
                    <a:pt x="12523" y="1671"/>
                    <a:pt x="12481" y="1705"/>
                    <a:pt x="12472" y="1742"/>
                  </a:cubicBezTo>
                  <a:cubicBezTo>
                    <a:pt x="12464" y="1778"/>
                    <a:pt x="12450" y="1838"/>
                    <a:pt x="12430" y="1920"/>
                  </a:cubicBezTo>
                  <a:cubicBezTo>
                    <a:pt x="12323" y="2450"/>
                    <a:pt x="12221" y="3007"/>
                    <a:pt x="12128" y="3586"/>
                  </a:cubicBezTo>
                  <a:cubicBezTo>
                    <a:pt x="12034" y="4167"/>
                    <a:pt x="11854" y="4698"/>
                    <a:pt x="11596" y="5176"/>
                  </a:cubicBezTo>
                  <a:cubicBezTo>
                    <a:pt x="11334" y="5636"/>
                    <a:pt x="11000" y="6034"/>
                    <a:pt x="10596" y="6367"/>
                  </a:cubicBezTo>
                  <a:cubicBezTo>
                    <a:pt x="10189" y="6701"/>
                    <a:pt x="9802" y="7051"/>
                    <a:pt x="9432" y="7421"/>
                  </a:cubicBezTo>
                  <a:cubicBezTo>
                    <a:pt x="9169" y="7700"/>
                    <a:pt x="8949" y="7954"/>
                    <a:pt x="8771" y="8183"/>
                  </a:cubicBezTo>
                  <a:cubicBezTo>
                    <a:pt x="8593" y="8412"/>
                    <a:pt x="8403" y="8632"/>
                    <a:pt x="8211" y="8833"/>
                  </a:cubicBezTo>
                  <a:cubicBezTo>
                    <a:pt x="8016" y="9036"/>
                    <a:pt x="7799" y="9222"/>
                    <a:pt x="7556" y="9400"/>
                  </a:cubicBezTo>
                  <a:cubicBezTo>
                    <a:pt x="7313" y="9575"/>
                    <a:pt x="7019" y="9736"/>
                    <a:pt x="6674" y="9880"/>
                  </a:cubicBezTo>
                  <a:lnTo>
                    <a:pt x="6646" y="9880"/>
                  </a:lnTo>
                  <a:lnTo>
                    <a:pt x="6646" y="18572"/>
                  </a:lnTo>
                  <a:cubicBezTo>
                    <a:pt x="7279" y="18572"/>
                    <a:pt x="7889" y="18649"/>
                    <a:pt x="8485" y="18795"/>
                  </a:cubicBezTo>
                  <a:cubicBezTo>
                    <a:pt x="9081" y="18945"/>
                    <a:pt x="9683" y="19103"/>
                    <a:pt x="10294" y="19270"/>
                  </a:cubicBezTo>
                  <a:cubicBezTo>
                    <a:pt x="10901" y="19439"/>
                    <a:pt x="11537" y="19592"/>
                    <a:pt x="12207" y="19741"/>
                  </a:cubicBezTo>
                  <a:cubicBezTo>
                    <a:pt x="12874" y="19891"/>
                    <a:pt x="13594" y="19965"/>
                    <a:pt x="14374" y="19965"/>
                  </a:cubicBezTo>
                  <a:cubicBezTo>
                    <a:pt x="14781" y="19965"/>
                    <a:pt x="15222" y="19939"/>
                    <a:pt x="15699" y="19885"/>
                  </a:cubicBezTo>
                  <a:cubicBezTo>
                    <a:pt x="16177" y="19829"/>
                    <a:pt x="16626" y="19710"/>
                    <a:pt x="17047" y="19527"/>
                  </a:cubicBezTo>
                  <a:cubicBezTo>
                    <a:pt x="17468" y="19343"/>
                    <a:pt x="17816" y="19086"/>
                    <a:pt x="18101" y="18762"/>
                  </a:cubicBezTo>
                  <a:cubicBezTo>
                    <a:pt x="18387" y="18440"/>
                    <a:pt x="18525" y="18010"/>
                    <a:pt x="18525" y="17477"/>
                  </a:cubicBezTo>
                  <a:cubicBezTo>
                    <a:pt x="18525" y="17386"/>
                    <a:pt x="18522" y="17304"/>
                    <a:pt x="18517" y="17225"/>
                  </a:cubicBezTo>
                  <a:cubicBezTo>
                    <a:pt x="18503" y="17152"/>
                    <a:pt x="18488" y="17070"/>
                    <a:pt x="18471" y="16980"/>
                  </a:cubicBezTo>
                  <a:cubicBezTo>
                    <a:pt x="18785" y="16836"/>
                    <a:pt x="19028" y="16596"/>
                    <a:pt x="19195" y="16262"/>
                  </a:cubicBezTo>
                  <a:cubicBezTo>
                    <a:pt x="19364" y="15929"/>
                    <a:pt x="19446" y="15593"/>
                    <a:pt x="19446" y="15263"/>
                  </a:cubicBezTo>
                  <a:cubicBezTo>
                    <a:pt x="19449" y="14912"/>
                    <a:pt x="19350" y="14605"/>
                    <a:pt x="19164" y="14342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6" name="Group 16"/>
          <p:cNvGrpSpPr/>
          <p:nvPr userDrawn="1"/>
        </p:nvGrpSpPr>
        <p:grpSpPr bwMode="auto">
          <a:xfrm>
            <a:off x="10243699" y="6042541"/>
            <a:ext cx="380048" cy="380121"/>
            <a:chOff x="0" y="0"/>
            <a:chExt cx="965499" cy="965499"/>
          </a:xfrm>
        </p:grpSpPr>
        <p:sp>
          <p:nvSpPr>
            <p:cNvPr id="27" name="AutoShape 17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AutoShape 18"/>
            <p:cNvSpPr/>
            <p:nvPr/>
          </p:nvSpPr>
          <p:spPr bwMode="auto">
            <a:xfrm>
              <a:off x="293617" y="264823"/>
              <a:ext cx="393980" cy="393980"/>
            </a:xfrm>
            <a:custGeom>
              <a:avLst/>
              <a:gdLst>
                <a:gd name="T0" fmla="*/ 196990 w 21600"/>
                <a:gd name="T1" fmla="*/ 196990 h 21600"/>
                <a:gd name="T2" fmla="*/ 196990 w 21600"/>
                <a:gd name="T3" fmla="*/ 196990 h 21600"/>
                <a:gd name="T4" fmla="*/ 196990 w 21600"/>
                <a:gd name="T5" fmla="*/ 196990 h 21600"/>
                <a:gd name="T6" fmla="*/ 196990 w 21600"/>
                <a:gd name="T7" fmla="*/ 19699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6949"/>
                  </a:moveTo>
                  <a:cubicBezTo>
                    <a:pt x="21600" y="7542"/>
                    <a:pt x="21407" y="8153"/>
                    <a:pt x="21017" y="8781"/>
                  </a:cubicBezTo>
                  <a:cubicBezTo>
                    <a:pt x="20628" y="9416"/>
                    <a:pt x="20109" y="10015"/>
                    <a:pt x="19458" y="10585"/>
                  </a:cubicBezTo>
                  <a:cubicBezTo>
                    <a:pt x="18806" y="11152"/>
                    <a:pt x="18040" y="11651"/>
                    <a:pt x="17159" y="12083"/>
                  </a:cubicBezTo>
                  <a:cubicBezTo>
                    <a:pt x="16275" y="12512"/>
                    <a:pt x="15327" y="12820"/>
                    <a:pt x="14315" y="12996"/>
                  </a:cubicBezTo>
                  <a:cubicBezTo>
                    <a:pt x="13880" y="13090"/>
                    <a:pt x="13492" y="13284"/>
                    <a:pt x="13151" y="13578"/>
                  </a:cubicBezTo>
                  <a:cubicBezTo>
                    <a:pt x="12809" y="13872"/>
                    <a:pt x="12641" y="14204"/>
                    <a:pt x="12641" y="14571"/>
                  </a:cubicBezTo>
                  <a:cubicBezTo>
                    <a:pt x="12641" y="14900"/>
                    <a:pt x="12713" y="15140"/>
                    <a:pt x="12865" y="15293"/>
                  </a:cubicBezTo>
                  <a:cubicBezTo>
                    <a:pt x="13015" y="15449"/>
                    <a:pt x="13177" y="15596"/>
                    <a:pt x="13364" y="15728"/>
                  </a:cubicBezTo>
                  <a:cubicBezTo>
                    <a:pt x="13546" y="15866"/>
                    <a:pt x="13717" y="16010"/>
                    <a:pt x="13874" y="16169"/>
                  </a:cubicBezTo>
                  <a:cubicBezTo>
                    <a:pt x="14032" y="16330"/>
                    <a:pt x="14125" y="16574"/>
                    <a:pt x="14160" y="16903"/>
                  </a:cubicBezTo>
                  <a:cubicBezTo>
                    <a:pt x="14195" y="17117"/>
                    <a:pt x="14187" y="17340"/>
                    <a:pt x="14133" y="17564"/>
                  </a:cubicBezTo>
                  <a:cubicBezTo>
                    <a:pt x="14099" y="17696"/>
                    <a:pt x="14200" y="17805"/>
                    <a:pt x="14432" y="17893"/>
                  </a:cubicBezTo>
                  <a:cubicBezTo>
                    <a:pt x="14667" y="17981"/>
                    <a:pt x="14956" y="18069"/>
                    <a:pt x="15295" y="18154"/>
                  </a:cubicBezTo>
                  <a:cubicBezTo>
                    <a:pt x="15637" y="18236"/>
                    <a:pt x="15987" y="18342"/>
                    <a:pt x="16344" y="18468"/>
                  </a:cubicBezTo>
                  <a:cubicBezTo>
                    <a:pt x="16705" y="18595"/>
                    <a:pt x="16975" y="18756"/>
                    <a:pt x="17164" y="18953"/>
                  </a:cubicBezTo>
                  <a:cubicBezTo>
                    <a:pt x="17266" y="19050"/>
                    <a:pt x="17351" y="19232"/>
                    <a:pt x="17415" y="19511"/>
                  </a:cubicBezTo>
                  <a:cubicBezTo>
                    <a:pt x="17477" y="19790"/>
                    <a:pt x="17519" y="20090"/>
                    <a:pt x="17535" y="20416"/>
                  </a:cubicBezTo>
                  <a:cubicBezTo>
                    <a:pt x="17554" y="20727"/>
                    <a:pt x="17527" y="21000"/>
                    <a:pt x="17463" y="21241"/>
                  </a:cubicBezTo>
                  <a:cubicBezTo>
                    <a:pt x="17394" y="21479"/>
                    <a:pt x="17268" y="21599"/>
                    <a:pt x="17089" y="21599"/>
                  </a:cubicBezTo>
                  <a:lnTo>
                    <a:pt x="4496" y="21599"/>
                  </a:lnTo>
                  <a:cubicBezTo>
                    <a:pt x="4328" y="21599"/>
                    <a:pt x="4205" y="21479"/>
                    <a:pt x="4130" y="21241"/>
                  </a:cubicBezTo>
                  <a:cubicBezTo>
                    <a:pt x="4061" y="21000"/>
                    <a:pt x="4032" y="20727"/>
                    <a:pt x="4048" y="20416"/>
                  </a:cubicBezTo>
                  <a:cubicBezTo>
                    <a:pt x="4066" y="20090"/>
                    <a:pt x="4109" y="19790"/>
                    <a:pt x="4170" y="19511"/>
                  </a:cubicBezTo>
                  <a:cubicBezTo>
                    <a:pt x="4235" y="19232"/>
                    <a:pt x="4317" y="19050"/>
                    <a:pt x="4421" y="18953"/>
                  </a:cubicBezTo>
                  <a:cubicBezTo>
                    <a:pt x="4616" y="18768"/>
                    <a:pt x="4889" y="18606"/>
                    <a:pt x="5239" y="18474"/>
                  </a:cubicBezTo>
                  <a:cubicBezTo>
                    <a:pt x="5588" y="18345"/>
                    <a:pt x="5933" y="18236"/>
                    <a:pt x="6269" y="18154"/>
                  </a:cubicBezTo>
                  <a:cubicBezTo>
                    <a:pt x="6606" y="18069"/>
                    <a:pt x="6897" y="17984"/>
                    <a:pt x="7145" y="17901"/>
                  </a:cubicBezTo>
                  <a:cubicBezTo>
                    <a:pt x="7394" y="17816"/>
                    <a:pt x="7498" y="17705"/>
                    <a:pt x="7463" y="17564"/>
                  </a:cubicBezTo>
                  <a:cubicBezTo>
                    <a:pt x="7428" y="17432"/>
                    <a:pt x="7412" y="17311"/>
                    <a:pt x="7412" y="17205"/>
                  </a:cubicBezTo>
                  <a:lnTo>
                    <a:pt x="7412" y="16903"/>
                  </a:lnTo>
                  <a:cubicBezTo>
                    <a:pt x="7428" y="16574"/>
                    <a:pt x="7519" y="16330"/>
                    <a:pt x="7687" y="16169"/>
                  </a:cubicBezTo>
                  <a:cubicBezTo>
                    <a:pt x="7853" y="16010"/>
                    <a:pt x="8034" y="15866"/>
                    <a:pt x="8224" y="15728"/>
                  </a:cubicBezTo>
                  <a:cubicBezTo>
                    <a:pt x="8416" y="15593"/>
                    <a:pt x="8584" y="15446"/>
                    <a:pt x="8729" y="15293"/>
                  </a:cubicBezTo>
                  <a:cubicBezTo>
                    <a:pt x="8873" y="15140"/>
                    <a:pt x="8945" y="14900"/>
                    <a:pt x="8945" y="14571"/>
                  </a:cubicBezTo>
                  <a:cubicBezTo>
                    <a:pt x="8945" y="14204"/>
                    <a:pt x="8777" y="13875"/>
                    <a:pt x="8440" y="13578"/>
                  </a:cubicBezTo>
                  <a:cubicBezTo>
                    <a:pt x="8104" y="13281"/>
                    <a:pt x="7706" y="13090"/>
                    <a:pt x="7247" y="12996"/>
                  </a:cubicBezTo>
                  <a:cubicBezTo>
                    <a:pt x="6251" y="12811"/>
                    <a:pt x="5311" y="12497"/>
                    <a:pt x="4435" y="12062"/>
                  </a:cubicBezTo>
                  <a:cubicBezTo>
                    <a:pt x="3554" y="11628"/>
                    <a:pt x="2790" y="11128"/>
                    <a:pt x="2133" y="10570"/>
                  </a:cubicBezTo>
                  <a:cubicBezTo>
                    <a:pt x="1479" y="10012"/>
                    <a:pt x="958" y="9416"/>
                    <a:pt x="574" y="8781"/>
                  </a:cubicBezTo>
                  <a:cubicBezTo>
                    <a:pt x="189" y="8153"/>
                    <a:pt x="0" y="7542"/>
                    <a:pt x="0" y="6949"/>
                  </a:cubicBezTo>
                  <a:lnTo>
                    <a:pt x="0" y="4320"/>
                  </a:lnTo>
                  <a:cubicBezTo>
                    <a:pt x="0" y="4009"/>
                    <a:pt x="93" y="3756"/>
                    <a:pt x="285" y="3553"/>
                  </a:cubicBezTo>
                  <a:cubicBezTo>
                    <a:pt x="475" y="3354"/>
                    <a:pt x="712" y="3254"/>
                    <a:pt x="998" y="3254"/>
                  </a:cubicBezTo>
                  <a:lnTo>
                    <a:pt x="5124" y="3254"/>
                  </a:lnTo>
                  <a:cubicBezTo>
                    <a:pt x="5108" y="3139"/>
                    <a:pt x="5097" y="3025"/>
                    <a:pt x="5097" y="2901"/>
                  </a:cubicBezTo>
                  <a:lnTo>
                    <a:pt x="5097" y="2564"/>
                  </a:lnTo>
                  <a:lnTo>
                    <a:pt x="5097" y="2505"/>
                  </a:lnTo>
                  <a:cubicBezTo>
                    <a:pt x="5097" y="2005"/>
                    <a:pt x="5118" y="1594"/>
                    <a:pt x="5156" y="1265"/>
                  </a:cubicBezTo>
                  <a:cubicBezTo>
                    <a:pt x="5193" y="939"/>
                    <a:pt x="5260" y="684"/>
                    <a:pt x="5353" y="499"/>
                  </a:cubicBezTo>
                  <a:cubicBezTo>
                    <a:pt x="5444" y="320"/>
                    <a:pt x="5580" y="187"/>
                    <a:pt x="5754" y="111"/>
                  </a:cubicBezTo>
                  <a:cubicBezTo>
                    <a:pt x="5928" y="38"/>
                    <a:pt x="6165" y="0"/>
                    <a:pt x="6464" y="0"/>
                  </a:cubicBezTo>
                  <a:lnTo>
                    <a:pt x="15132" y="0"/>
                  </a:lnTo>
                  <a:cubicBezTo>
                    <a:pt x="15410" y="0"/>
                    <a:pt x="15645" y="38"/>
                    <a:pt x="15829" y="111"/>
                  </a:cubicBezTo>
                  <a:cubicBezTo>
                    <a:pt x="16011" y="187"/>
                    <a:pt x="16149" y="320"/>
                    <a:pt x="16243" y="499"/>
                  </a:cubicBezTo>
                  <a:cubicBezTo>
                    <a:pt x="16336" y="684"/>
                    <a:pt x="16403" y="939"/>
                    <a:pt x="16435" y="1265"/>
                  </a:cubicBezTo>
                  <a:cubicBezTo>
                    <a:pt x="16470" y="1594"/>
                    <a:pt x="16486" y="2006"/>
                    <a:pt x="16486" y="2505"/>
                  </a:cubicBezTo>
                  <a:lnTo>
                    <a:pt x="16486" y="2863"/>
                  </a:lnTo>
                  <a:cubicBezTo>
                    <a:pt x="16486" y="2989"/>
                    <a:pt x="16478" y="3119"/>
                    <a:pt x="16459" y="3251"/>
                  </a:cubicBezTo>
                  <a:lnTo>
                    <a:pt x="20603" y="3251"/>
                  </a:lnTo>
                  <a:cubicBezTo>
                    <a:pt x="20884" y="3251"/>
                    <a:pt x="21119" y="3351"/>
                    <a:pt x="21314" y="3550"/>
                  </a:cubicBezTo>
                  <a:cubicBezTo>
                    <a:pt x="21503" y="3753"/>
                    <a:pt x="21599" y="4006"/>
                    <a:pt x="21599" y="4317"/>
                  </a:cubicBezTo>
                  <a:lnTo>
                    <a:pt x="21599" y="6949"/>
                  </a:lnTo>
                  <a:lnTo>
                    <a:pt x="21600" y="6949"/>
                  </a:lnTo>
                  <a:close/>
                  <a:moveTo>
                    <a:pt x="6283" y="10550"/>
                  </a:moveTo>
                  <a:cubicBezTo>
                    <a:pt x="6072" y="9798"/>
                    <a:pt x="5882" y="8978"/>
                    <a:pt x="5714" y="8082"/>
                  </a:cubicBezTo>
                  <a:cubicBezTo>
                    <a:pt x="5548" y="7189"/>
                    <a:pt x="5407" y="6299"/>
                    <a:pt x="5287" y="5415"/>
                  </a:cubicBezTo>
                  <a:lnTo>
                    <a:pt x="1962" y="5415"/>
                  </a:lnTo>
                  <a:lnTo>
                    <a:pt x="1962" y="6949"/>
                  </a:lnTo>
                  <a:cubicBezTo>
                    <a:pt x="1962" y="7137"/>
                    <a:pt x="2064" y="7389"/>
                    <a:pt x="2264" y="7709"/>
                  </a:cubicBezTo>
                  <a:cubicBezTo>
                    <a:pt x="2462" y="8029"/>
                    <a:pt x="2753" y="8358"/>
                    <a:pt x="3126" y="8699"/>
                  </a:cubicBezTo>
                  <a:cubicBezTo>
                    <a:pt x="3500" y="9040"/>
                    <a:pt x="3954" y="9381"/>
                    <a:pt x="4488" y="9707"/>
                  </a:cubicBezTo>
                  <a:cubicBezTo>
                    <a:pt x="5022" y="10033"/>
                    <a:pt x="5618" y="10315"/>
                    <a:pt x="6283" y="10550"/>
                  </a:cubicBezTo>
                  <a:moveTo>
                    <a:pt x="19629" y="5415"/>
                  </a:moveTo>
                  <a:lnTo>
                    <a:pt x="16280" y="5415"/>
                  </a:lnTo>
                  <a:cubicBezTo>
                    <a:pt x="16179" y="6299"/>
                    <a:pt x="16043" y="7189"/>
                    <a:pt x="15877" y="8082"/>
                  </a:cubicBezTo>
                  <a:cubicBezTo>
                    <a:pt x="15712" y="8978"/>
                    <a:pt x="15522" y="9798"/>
                    <a:pt x="15308" y="10550"/>
                  </a:cubicBezTo>
                  <a:cubicBezTo>
                    <a:pt x="15973" y="10315"/>
                    <a:pt x="16574" y="10033"/>
                    <a:pt x="17105" y="9707"/>
                  </a:cubicBezTo>
                  <a:cubicBezTo>
                    <a:pt x="17637" y="9381"/>
                    <a:pt x="18091" y="9040"/>
                    <a:pt x="18467" y="8699"/>
                  </a:cubicBezTo>
                  <a:cubicBezTo>
                    <a:pt x="18844" y="8358"/>
                    <a:pt x="19130" y="8029"/>
                    <a:pt x="19330" y="7709"/>
                  </a:cubicBezTo>
                  <a:cubicBezTo>
                    <a:pt x="19530" y="7389"/>
                    <a:pt x="19629" y="7137"/>
                    <a:pt x="19629" y="6949"/>
                  </a:cubicBezTo>
                  <a:lnTo>
                    <a:pt x="19629" y="54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1" name="Group 19"/>
          <p:cNvGrpSpPr/>
          <p:nvPr userDrawn="1"/>
        </p:nvGrpSpPr>
        <p:grpSpPr bwMode="auto">
          <a:xfrm>
            <a:off x="10781233" y="6042541"/>
            <a:ext cx="380048" cy="380121"/>
            <a:chOff x="0" y="0"/>
            <a:chExt cx="965499" cy="965499"/>
          </a:xfrm>
        </p:grpSpPr>
        <p:sp>
          <p:nvSpPr>
            <p:cNvPr id="32" name="AutoShape 20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AutoShape 21"/>
            <p:cNvSpPr/>
            <p:nvPr/>
          </p:nvSpPr>
          <p:spPr bwMode="auto">
            <a:xfrm>
              <a:off x="292545" y="314566"/>
              <a:ext cx="380408" cy="307104"/>
            </a:xfrm>
            <a:custGeom>
              <a:avLst/>
              <a:gdLst>
                <a:gd name="T0" fmla="*/ 190204 w 21600"/>
                <a:gd name="T1" fmla="*/ 153552 h 21600"/>
                <a:gd name="T2" fmla="*/ 190204 w 21600"/>
                <a:gd name="T3" fmla="*/ 153552 h 21600"/>
                <a:gd name="T4" fmla="*/ 190204 w 21600"/>
                <a:gd name="T5" fmla="*/ 153552 h 21600"/>
                <a:gd name="T6" fmla="*/ 190204 w 21600"/>
                <a:gd name="T7" fmla="*/ 153552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3222"/>
                  </a:moveTo>
                  <a:cubicBezTo>
                    <a:pt x="20632" y="3222"/>
                    <a:pt x="20946" y="3384"/>
                    <a:pt x="21208" y="3713"/>
                  </a:cubicBezTo>
                  <a:cubicBezTo>
                    <a:pt x="21470" y="4042"/>
                    <a:pt x="21600" y="4427"/>
                    <a:pt x="21600" y="4865"/>
                  </a:cubicBezTo>
                  <a:lnTo>
                    <a:pt x="21600" y="19984"/>
                  </a:lnTo>
                  <a:cubicBezTo>
                    <a:pt x="21600" y="20421"/>
                    <a:pt x="21470" y="20803"/>
                    <a:pt x="21208" y="21121"/>
                  </a:cubicBezTo>
                  <a:cubicBezTo>
                    <a:pt x="20946" y="21441"/>
                    <a:pt x="20632" y="21600"/>
                    <a:pt x="20263" y="21600"/>
                  </a:cubicBezTo>
                  <a:lnTo>
                    <a:pt x="1348" y="21600"/>
                  </a:lnTo>
                  <a:cubicBezTo>
                    <a:pt x="981" y="21600"/>
                    <a:pt x="663" y="21441"/>
                    <a:pt x="399" y="21121"/>
                  </a:cubicBezTo>
                  <a:cubicBezTo>
                    <a:pt x="134" y="20803"/>
                    <a:pt x="0" y="20421"/>
                    <a:pt x="0" y="19984"/>
                  </a:cubicBezTo>
                  <a:lnTo>
                    <a:pt x="0" y="4865"/>
                  </a:lnTo>
                  <a:cubicBezTo>
                    <a:pt x="0" y="4427"/>
                    <a:pt x="134" y="4042"/>
                    <a:pt x="399" y="3713"/>
                  </a:cubicBezTo>
                  <a:cubicBezTo>
                    <a:pt x="663" y="3384"/>
                    <a:pt x="981" y="3222"/>
                    <a:pt x="1348" y="3222"/>
                  </a:cubicBezTo>
                  <a:lnTo>
                    <a:pt x="5638" y="3222"/>
                  </a:lnTo>
                  <a:lnTo>
                    <a:pt x="6318" y="1460"/>
                  </a:lnTo>
                  <a:cubicBezTo>
                    <a:pt x="6458" y="1057"/>
                    <a:pt x="6717" y="713"/>
                    <a:pt x="7089" y="425"/>
                  </a:cubicBezTo>
                  <a:cubicBezTo>
                    <a:pt x="7466" y="143"/>
                    <a:pt x="7838" y="0"/>
                    <a:pt x="8203" y="0"/>
                  </a:cubicBezTo>
                  <a:lnTo>
                    <a:pt x="13396" y="0"/>
                  </a:lnTo>
                  <a:cubicBezTo>
                    <a:pt x="13763" y="0"/>
                    <a:pt x="14135" y="143"/>
                    <a:pt x="14510" y="425"/>
                  </a:cubicBezTo>
                  <a:cubicBezTo>
                    <a:pt x="14884" y="713"/>
                    <a:pt x="15146" y="1057"/>
                    <a:pt x="15293" y="1460"/>
                  </a:cubicBezTo>
                  <a:lnTo>
                    <a:pt x="15961" y="3222"/>
                  </a:lnTo>
                  <a:lnTo>
                    <a:pt x="20263" y="3222"/>
                  </a:lnTo>
                  <a:close/>
                  <a:moveTo>
                    <a:pt x="10806" y="19185"/>
                  </a:moveTo>
                  <a:cubicBezTo>
                    <a:pt x="11572" y="19185"/>
                    <a:pt x="12299" y="19002"/>
                    <a:pt x="12987" y="18650"/>
                  </a:cubicBezTo>
                  <a:cubicBezTo>
                    <a:pt x="13672" y="18294"/>
                    <a:pt x="14270" y="17810"/>
                    <a:pt x="14774" y="17196"/>
                  </a:cubicBezTo>
                  <a:cubicBezTo>
                    <a:pt x="15278" y="16582"/>
                    <a:pt x="15677" y="15862"/>
                    <a:pt x="15974" y="15048"/>
                  </a:cubicBezTo>
                  <a:cubicBezTo>
                    <a:pt x="16270" y="14234"/>
                    <a:pt x="16419" y="13356"/>
                    <a:pt x="16419" y="12421"/>
                  </a:cubicBezTo>
                  <a:cubicBezTo>
                    <a:pt x="16419" y="11499"/>
                    <a:pt x="16270" y="10623"/>
                    <a:pt x="15974" y="9795"/>
                  </a:cubicBezTo>
                  <a:cubicBezTo>
                    <a:pt x="15677" y="8966"/>
                    <a:pt x="15278" y="8249"/>
                    <a:pt x="14774" y="7644"/>
                  </a:cubicBezTo>
                  <a:cubicBezTo>
                    <a:pt x="14270" y="7036"/>
                    <a:pt x="13672" y="6557"/>
                    <a:pt x="12987" y="6199"/>
                  </a:cubicBezTo>
                  <a:cubicBezTo>
                    <a:pt x="12299" y="5843"/>
                    <a:pt x="11572" y="5667"/>
                    <a:pt x="10806" y="5667"/>
                  </a:cubicBezTo>
                  <a:cubicBezTo>
                    <a:pt x="10039" y="5667"/>
                    <a:pt x="9312" y="5846"/>
                    <a:pt x="8619" y="6199"/>
                  </a:cubicBezTo>
                  <a:cubicBezTo>
                    <a:pt x="7929" y="6557"/>
                    <a:pt x="7332" y="7036"/>
                    <a:pt x="6827" y="7644"/>
                  </a:cubicBezTo>
                  <a:cubicBezTo>
                    <a:pt x="6323" y="8249"/>
                    <a:pt x="5922" y="8963"/>
                    <a:pt x="5625" y="9789"/>
                  </a:cubicBezTo>
                  <a:cubicBezTo>
                    <a:pt x="5329" y="10612"/>
                    <a:pt x="5180" y="11490"/>
                    <a:pt x="5180" y="12421"/>
                  </a:cubicBezTo>
                  <a:cubicBezTo>
                    <a:pt x="5180" y="13356"/>
                    <a:pt x="5329" y="14234"/>
                    <a:pt x="5625" y="15048"/>
                  </a:cubicBezTo>
                  <a:cubicBezTo>
                    <a:pt x="5922" y="15862"/>
                    <a:pt x="6323" y="16582"/>
                    <a:pt x="6827" y="17196"/>
                  </a:cubicBezTo>
                  <a:cubicBezTo>
                    <a:pt x="7332" y="17810"/>
                    <a:pt x="7929" y="18294"/>
                    <a:pt x="8619" y="18650"/>
                  </a:cubicBezTo>
                  <a:cubicBezTo>
                    <a:pt x="9312" y="19005"/>
                    <a:pt x="10039" y="19185"/>
                    <a:pt x="10806" y="19185"/>
                  </a:cubicBezTo>
                  <a:moveTo>
                    <a:pt x="10806" y="7832"/>
                  </a:moveTo>
                  <a:cubicBezTo>
                    <a:pt x="11337" y="7832"/>
                    <a:pt x="11834" y="7953"/>
                    <a:pt x="12294" y="8191"/>
                  </a:cubicBezTo>
                  <a:cubicBezTo>
                    <a:pt x="12754" y="8432"/>
                    <a:pt x="13158" y="8755"/>
                    <a:pt x="13501" y="9169"/>
                  </a:cubicBezTo>
                  <a:cubicBezTo>
                    <a:pt x="13846" y="9583"/>
                    <a:pt x="14118" y="10068"/>
                    <a:pt x="14316" y="10623"/>
                  </a:cubicBezTo>
                  <a:cubicBezTo>
                    <a:pt x="14515" y="11184"/>
                    <a:pt x="14615" y="11781"/>
                    <a:pt x="14615" y="12421"/>
                  </a:cubicBezTo>
                  <a:cubicBezTo>
                    <a:pt x="14615" y="13056"/>
                    <a:pt x="14515" y="13649"/>
                    <a:pt x="14316" y="14205"/>
                  </a:cubicBezTo>
                  <a:cubicBezTo>
                    <a:pt x="14118" y="14757"/>
                    <a:pt x="13846" y="15245"/>
                    <a:pt x="13501" y="15668"/>
                  </a:cubicBezTo>
                  <a:cubicBezTo>
                    <a:pt x="13158" y="16091"/>
                    <a:pt x="12752" y="16420"/>
                    <a:pt x="12289" y="16661"/>
                  </a:cubicBezTo>
                  <a:cubicBezTo>
                    <a:pt x="11824" y="16899"/>
                    <a:pt x="11330" y="17016"/>
                    <a:pt x="10806" y="17016"/>
                  </a:cubicBezTo>
                  <a:cubicBezTo>
                    <a:pt x="10274" y="17016"/>
                    <a:pt x="9777" y="16899"/>
                    <a:pt x="9312" y="16661"/>
                  </a:cubicBezTo>
                  <a:cubicBezTo>
                    <a:pt x="8847" y="16420"/>
                    <a:pt x="8443" y="16091"/>
                    <a:pt x="8100" y="15668"/>
                  </a:cubicBezTo>
                  <a:cubicBezTo>
                    <a:pt x="7755" y="15245"/>
                    <a:pt x="7483" y="14754"/>
                    <a:pt x="7285" y="14199"/>
                  </a:cubicBezTo>
                  <a:cubicBezTo>
                    <a:pt x="7084" y="13641"/>
                    <a:pt x="6984" y="13044"/>
                    <a:pt x="6984" y="12421"/>
                  </a:cubicBezTo>
                  <a:cubicBezTo>
                    <a:pt x="6984" y="11781"/>
                    <a:pt x="7084" y="11184"/>
                    <a:pt x="7285" y="10623"/>
                  </a:cubicBezTo>
                  <a:cubicBezTo>
                    <a:pt x="7483" y="10068"/>
                    <a:pt x="7755" y="9583"/>
                    <a:pt x="8100" y="9169"/>
                  </a:cubicBezTo>
                  <a:cubicBezTo>
                    <a:pt x="8443" y="8755"/>
                    <a:pt x="8847" y="8431"/>
                    <a:pt x="9312" y="8191"/>
                  </a:cubicBezTo>
                  <a:cubicBezTo>
                    <a:pt x="9777" y="7953"/>
                    <a:pt x="10274" y="7832"/>
                    <a:pt x="10806" y="7832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4" name="Group 22"/>
          <p:cNvGrpSpPr/>
          <p:nvPr userDrawn="1"/>
        </p:nvGrpSpPr>
        <p:grpSpPr bwMode="auto">
          <a:xfrm>
            <a:off x="11318768" y="6042541"/>
            <a:ext cx="380048" cy="380121"/>
            <a:chOff x="0" y="0"/>
            <a:chExt cx="965499" cy="965499"/>
          </a:xfrm>
        </p:grpSpPr>
        <p:sp>
          <p:nvSpPr>
            <p:cNvPr id="35" name="AutoShape 23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AutoShape 24"/>
            <p:cNvSpPr/>
            <p:nvPr/>
          </p:nvSpPr>
          <p:spPr bwMode="auto">
            <a:xfrm>
              <a:off x="293617" y="331589"/>
              <a:ext cx="380408" cy="296161"/>
            </a:xfrm>
            <a:custGeom>
              <a:avLst/>
              <a:gdLst>
                <a:gd name="T0" fmla="*/ 190204 w 21600"/>
                <a:gd name="T1" fmla="*/ 148081 h 21600"/>
                <a:gd name="T2" fmla="*/ 190204 w 21600"/>
                <a:gd name="T3" fmla="*/ 148081 h 21600"/>
                <a:gd name="T4" fmla="*/ 190204 w 21600"/>
                <a:gd name="T5" fmla="*/ 148081 h 21600"/>
                <a:gd name="T6" fmla="*/ 190204 w 21600"/>
                <a:gd name="T7" fmla="*/ 148081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10782" y="15633"/>
                  </a:moveTo>
                  <a:cubicBezTo>
                    <a:pt x="11211" y="15633"/>
                    <a:pt x="11622" y="15565"/>
                    <a:pt x="12011" y="15416"/>
                  </a:cubicBezTo>
                  <a:cubicBezTo>
                    <a:pt x="12403" y="15272"/>
                    <a:pt x="12778" y="15084"/>
                    <a:pt x="13138" y="14855"/>
                  </a:cubicBezTo>
                  <a:cubicBezTo>
                    <a:pt x="13498" y="14626"/>
                    <a:pt x="13845" y="14361"/>
                    <a:pt x="14181" y="14073"/>
                  </a:cubicBezTo>
                  <a:cubicBezTo>
                    <a:pt x="14516" y="13774"/>
                    <a:pt x="14844" y="13471"/>
                    <a:pt x="15168" y="13160"/>
                  </a:cubicBezTo>
                  <a:cubicBezTo>
                    <a:pt x="16142" y="12226"/>
                    <a:pt x="17126" y="11306"/>
                    <a:pt x="18120" y="10410"/>
                  </a:cubicBezTo>
                  <a:cubicBezTo>
                    <a:pt x="19112" y="9515"/>
                    <a:pt x="20113" y="8616"/>
                    <a:pt x="21120" y="7714"/>
                  </a:cubicBezTo>
                  <a:cubicBezTo>
                    <a:pt x="21198" y="7640"/>
                    <a:pt x="21279" y="7570"/>
                    <a:pt x="21360" y="7496"/>
                  </a:cubicBezTo>
                  <a:cubicBezTo>
                    <a:pt x="21443" y="7429"/>
                    <a:pt x="21524" y="7347"/>
                    <a:pt x="21600" y="7250"/>
                  </a:cubicBezTo>
                  <a:lnTo>
                    <a:pt x="21600" y="19981"/>
                  </a:lnTo>
                  <a:cubicBezTo>
                    <a:pt x="21600" y="20416"/>
                    <a:pt x="21470" y="20800"/>
                    <a:pt x="21208" y="21118"/>
                  </a:cubicBezTo>
                  <a:cubicBezTo>
                    <a:pt x="20946" y="21438"/>
                    <a:pt x="20632" y="21600"/>
                    <a:pt x="20265" y="21600"/>
                  </a:cubicBezTo>
                  <a:lnTo>
                    <a:pt x="1346" y="21600"/>
                  </a:lnTo>
                  <a:cubicBezTo>
                    <a:pt x="979" y="21600"/>
                    <a:pt x="663" y="21438"/>
                    <a:pt x="396" y="21118"/>
                  </a:cubicBezTo>
                  <a:cubicBezTo>
                    <a:pt x="132" y="20803"/>
                    <a:pt x="0" y="20419"/>
                    <a:pt x="0" y="19981"/>
                  </a:cubicBezTo>
                  <a:lnTo>
                    <a:pt x="0" y="7250"/>
                  </a:lnTo>
                  <a:cubicBezTo>
                    <a:pt x="75" y="7347"/>
                    <a:pt x="156" y="7429"/>
                    <a:pt x="239" y="7496"/>
                  </a:cubicBezTo>
                  <a:cubicBezTo>
                    <a:pt x="320" y="7570"/>
                    <a:pt x="401" y="7640"/>
                    <a:pt x="479" y="7714"/>
                  </a:cubicBezTo>
                  <a:cubicBezTo>
                    <a:pt x="1488" y="8616"/>
                    <a:pt x="2487" y="9514"/>
                    <a:pt x="3481" y="10410"/>
                  </a:cubicBezTo>
                  <a:cubicBezTo>
                    <a:pt x="4473" y="11306"/>
                    <a:pt x="5457" y="12223"/>
                    <a:pt x="6434" y="13160"/>
                  </a:cubicBezTo>
                  <a:cubicBezTo>
                    <a:pt x="6738" y="13454"/>
                    <a:pt x="7058" y="13744"/>
                    <a:pt x="7394" y="14038"/>
                  </a:cubicBezTo>
                  <a:cubicBezTo>
                    <a:pt x="7729" y="14338"/>
                    <a:pt x="8079" y="14599"/>
                    <a:pt x="8437" y="14840"/>
                  </a:cubicBezTo>
                  <a:cubicBezTo>
                    <a:pt x="8797" y="15075"/>
                    <a:pt x="9174" y="15269"/>
                    <a:pt x="9568" y="15413"/>
                  </a:cubicBezTo>
                  <a:cubicBezTo>
                    <a:pt x="9965" y="15563"/>
                    <a:pt x="10371" y="15633"/>
                    <a:pt x="10782" y="15633"/>
                  </a:cubicBezTo>
                  <a:moveTo>
                    <a:pt x="10782" y="12413"/>
                  </a:moveTo>
                  <a:cubicBezTo>
                    <a:pt x="10540" y="12413"/>
                    <a:pt x="10278" y="12334"/>
                    <a:pt x="9996" y="12167"/>
                  </a:cubicBezTo>
                  <a:cubicBezTo>
                    <a:pt x="9715" y="12005"/>
                    <a:pt x="9441" y="11806"/>
                    <a:pt x="9171" y="11576"/>
                  </a:cubicBezTo>
                  <a:cubicBezTo>
                    <a:pt x="8900" y="11347"/>
                    <a:pt x="8638" y="11106"/>
                    <a:pt x="8380" y="10854"/>
                  </a:cubicBezTo>
                  <a:cubicBezTo>
                    <a:pt x="8121" y="10601"/>
                    <a:pt x="7896" y="10390"/>
                    <a:pt x="7700" y="10222"/>
                  </a:cubicBezTo>
                  <a:cubicBezTo>
                    <a:pt x="6752" y="9356"/>
                    <a:pt x="5819" y="8507"/>
                    <a:pt x="4891" y="7664"/>
                  </a:cubicBezTo>
                  <a:cubicBezTo>
                    <a:pt x="3966" y="6815"/>
                    <a:pt x="3023" y="5960"/>
                    <a:pt x="2061" y="5087"/>
                  </a:cubicBezTo>
                  <a:cubicBezTo>
                    <a:pt x="1882" y="4920"/>
                    <a:pt x="1672" y="4691"/>
                    <a:pt x="1434" y="4406"/>
                  </a:cubicBezTo>
                  <a:cubicBezTo>
                    <a:pt x="1194" y="4118"/>
                    <a:pt x="974" y="3804"/>
                    <a:pt x="766" y="3460"/>
                  </a:cubicBezTo>
                  <a:cubicBezTo>
                    <a:pt x="560" y="3110"/>
                    <a:pt x="384" y="2761"/>
                    <a:pt x="239" y="2405"/>
                  </a:cubicBezTo>
                  <a:cubicBezTo>
                    <a:pt x="95" y="2050"/>
                    <a:pt x="22" y="1724"/>
                    <a:pt x="22" y="1436"/>
                  </a:cubicBezTo>
                  <a:cubicBezTo>
                    <a:pt x="22" y="1051"/>
                    <a:pt x="164" y="713"/>
                    <a:pt x="443" y="425"/>
                  </a:cubicBezTo>
                  <a:cubicBezTo>
                    <a:pt x="727" y="143"/>
                    <a:pt x="1025" y="0"/>
                    <a:pt x="1346" y="0"/>
                  </a:cubicBezTo>
                  <a:lnTo>
                    <a:pt x="20265" y="0"/>
                  </a:lnTo>
                  <a:cubicBezTo>
                    <a:pt x="20583" y="0"/>
                    <a:pt x="20882" y="143"/>
                    <a:pt x="21161" y="425"/>
                  </a:cubicBezTo>
                  <a:cubicBezTo>
                    <a:pt x="21438" y="713"/>
                    <a:pt x="21577" y="1051"/>
                    <a:pt x="21577" y="1436"/>
                  </a:cubicBezTo>
                  <a:cubicBezTo>
                    <a:pt x="21577" y="1724"/>
                    <a:pt x="21504" y="2050"/>
                    <a:pt x="21360" y="2405"/>
                  </a:cubicBezTo>
                  <a:cubicBezTo>
                    <a:pt x="21215" y="2761"/>
                    <a:pt x="21039" y="3110"/>
                    <a:pt x="20833" y="3460"/>
                  </a:cubicBezTo>
                  <a:cubicBezTo>
                    <a:pt x="20627" y="3804"/>
                    <a:pt x="20402" y="4121"/>
                    <a:pt x="20165" y="4406"/>
                  </a:cubicBezTo>
                  <a:cubicBezTo>
                    <a:pt x="19927" y="4691"/>
                    <a:pt x="19717" y="4923"/>
                    <a:pt x="19538" y="5087"/>
                  </a:cubicBezTo>
                  <a:cubicBezTo>
                    <a:pt x="18578" y="5948"/>
                    <a:pt x="17633" y="6803"/>
                    <a:pt x="16708" y="7652"/>
                  </a:cubicBezTo>
                  <a:cubicBezTo>
                    <a:pt x="15782" y="8501"/>
                    <a:pt x="14844" y="9356"/>
                    <a:pt x="13899" y="10222"/>
                  </a:cubicBezTo>
                  <a:cubicBezTo>
                    <a:pt x="13703" y="10390"/>
                    <a:pt x="13481" y="10601"/>
                    <a:pt x="13226" y="10854"/>
                  </a:cubicBezTo>
                  <a:cubicBezTo>
                    <a:pt x="12971" y="11106"/>
                    <a:pt x="12709" y="11347"/>
                    <a:pt x="12435" y="11576"/>
                  </a:cubicBezTo>
                  <a:cubicBezTo>
                    <a:pt x="12161" y="11806"/>
                    <a:pt x="11884" y="12005"/>
                    <a:pt x="11603" y="12167"/>
                  </a:cubicBezTo>
                  <a:cubicBezTo>
                    <a:pt x="11321" y="12334"/>
                    <a:pt x="11064" y="12413"/>
                    <a:pt x="10829" y="12413"/>
                  </a:cubicBezTo>
                  <a:lnTo>
                    <a:pt x="10804" y="12413"/>
                  </a:lnTo>
                  <a:lnTo>
                    <a:pt x="10782" y="1241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" name="任意多边形: 形状 28"/>
          <p:cNvSpPr/>
          <p:nvPr userDrawn="1"/>
        </p:nvSpPr>
        <p:spPr>
          <a:xfrm>
            <a:off x="1" y="6634200"/>
            <a:ext cx="11207209" cy="192000"/>
          </a:xfrm>
          <a:custGeom>
            <a:avLst/>
            <a:gdLst>
              <a:gd name="connsiteX0" fmla="*/ 0 w 8405407"/>
              <a:gd name="connsiteY0" fmla="*/ 0 h 152400"/>
              <a:gd name="connsiteX1" fmla="*/ 8405407 w 8405407"/>
              <a:gd name="connsiteY1" fmla="*/ 0 h 152400"/>
              <a:gd name="connsiteX2" fmla="*/ 8294166 w 8405407"/>
              <a:gd name="connsiteY2" fmla="*/ 152400 h 152400"/>
              <a:gd name="connsiteX3" fmla="*/ 0 w 8405407"/>
              <a:gd name="connsiteY3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05407" h="152400">
                <a:moveTo>
                  <a:pt x="0" y="0"/>
                </a:moveTo>
                <a:lnTo>
                  <a:pt x="8405407" y="0"/>
                </a:lnTo>
                <a:lnTo>
                  <a:pt x="829416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38" name="任意多边形: 形状 27"/>
          <p:cNvSpPr/>
          <p:nvPr userDrawn="1"/>
        </p:nvSpPr>
        <p:spPr>
          <a:xfrm flipH="1" flipV="1">
            <a:off x="11226775" y="6634200"/>
            <a:ext cx="972527" cy="192000"/>
          </a:xfrm>
          <a:custGeom>
            <a:avLst/>
            <a:gdLst>
              <a:gd name="connsiteX0" fmla="*/ 618154 w 729395"/>
              <a:gd name="connsiteY0" fmla="*/ 152400 h 152400"/>
              <a:gd name="connsiteX1" fmla="*/ 0 w 729395"/>
              <a:gd name="connsiteY1" fmla="*/ 152400 h 152400"/>
              <a:gd name="connsiteX2" fmla="*/ 0 w 729395"/>
              <a:gd name="connsiteY2" fmla="*/ 0 h 152400"/>
              <a:gd name="connsiteX3" fmla="*/ 729395 w 729395"/>
              <a:gd name="connsiteY3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395" h="152400">
                <a:moveTo>
                  <a:pt x="618154" y="152400"/>
                </a:moveTo>
                <a:lnTo>
                  <a:pt x="0" y="152400"/>
                </a:lnTo>
                <a:lnTo>
                  <a:pt x="0" y="0"/>
                </a:lnTo>
                <a:lnTo>
                  <a:pt x="729395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206500" y="3850299"/>
            <a:ext cx="9799320" cy="115443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8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6395" y="114370"/>
            <a:ext cx="10007241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3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330" y="1227455"/>
            <a:ext cx="10968990" cy="502221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 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任意多边形: 形状 28"/>
          <p:cNvSpPr/>
          <p:nvPr userDrawn="1"/>
        </p:nvSpPr>
        <p:spPr>
          <a:xfrm>
            <a:off x="-3650" y="6666997"/>
            <a:ext cx="11207209" cy="192000"/>
          </a:xfrm>
          <a:custGeom>
            <a:avLst/>
            <a:gdLst>
              <a:gd name="connsiteX0" fmla="*/ 0 w 8405407"/>
              <a:gd name="connsiteY0" fmla="*/ 0 h 152400"/>
              <a:gd name="connsiteX1" fmla="*/ 8405407 w 8405407"/>
              <a:gd name="connsiteY1" fmla="*/ 0 h 152400"/>
              <a:gd name="connsiteX2" fmla="*/ 8294166 w 8405407"/>
              <a:gd name="connsiteY2" fmla="*/ 152400 h 152400"/>
              <a:gd name="connsiteX3" fmla="*/ 0 w 8405407"/>
              <a:gd name="connsiteY3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05407" h="152400">
                <a:moveTo>
                  <a:pt x="0" y="0"/>
                </a:moveTo>
                <a:lnTo>
                  <a:pt x="8405407" y="0"/>
                </a:lnTo>
                <a:lnTo>
                  <a:pt x="829416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28" name="任意多边形: 形状 27"/>
          <p:cNvSpPr/>
          <p:nvPr userDrawn="1"/>
        </p:nvSpPr>
        <p:spPr>
          <a:xfrm flipH="1" flipV="1">
            <a:off x="11223124" y="6666997"/>
            <a:ext cx="972527" cy="192000"/>
          </a:xfrm>
          <a:custGeom>
            <a:avLst/>
            <a:gdLst>
              <a:gd name="connsiteX0" fmla="*/ 618154 w 729395"/>
              <a:gd name="connsiteY0" fmla="*/ 152400 h 152400"/>
              <a:gd name="connsiteX1" fmla="*/ 0 w 729395"/>
              <a:gd name="connsiteY1" fmla="*/ 152400 h 152400"/>
              <a:gd name="connsiteX2" fmla="*/ 0 w 729395"/>
              <a:gd name="connsiteY2" fmla="*/ 0 h 152400"/>
              <a:gd name="connsiteX3" fmla="*/ 729395 w 729395"/>
              <a:gd name="connsiteY3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395" h="152400">
                <a:moveTo>
                  <a:pt x="618154" y="152400"/>
                </a:moveTo>
                <a:lnTo>
                  <a:pt x="0" y="152400"/>
                </a:lnTo>
                <a:lnTo>
                  <a:pt x="0" y="0"/>
                </a:lnTo>
                <a:lnTo>
                  <a:pt x="729395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1003784" y="807477"/>
            <a:ext cx="1019977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331470" y="250825"/>
            <a:ext cx="431800" cy="43180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25" name="矩形 24"/>
          <p:cNvSpPr/>
          <p:nvPr userDrawn="1"/>
        </p:nvSpPr>
        <p:spPr>
          <a:xfrm>
            <a:off x="548005" y="450215"/>
            <a:ext cx="360045" cy="36004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pic>
        <p:nvPicPr>
          <p:cNvPr id="10" name="图片 9" descr="TK5CG72_)U3`D_PXLQ1U9PP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351895" y="73660"/>
            <a:ext cx="715645" cy="785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2025/10/19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9%93%B6%E8%A1%8C%E5%AE%B6%E7%AE%97%E6%B3%95/167978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Relationship Id="rId4" Type="http://schemas.openxmlformats.org/officeDocument/2006/relationships/image" Target="../media/image11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Relationship Id="rId4" Type="http://schemas.openxmlformats.org/officeDocument/2006/relationships/image" Target="../media/image11.e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Relationship Id="rId4" Type="http://schemas.openxmlformats.org/officeDocument/2006/relationships/image" Target="../media/image12.emf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448685" y="2077085"/>
            <a:ext cx="7120890" cy="1236345"/>
          </a:xfrm>
        </p:spPr>
        <p:txBody>
          <a:bodyPr>
            <a:normAutofit/>
          </a:bodyPr>
          <a:lstStyle/>
          <a:p>
            <a:pPr algn="l"/>
            <a:r>
              <a:rPr lang="zh-CN" altLang="zh-CN" sz="5400" dirty="0">
                <a:solidFill>
                  <a:schemeClr val="accent1">
                    <a:lumMod val="75000"/>
                  </a:schemeClr>
                </a:solidFill>
              </a:rPr>
              <a:t>第</a:t>
            </a:r>
            <a:r>
              <a:rPr lang="en-US" altLang="zh-CN" sz="5400" dirty="0"/>
              <a:t>3</a:t>
            </a:r>
            <a:r>
              <a:rPr lang="zh-CN" altLang="zh-CN" sz="5400" dirty="0">
                <a:solidFill>
                  <a:schemeClr val="accent1">
                    <a:lumMod val="75000"/>
                  </a:schemeClr>
                </a:solidFill>
              </a:rPr>
              <a:t>章  </a:t>
            </a:r>
            <a:r>
              <a:rPr lang="zh-CN" altLang="en-US" sz="5400" dirty="0">
                <a:solidFill>
                  <a:schemeClr val="accent1">
                    <a:lumMod val="75000"/>
                  </a:schemeClr>
                </a:solidFill>
              </a:rPr>
              <a:t>同步与通信</a:t>
            </a:r>
            <a:endParaRPr lang="zh-CN" altLang="zh-CN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 flipV="1">
            <a:off x="3229610" y="3371850"/>
            <a:ext cx="6516000" cy="1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8000">
                <a:srgbClr val="90B4E9">
                  <a:alpha val="100000"/>
                </a:srgbClr>
              </a:gs>
              <a:gs pos="100000">
                <a:schemeClr val="bg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09" name="任意多边形 33808"/>
          <p:cNvSpPr/>
          <p:nvPr/>
        </p:nvSpPr>
        <p:spPr>
          <a:xfrm>
            <a:off x="3696970" y="4021773"/>
            <a:ext cx="247650" cy="24765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270">
                <a:pos x="10800" y="0"/>
              </a:cxn>
              <a:cxn ang="270">
                <a:pos x="3163" y="3163"/>
              </a:cxn>
              <a:cxn ang="180">
                <a:pos x="0" y="10800"/>
              </a:cxn>
              <a:cxn ang="90">
                <a:pos x="3163" y="18437"/>
              </a:cxn>
              <a:cxn ang="90">
                <a:pos x="10800" y="21600"/>
              </a:cxn>
              <a:cxn ang="90">
                <a:pos x="18437" y="18437"/>
              </a:cxn>
              <a:cxn ang="0">
                <a:pos x="21600" y="10800"/>
              </a:cxn>
              <a:cxn ang="270">
                <a:pos x="18437" y="3163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arcTo wR="10800" hR="10800" stAng="10800000" swAng="5400000"/>
                <a:arcTo wR="10800" hR="10800" stAng="-5400000" swAng="5400000"/>
                <a:arcTo wR="10800" hR="10800" stAng="0" swAng="5400000"/>
                <a:arcTo wR="10800" hR="10800" stAng="5400000" swAng="5400000"/>
                <a:close/>
                <a:moveTo>
                  <a:pt x="5400" y="10800"/>
                </a:moveTo>
                <a:arcTo wR="5400" hR="5400" stAng="10800000" swAng="-5400000"/>
                <a:arcTo wR="5400" hR="5400" stAng="5400000" swAng="-5400000"/>
                <a:arcTo wR="5400" hR="5400" stAng="0" swAng="-5400000"/>
                <a:arcTo wR="5400" hR="5400" stAng="-5400000" swAng="-5400000"/>
                <a:close/>
              </a:path>
            </a:pathLst>
          </a:cu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  <a:ln w="9525"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810" name="任意多边形 33809"/>
          <p:cNvSpPr/>
          <p:nvPr/>
        </p:nvSpPr>
        <p:spPr>
          <a:xfrm>
            <a:off x="4426902" y="4021773"/>
            <a:ext cx="247650" cy="24765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270">
                <a:pos x="10800" y="0"/>
              </a:cxn>
              <a:cxn ang="270">
                <a:pos x="3163" y="3163"/>
              </a:cxn>
              <a:cxn ang="180">
                <a:pos x="0" y="10800"/>
              </a:cxn>
              <a:cxn ang="90">
                <a:pos x="3163" y="18437"/>
              </a:cxn>
              <a:cxn ang="90">
                <a:pos x="10800" y="21600"/>
              </a:cxn>
              <a:cxn ang="90">
                <a:pos x="18437" y="18437"/>
              </a:cxn>
              <a:cxn ang="0">
                <a:pos x="21600" y="10800"/>
              </a:cxn>
              <a:cxn ang="270">
                <a:pos x="18437" y="3163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arcTo wR="10800" hR="10800" stAng="10800000" swAng="5400000"/>
                <a:arcTo wR="10800" hR="10800" stAng="-5400000" swAng="5400000"/>
                <a:arcTo wR="10800" hR="10800" stAng="0" swAng="5400000"/>
                <a:arcTo wR="10800" hR="10800" stAng="5400000" swAng="5400000"/>
                <a:close/>
                <a:moveTo>
                  <a:pt x="5400" y="10800"/>
                </a:moveTo>
                <a:arcTo wR="5400" hR="5400" stAng="10800000" swAng="-5400000"/>
                <a:arcTo wR="5400" hR="5400" stAng="5400000" swAng="-5400000"/>
                <a:arcTo wR="5400" hR="5400" stAng="0" swAng="-5400000"/>
                <a:arcTo wR="5400" hR="5400" stAng="-5400000" swAng="-5400000"/>
                <a:close/>
              </a:path>
            </a:pathLst>
          </a:cu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5400000" scaled="0"/>
          </a:gradFill>
          <a:ln w="9525"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811" name="任意多边形 33810"/>
          <p:cNvSpPr/>
          <p:nvPr/>
        </p:nvSpPr>
        <p:spPr>
          <a:xfrm>
            <a:off x="5135245" y="4021773"/>
            <a:ext cx="247650" cy="24765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270">
                <a:pos x="10800" y="0"/>
              </a:cxn>
              <a:cxn ang="270">
                <a:pos x="3163" y="3163"/>
              </a:cxn>
              <a:cxn ang="180">
                <a:pos x="0" y="10800"/>
              </a:cxn>
              <a:cxn ang="90">
                <a:pos x="3163" y="18437"/>
              </a:cxn>
              <a:cxn ang="90">
                <a:pos x="10800" y="21600"/>
              </a:cxn>
              <a:cxn ang="90">
                <a:pos x="18437" y="18437"/>
              </a:cxn>
              <a:cxn ang="0">
                <a:pos x="21600" y="10800"/>
              </a:cxn>
              <a:cxn ang="270">
                <a:pos x="18437" y="3163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arcTo wR="10800" hR="10800" stAng="10800000" swAng="5400000"/>
                <a:arcTo wR="10800" hR="10800" stAng="-5400000" swAng="5400000"/>
                <a:arcTo wR="10800" hR="10800" stAng="0" swAng="5400000"/>
                <a:arcTo wR="10800" hR="10800" stAng="5400000" swAng="5400000"/>
                <a:close/>
                <a:moveTo>
                  <a:pt x="5400" y="10800"/>
                </a:moveTo>
                <a:arcTo wR="5400" hR="5400" stAng="10800000" swAng="-5400000"/>
                <a:arcTo wR="5400" hR="5400" stAng="5400000" swAng="-5400000"/>
                <a:arcTo wR="5400" hR="5400" stAng="0" swAng="-5400000"/>
                <a:arcTo wR="5400" hR="5400" stAng="-5400000" swAng="-5400000"/>
                <a:close/>
              </a:path>
            </a:pathLst>
          </a:custGeom>
          <a:gradFill>
            <a:gsLst>
              <a:gs pos="0">
                <a:srgbClr val="C8A1E5"/>
              </a:gs>
              <a:gs pos="100000">
                <a:srgbClr val="692B99"/>
              </a:gs>
            </a:gsLst>
            <a:lin ang="5400000" scaled="0"/>
          </a:gradFill>
          <a:ln w="9525"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 descr="TK5CG72_)U3`D_PXLQ1U9PP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2540" y="1724660"/>
            <a:ext cx="1560195" cy="17119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4714" y="114300"/>
            <a:ext cx="5791200" cy="1017814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dirty="0"/>
              <a:t>本章目录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1864" y="1827066"/>
            <a:ext cx="5536125" cy="3203868"/>
          </a:xfrm>
        </p:spPr>
        <p:txBody>
          <a:bodyPr>
            <a:normAutofit lnSpcReduction="10000"/>
          </a:bodyPr>
          <a:lstStyle/>
          <a:p>
            <a:pPr>
              <a:buBlip>
                <a:blip r:embed="rId3"/>
              </a:buBlip>
            </a:pPr>
            <a:r>
              <a:rPr lang="en-US" altLang="zh-CN" sz="3600" dirty="0"/>
              <a:t> </a:t>
            </a:r>
            <a:r>
              <a:rPr lang="en-US" altLang="zh-CN" sz="3600" u="dottedHeavy" dirty="0"/>
              <a:t>3</a:t>
            </a:r>
            <a:r>
              <a:rPr lang="en-US" altLang="zh-CN" sz="3600" u="dottedHeavy" dirty="0">
                <a:solidFill>
                  <a:schemeClr val="tx1"/>
                </a:solidFill>
                <a:uFillTx/>
              </a:rPr>
              <a:t>.1  </a:t>
            </a:r>
            <a:r>
              <a:rPr lang="zh-CN" altLang="en-US" sz="3600" u="dottedHeavy" dirty="0"/>
              <a:t>进程的同步与互斥</a:t>
            </a:r>
            <a:endParaRPr sz="3600" u="dottedHeavy" dirty="0">
              <a:solidFill>
                <a:schemeClr val="tx1"/>
              </a:solidFill>
              <a:uFillTx/>
            </a:endParaRPr>
          </a:p>
          <a:p>
            <a:pPr>
              <a:buBlip>
                <a:blip r:embed="rId3"/>
              </a:buBlip>
            </a:pPr>
            <a:r>
              <a:rPr sz="3600" dirty="0"/>
              <a:t> </a:t>
            </a:r>
            <a:r>
              <a:rPr lang="en-US" sz="3600" u="dottedHeavy" dirty="0"/>
              <a:t>3</a:t>
            </a:r>
            <a:r>
              <a:rPr lang="en-US" altLang="zh-CN" sz="3600" u="dottedHeavy" dirty="0"/>
              <a:t>.2  </a:t>
            </a:r>
            <a:r>
              <a:rPr lang="zh-CN" altLang="en-US" sz="3600" u="dottedHeavy" dirty="0"/>
              <a:t>经典进程同步问题</a:t>
            </a:r>
            <a:r>
              <a:rPr lang="en-US" altLang="zh-CN" sz="3600" u="dottedHeavy" dirty="0"/>
              <a:t>                  </a:t>
            </a:r>
          </a:p>
          <a:p>
            <a:pPr>
              <a:buBlip>
                <a:blip r:embed="rId3"/>
              </a:buBlip>
            </a:pPr>
            <a:r>
              <a:rPr sz="3600" dirty="0"/>
              <a:t> </a:t>
            </a:r>
            <a:r>
              <a:rPr lang="en-US" sz="3600" u="dottedHeavy" dirty="0"/>
              <a:t>3</a:t>
            </a:r>
            <a:r>
              <a:rPr lang="en-US" altLang="zh-CN" sz="3600" u="dottedHeavy" dirty="0"/>
              <a:t>.3  </a:t>
            </a:r>
            <a:r>
              <a:rPr lang="zh-CN" altLang="en-US" sz="3600" u="dottedHeavy" dirty="0"/>
              <a:t>管程</a:t>
            </a:r>
            <a:endParaRPr lang="en-US" altLang="zh-CN" sz="3600" dirty="0"/>
          </a:p>
          <a:p>
            <a:pPr>
              <a:buBlip>
                <a:blip r:embed="rId3"/>
              </a:buBlip>
            </a:pPr>
            <a:r>
              <a:rPr sz="3600" dirty="0"/>
              <a:t> </a:t>
            </a:r>
            <a:r>
              <a:rPr lang="en-US" sz="3600" u="dottedHeavy" dirty="0"/>
              <a:t>3</a:t>
            </a:r>
            <a:r>
              <a:rPr lang="en-US" altLang="zh-CN" sz="3600" u="dottedHeavy" dirty="0"/>
              <a:t>.4  </a:t>
            </a:r>
            <a:r>
              <a:rPr lang="zh-CN" altLang="en-US" sz="3600" u="dottedHeavy" dirty="0"/>
              <a:t>进程通信</a:t>
            </a:r>
            <a:endParaRPr lang="en-US" altLang="zh-CN" sz="3600" u="dottedHeavy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B496D-5BAB-4865-AA71-1159505F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制约关系的引入</a:t>
            </a:r>
            <a:r>
              <a:rPr lang="en-US" altLang="zh-CN" dirty="0"/>
              <a:t>——</a:t>
            </a:r>
            <a:r>
              <a:rPr lang="zh-CN" altLang="en-US" dirty="0"/>
              <a:t>进程间并不是完全独立的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CDC47E3-8106-4445-BD02-BD5DBB179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02" y="834397"/>
            <a:ext cx="11291998" cy="3673971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假设系统中有两道并发执行的程序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，它们共享变量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，初始值为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</a:t>
            </a:r>
            <a:r>
              <a:rPr lang="en-US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N=N+1</a:t>
            </a:r>
            <a:r>
              <a:rPr lang="zh-CN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要先打印</a:t>
            </a:r>
            <a:r>
              <a:rPr lang="en-US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的值，再将</a:t>
            </a:r>
            <a:r>
              <a:rPr lang="en-US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zh-CN" sz="2600" b="1" dirty="0">
                <a:solidFill>
                  <a:srgbClr val="261C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值清零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。程序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和程序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执行的顺序若不相同，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的结果将产生不同的变化，如：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TW" altLang="zh-CN" sz="2600" dirty="0"/>
              <a:t>N=N+1</a:t>
            </a:r>
            <a:r>
              <a:rPr lang="zh-CN" altLang="zh-CN" sz="2600" dirty="0"/>
              <a:t>在</a:t>
            </a:r>
            <a:r>
              <a:rPr lang="zh-TW" altLang="zh-CN" sz="2600" dirty="0"/>
              <a:t>print(N)</a:t>
            </a:r>
            <a:r>
              <a:rPr lang="zh-CN" altLang="zh-CN" sz="2600" dirty="0"/>
              <a:t>和</a:t>
            </a:r>
            <a:r>
              <a:rPr lang="zh-TW" altLang="zh-CN" sz="2600" dirty="0"/>
              <a:t>N=0</a:t>
            </a:r>
            <a:r>
              <a:rPr lang="zh-CN" altLang="zh-CN" sz="2600" dirty="0"/>
              <a:t>之前，此时</a:t>
            </a:r>
            <a:r>
              <a:rPr lang="zh-TW" altLang="zh-CN" sz="2600" dirty="0"/>
              <a:t>N</a:t>
            </a:r>
            <a:r>
              <a:rPr lang="zh-CN" altLang="zh-CN" sz="2600" dirty="0"/>
              <a:t>的值分别为</a:t>
            </a:r>
            <a:r>
              <a:rPr lang="zh-TW" altLang="zh-CN" sz="2600" dirty="0"/>
              <a:t>1</a:t>
            </a:r>
            <a:r>
              <a:rPr lang="zh-CN" altLang="zh-CN" sz="2600" dirty="0"/>
              <a:t>、</a:t>
            </a:r>
            <a:r>
              <a:rPr lang="zh-TW" altLang="zh-CN" sz="2600" dirty="0"/>
              <a:t>1</a:t>
            </a:r>
            <a:r>
              <a:rPr lang="zh-CN" altLang="zh-CN" sz="2600" dirty="0"/>
              <a:t>、</a:t>
            </a:r>
            <a:r>
              <a:rPr lang="zh-TW" altLang="zh-CN" sz="2600" dirty="0"/>
              <a:t>0</a:t>
            </a:r>
            <a:r>
              <a:rPr lang="zh-CN" altLang="zh-CN" sz="2600" dirty="0"/>
              <a:t>；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TW" altLang="zh-CN" sz="2600" dirty="0"/>
              <a:t>N=N+1</a:t>
            </a:r>
            <a:r>
              <a:rPr lang="zh-CN" altLang="zh-CN" sz="2600" dirty="0"/>
              <a:t>在</a:t>
            </a:r>
            <a:r>
              <a:rPr lang="zh-TW" altLang="zh-CN" sz="2600" dirty="0"/>
              <a:t>print(N)</a:t>
            </a:r>
            <a:r>
              <a:rPr lang="zh-CN" altLang="zh-CN" sz="2600" dirty="0"/>
              <a:t>和</a:t>
            </a:r>
            <a:r>
              <a:rPr lang="zh-TW" altLang="zh-CN" sz="2600" dirty="0"/>
              <a:t>N=0</a:t>
            </a:r>
            <a:r>
              <a:rPr lang="zh-CN" altLang="zh-CN" sz="2600" dirty="0"/>
              <a:t>之间，此时</a:t>
            </a:r>
            <a:r>
              <a:rPr lang="zh-TW" altLang="zh-CN" sz="2600" dirty="0"/>
              <a:t>N</a:t>
            </a:r>
            <a:r>
              <a:rPr lang="zh-CN" altLang="zh-CN" sz="2600" dirty="0"/>
              <a:t>的值分别为</a:t>
            </a:r>
            <a:r>
              <a:rPr lang="zh-TW" altLang="zh-CN" sz="2600" dirty="0"/>
              <a:t>0</a:t>
            </a:r>
            <a:r>
              <a:rPr lang="zh-CN" altLang="zh-CN" sz="2600" dirty="0"/>
              <a:t>、</a:t>
            </a:r>
            <a:r>
              <a:rPr lang="zh-TW" altLang="zh-CN" sz="2600" dirty="0"/>
              <a:t>1</a:t>
            </a:r>
            <a:r>
              <a:rPr lang="zh-CN" altLang="zh-CN" sz="2600" dirty="0"/>
              <a:t>、</a:t>
            </a:r>
            <a:r>
              <a:rPr lang="zh-TW" altLang="zh-CN" sz="2600" dirty="0"/>
              <a:t>1</a:t>
            </a:r>
            <a:r>
              <a:rPr lang="zh-CN" altLang="zh-CN" sz="2600" dirty="0"/>
              <a:t>；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TW" altLang="zh-CN" sz="2600" dirty="0"/>
              <a:t>N=N+1</a:t>
            </a:r>
            <a:r>
              <a:rPr lang="zh-CN" altLang="zh-CN" sz="2600" dirty="0"/>
              <a:t>在</a:t>
            </a:r>
            <a:r>
              <a:rPr lang="zh-TW" altLang="zh-CN" sz="2600" dirty="0"/>
              <a:t>print(N)</a:t>
            </a:r>
            <a:r>
              <a:rPr lang="zh-CN" altLang="zh-CN" sz="2600" dirty="0"/>
              <a:t>和</a:t>
            </a:r>
            <a:r>
              <a:rPr lang="zh-TW" altLang="zh-CN" sz="2600" dirty="0"/>
              <a:t>N=0</a:t>
            </a:r>
            <a:r>
              <a:rPr lang="zh-CN" altLang="zh-CN" sz="2600" dirty="0"/>
              <a:t>之后，此时</a:t>
            </a:r>
            <a:r>
              <a:rPr lang="zh-TW" altLang="zh-CN" sz="2600" dirty="0"/>
              <a:t>N</a:t>
            </a:r>
            <a:r>
              <a:rPr lang="zh-CN" altLang="zh-CN" sz="2600" dirty="0"/>
              <a:t>的值分别为</a:t>
            </a:r>
            <a:r>
              <a:rPr lang="zh-TW" altLang="zh-CN" sz="2600" dirty="0"/>
              <a:t>0</a:t>
            </a:r>
            <a:r>
              <a:rPr lang="zh-CN" altLang="zh-CN" sz="2600" dirty="0"/>
              <a:t>、</a:t>
            </a:r>
            <a:r>
              <a:rPr lang="zh-TW" altLang="zh-CN" sz="2600" dirty="0"/>
              <a:t>0</a:t>
            </a:r>
            <a:r>
              <a:rPr lang="zh-CN" altLang="zh-CN" sz="2600" dirty="0"/>
              <a:t>、</a:t>
            </a:r>
            <a:r>
              <a:rPr lang="zh-TW" altLang="zh-CN" sz="2600" dirty="0"/>
              <a:t>1</a:t>
            </a:r>
            <a:r>
              <a:rPr lang="zh-CN" altLang="zh-CN" sz="2600" dirty="0"/>
              <a:t>。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zh-CN" altLang="en-US" sz="2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5D23D4-67C9-4B27-9727-CF65659370EF}"/>
              </a:ext>
            </a:extLst>
          </p:cNvPr>
          <p:cNvSpPr txBox="1"/>
          <p:nvPr/>
        </p:nvSpPr>
        <p:spPr>
          <a:xfrm>
            <a:off x="616622" y="4902492"/>
            <a:ext cx="11118177" cy="128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 两个进程，一个进程的任务是观测、采集数据，一个进程的任务是分析处理数据，并给出结果；两个进程间相互合作、相互制约。</a:t>
            </a:r>
          </a:p>
        </p:txBody>
      </p:sp>
    </p:spTree>
    <p:extLst>
      <p:ext uri="{BB962C8B-B14F-4D97-AF65-F5344CB8AC3E}">
        <p14:creationId xmlns:p14="http://schemas.microsoft.com/office/powerpoint/2010/main" val="309475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FAC0-34ED-1928-9AE4-8E0C94056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0D6E85-DBD3-E607-67E8-DD6215832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909" y="506799"/>
            <a:ext cx="9354207" cy="626814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zh-CN" sz="2800" b="1" dirty="0"/>
              <a:t>class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SaleThread</a:t>
            </a:r>
            <a:r>
              <a:rPr lang="en-US" altLang="zh-CN" sz="2800" dirty="0"/>
              <a:t> </a:t>
            </a:r>
            <a:r>
              <a:rPr lang="en-US" altLang="zh-CN" sz="2800" b="1" dirty="0"/>
              <a:t>implements</a:t>
            </a:r>
            <a:r>
              <a:rPr lang="en-US" altLang="zh-CN" sz="2800" dirty="0"/>
              <a:t> Runnable </a:t>
            </a:r>
            <a:r>
              <a:rPr lang="en-US" altLang="zh-CN" dirty="0"/>
              <a:t>{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</a:t>
            </a:r>
            <a:r>
              <a:rPr lang="en-US" altLang="zh-CN" b="1" dirty="0"/>
              <a:t>private</a:t>
            </a:r>
            <a:r>
              <a:rPr lang="en-US" altLang="zh-CN" dirty="0"/>
              <a:t> </a:t>
            </a:r>
            <a:r>
              <a:rPr lang="en-US" altLang="zh-CN" b="1" dirty="0"/>
              <a:t>int</a:t>
            </a:r>
            <a:r>
              <a:rPr lang="en-US" altLang="zh-CN" dirty="0"/>
              <a:t> tickets = 10; // 10</a:t>
            </a:r>
            <a:r>
              <a:rPr lang="zh-CN" altLang="zh-CN" dirty="0"/>
              <a:t>张票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</a:t>
            </a:r>
            <a:r>
              <a:rPr lang="en-US" altLang="zh-CN" b="1" dirty="0"/>
              <a:t>public</a:t>
            </a:r>
            <a:r>
              <a:rPr lang="en-US" altLang="zh-CN" dirty="0"/>
              <a:t> </a:t>
            </a:r>
            <a:r>
              <a:rPr lang="en-US" altLang="zh-CN" b="1" dirty="0"/>
              <a:t>void</a:t>
            </a:r>
            <a:r>
              <a:rPr lang="en-US" altLang="zh-CN" dirty="0"/>
              <a:t> run() {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      </a:t>
            </a:r>
            <a:r>
              <a:rPr lang="en-US" altLang="zh-CN" b="1" dirty="0"/>
              <a:t>while</a:t>
            </a:r>
            <a:r>
              <a:rPr lang="en-US" altLang="zh-CN" dirty="0"/>
              <a:t> (</a:t>
            </a:r>
            <a:r>
              <a:rPr lang="en-US" altLang="zh-CN" b="1" dirty="0"/>
              <a:t>true</a:t>
            </a:r>
            <a:r>
              <a:rPr lang="en-US" altLang="zh-CN" dirty="0"/>
              <a:t>) {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	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		</a:t>
            </a:r>
            <a:r>
              <a:rPr lang="en-US" altLang="zh-CN" b="1" dirty="0">
                <a:solidFill>
                  <a:srgbClr val="1C45F4"/>
                </a:solidFill>
              </a:rPr>
              <a:t>       if (tickets &gt; 0) {				</a:t>
            </a:r>
            <a:r>
              <a:rPr lang="en-US" altLang="zh-CN" b="1" dirty="0" err="1">
                <a:solidFill>
                  <a:srgbClr val="1C45F4"/>
                </a:solidFill>
              </a:rPr>
              <a:t>System.</a:t>
            </a:r>
            <a:r>
              <a:rPr lang="en-US" altLang="zh-CN" b="1" i="1" dirty="0" err="1">
                <a:solidFill>
                  <a:srgbClr val="1C45F4"/>
                </a:solidFill>
              </a:rPr>
              <a:t>out</a:t>
            </a:r>
            <a:r>
              <a:rPr lang="en-US" altLang="zh-CN" b="1" dirty="0" err="1">
                <a:solidFill>
                  <a:srgbClr val="1C45F4"/>
                </a:solidFill>
              </a:rPr>
              <a:t>.println</a:t>
            </a:r>
            <a:r>
              <a:rPr lang="en-US" altLang="zh-CN" b="1" dirty="0">
                <a:solidFill>
                  <a:srgbClr val="1C45F4"/>
                </a:solidFill>
              </a:rPr>
              <a:t>(</a:t>
            </a:r>
            <a:r>
              <a:rPr lang="en-US" altLang="zh-CN" b="1" dirty="0" err="1">
                <a:solidFill>
                  <a:srgbClr val="1C45F4"/>
                </a:solidFill>
              </a:rPr>
              <a:t>Thread.</a:t>
            </a:r>
            <a:r>
              <a:rPr lang="en-US" altLang="zh-CN" b="1" i="1" dirty="0" err="1">
                <a:solidFill>
                  <a:srgbClr val="1C45F4"/>
                </a:solidFill>
              </a:rPr>
              <a:t>currentThread</a:t>
            </a:r>
            <a:r>
              <a:rPr lang="en-US" altLang="zh-CN" b="1" dirty="0">
                <a:solidFill>
                  <a:srgbClr val="1C45F4"/>
                </a:solidFill>
              </a:rPr>
              <a:t>().</a:t>
            </a:r>
            <a:r>
              <a:rPr lang="en-US" altLang="zh-CN" b="1" dirty="0" err="1">
                <a:solidFill>
                  <a:srgbClr val="1C45F4"/>
                </a:solidFill>
              </a:rPr>
              <a:t>getName</a:t>
            </a:r>
            <a:r>
              <a:rPr lang="en-US" altLang="zh-CN" b="1" dirty="0">
                <a:solidFill>
                  <a:srgbClr val="1C45F4"/>
                </a:solidFill>
              </a:rPr>
              <a:t>()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			+ "---</a:t>
            </a:r>
            <a:r>
              <a:rPr lang="zh-CN" altLang="zh-CN" b="1" dirty="0">
                <a:solidFill>
                  <a:srgbClr val="1C45F4"/>
                </a:solidFill>
              </a:rPr>
              <a:t>卖出的票</a:t>
            </a:r>
            <a:r>
              <a:rPr lang="en-US" altLang="zh-CN" b="1" dirty="0">
                <a:solidFill>
                  <a:srgbClr val="1C45F4"/>
                </a:solidFill>
              </a:rPr>
              <a:t>" + tickets);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			tickets--;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        }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       else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	 break;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		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          }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}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9D5486-58ED-8315-F316-B3BBF19F09EA}"/>
              </a:ext>
            </a:extLst>
          </p:cNvPr>
          <p:cNvSpPr txBox="1"/>
          <p:nvPr/>
        </p:nvSpPr>
        <p:spPr>
          <a:xfrm>
            <a:off x="6971038" y="1016874"/>
            <a:ext cx="4795025" cy="156966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假设售票厅有四个窗口可发售某日某次列车的</a:t>
            </a:r>
            <a:r>
              <a:rPr lang="en-US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10</a:t>
            </a:r>
            <a:r>
              <a:rPr lang="zh-CN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张车票，这时，</a:t>
            </a:r>
            <a:r>
              <a:rPr lang="en-US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10</a:t>
            </a:r>
            <a:r>
              <a:rPr lang="zh-CN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张车票可以看做共享资源，四个售票窗口需要创建四个线程。</a:t>
            </a:r>
            <a:endParaRPr lang="zh-CN" altLang="en-US" sz="2400" dirty="0">
              <a:solidFill>
                <a:schemeClr val="tx2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" name="图片 4" descr="文本, 日历&#10;&#10;AI 生成的内容可能不正确。">
            <a:extLst>
              <a:ext uri="{FF2B5EF4-FFF2-40B4-BE49-F238E27FC236}">
                <a16:creationId xmlns:a16="http://schemas.microsoft.com/office/drawing/2014/main" id="{5908B622-0433-3DC0-4A24-F332841E9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826" y="3096609"/>
            <a:ext cx="2077528" cy="346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5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3086" y="506186"/>
            <a:ext cx="6585858" cy="1072243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3.1  </a:t>
            </a:r>
            <a:r>
              <a:rPr lang="zh-CN" altLang="en-US" sz="4000" dirty="0">
                <a:sym typeface="+mn-ea"/>
              </a:rPr>
              <a:t>进程的同步与互斥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1752" y="1918465"/>
            <a:ext cx="6028495" cy="2795906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altLang="zh-CN" sz="3600" dirty="0"/>
              <a:t> </a:t>
            </a:r>
            <a:r>
              <a:rPr lang="en-US" altLang="zh-CN" sz="3600" u="dottedHeavy" dirty="0"/>
              <a:t>3</a:t>
            </a:r>
            <a:r>
              <a:rPr lang="en-US" altLang="zh-CN" sz="3600" u="dottedHeavy" dirty="0">
                <a:solidFill>
                  <a:schemeClr val="tx1"/>
                </a:solidFill>
                <a:uFillTx/>
              </a:rPr>
              <a:t>.1.1  </a:t>
            </a:r>
            <a:r>
              <a:rPr lang="zh-CN" altLang="en-US" sz="3600" u="dottedHeavy" dirty="0"/>
              <a:t>基本概念</a:t>
            </a:r>
            <a:endParaRPr sz="3600" u="dottedHeavy" dirty="0">
              <a:solidFill>
                <a:schemeClr val="tx1"/>
              </a:solidFill>
              <a:uFillTx/>
            </a:endParaRPr>
          </a:p>
          <a:p>
            <a:pPr>
              <a:buBlip>
                <a:blip r:embed="rId3"/>
              </a:buBlip>
            </a:pPr>
            <a:r>
              <a:rPr sz="3600" dirty="0"/>
              <a:t> </a:t>
            </a:r>
            <a:r>
              <a:rPr lang="en-US" sz="3600" u="dottedHeavy" dirty="0"/>
              <a:t>3</a:t>
            </a:r>
            <a:r>
              <a:rPr lang="en-US" altLang="zh-CN" sz="3600" u="dottedHeavy" dirty="0"/>
              <a:t>.1.2  </a:t>
            </a:r>
            <a:r>
              <a:rPr lang="zh-CN" altLang="en-US" sz="3600" u="dottedHeavy" dirty="0"/>
              <a:t>硬件同步机制</a:t>
            </a:r>
            <a:r>
              <a:rPr lang="en-US" altLang="zh-CN" sz="3600" u="dottedHeavy" dirty="0"/>
              <a:t> </a:t>
            </a:r>
          </a:p>
          <a:p>
            <a:pPr>
              <a:buBlip>
                <a:blip r:embed="rId3"/>
              </a:buBlip>
            </a:pPr>
            <a:r>
              <a:rPr lang="zh-CN" altLang="en-US" sz="3600" dirty="0"/>
              <a:t> </a:t>
            </a:r>
            <a:r>
              <a:rPr lang="en-US" altLang="zh-CN" sz="3600" u="dottedHeavy" dirty="0"/>
              <a:t>3.1.3  </a:t>
            </a:r>
            <a:r>
              <a:rPr lang="zh-CN" altLang="en-US" sz="3600" u="dottedHeavy" dirty="0"/>
              <a:t>信号量机制               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308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EA79B35-81C7-4B2C-8220-1A65D05F8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445" y="3644861"/>
            <a:ext cx="10928811" cy="12624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进程互斥</a:t>
            </a:r>
            <a:r>
              <a:rPr lang="zh-CN" altLang="en-US" sz="2800" dirty="0"/>
              <a:t>（间接制约关系）：</a:t>
            </a:r>
            <a:r>
              <a:rPr lang="en-US" altLang="zh-CN" sz="2800" dirty="0"/>
              <a:t> </a:t>
            </a:r>
            <a:r>
              <a:rPr lang="zh-CN" altLang="en-US" sz="2800" dirty="0"/>
              <a:t>多个进程因</a:t>
            </a:r>
            <a:r>
              <a:rPr lang="zh-CN" altLang="en-US" sz="2800" dirty="0">
                <a:solidFill>
                  <a:srgbClr val="FF0000"/>
                </a:solidFill>
              </a:rPr>
              <a:t>竞争</a:t>
            </a:r>
            <a:r>
              <a:rPr lang="zh-CN" altLang="en-US" sz="2800" dirty="0"/>
              <a:t>一共享资源（该资源不能被同时访问</a:t>
            </a:r>
            <a:r>
              <a:rPr lang="en-US" altLang="zh-CN" sz="2800" dirty="0"/>
              <a:t>/</a:t>
            </a:r>
            <a:r>
              <a:rPr lang="zh-CN" altLang="en-US" sz="2800" dirty="0"/>
              <a:t>使用）而产生的相互制约关系。</a:t>
            </a:r>
            <a:endParaRPr lang="en-US" altLang="zh-CN" sz="2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98DF5A5-052E-4F69-9048-63A065A8D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190" y="163509"/>
            <a:ext cx="6162675" cy="706438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3</a:t>
            </a:r>
            <a:r>
              <a:rPr lang="en-US" altLang="zh-CN" sz="4000" dirty="0">
                <a:sym typeface="+mn-ea"/>
              </a:rPr>
              <a:t>.1.1  </a:t>
            </a:r>
            <a:r>
              <a:rPr lang="zh-CN" altLang="en-US" sz="4000" dirty="0"/>
              <a:t>基本概念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0CAF92-7D51-47B8-ABFF-405E6B43191C}"/>
              </a:ext>
            </a:extLst>
          </p:cNvPr>
          <p:cNvSpPr txBox="1"/>
          <p:nvPr/>
        </p:nvSpPr>
        <p:spPr>
          <a:xfrm>
            <a:off x="920190" y="992661"/>
            <a:ext cx="10448692" cy="222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系统中的并发进程间的制约关系有两种：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en-US" altLang="zh-CN" sz="3200" dirty="0"/>
              <a:t>	</a:t>
            </a:r>
            <a:r>
              <a:rPr lang="zh-CN" altLang="en-US" sz="3200" dirty="0"/>
              <a:t>互斥（间接制约关系）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en-US" altLang="zh-CN" sz="3200" dirty="0"/>
              <a:t>        </a:t>
            </a:r>
            <a:r>
              <a:rPr lang="zh-CN" altLang="en-US" sz="3200" dirty="0"/>
              <a:t>同步（直接制约关系）</a:t>
            </a:r>
            <a:endParaRPr lang="en-US" altLang="zh-CN" sz="32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EAF5738-DFF8-4FDB-AC55-688A18233CED}"/>
              </a:ext>
            </a:extLst>
          </p:cNvPr>
          <p:cNvSpPr txBox="1">
            <a:spLocks/>
          </p:cNvSpPr>
          <p:nvPr/>
        </p:nvSpPr>
        <p:spPr>
          <a:xfrm>
            <a:off x="789910" y="5029995"/>
            <a:ext cx="10901347" cy="1137125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3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进程同步</a:t>
            </a:r>
            <a:r>
              <a:rPr lang="zh-CN" altLang="en-US" sz="2800" dirty="0"/>
              <a:t>：指多个进程为了</a:t>
            </a:r>
            <a:r>
              <a:rPr lang="zh-CN" altLang="en-US" sz="2800" dirty="0">
                <a:solidFill>
                  <a:srgbClr val="FF0000"/>
                </a:solidFill>
              </a:rPr>
              <a:t>合作完成同一个任务</a:t>
            </a:r>
            <a:r>
              <a:rPr lang="zh-CN" altLang="en-US" sz="2800" dirty="0"/>
              <a:t>，在执行次序上相互协调、相互合作的制约关系。</a:t>
            </a:r>
          </a:p>
        </p:txBody>
      </p:sp>
    </p:spTree>
    <p:extLst>
      <p:ext uri="{BB962C8B-B14F-4D97-AF65-F5344CB8AC3E}">
        <p14:creationId xmlns:p14="http://schemas.microsoft.com/office/powerpoint/2010/main" val="61800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A8556C5-3BDB-4D32-AC8B-992960EBD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350" y="1016795"/>
            <a:ext cx="10559801" cy="64044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进程同步</a:t>
            </a:r>
            <a:r>
              <a:rPr lang="en-US" altLang="zh-CN" dirty="0"/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22DADE-E8C1-4AA3-ADD9-C1644284F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51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4FF3DB9-2BB5-4151-9013-74242E560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51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C3EA15-2A12-43C7-8212-3FDEF6C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95" y="114370"/>
            <a:ext cx="10007241" cy="705600"/>
          </a:xfrm>
        </p:spPr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.1.1  </a:t>
            </a:r>
            <a:r>
              <a:rPr lang="zh-CN" altLang="en-US" dirty="0"/>
              <a:t>基本概念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E600C9D-DAB7-4CAE-827B-BE761924B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26" y="1854064"/>
            <a:ext cx="10203910" cy="4503193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F6DDD6E-2538-4B11-B04E-6A4B423125FC}"/>
              </a:ext>
            </a:extLst>
          </p:cNvPr>
          <p:cNvCxnSpPr>
            <a:cxnSpLocks/>
          </p:cNvCxnSpPr>
          <p:nvPr/>
        </p:nvCxnSpPr>
        <p:spPr>
          <a:xfrm flipH="1" flipV="1">
            <a:off x="4853592" y="3355642"/>
            <a:ext cx="3484118" cy="35644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EC3C710-0529-412C-98EC-8A2A636527B3}"/>
              </a:ext>
            </a:extLst>
          </p:cNvPr>
          <p:cNvCxnSpPr>
            <a:cxnSpLocks/>
          </p:cNvCxnSpPr>
          <p:nvPr/>
        </p:nvCxnSpPr>
        <p:spPr>
          <a:xfrm flipV="1">
            <a:off x="4940677" y="4817338"/>
            <a:ext cx="3659037" cy="4162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05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9607F6E-0281-4A2C-9A3A-F50B73A69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1227455"/>
            <a:ext cx="10968990" cy="490120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进程同步与互斥的关系</a:t>
            </a:r>
            <a:endParaRPr lang="en-US" altLang="zh-CN" sz="3200" dirty="0">
              <a:solidFill>
                <a:srgbClr val="C00000"/>
              </a:solidFill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zh-CN" sz="2800" dirty="0">
                <a:solidFill>
                  <a:srgbClr val="FF0000"/>
                </a:solidFill>
              </a:rPr>
              <a:t>互斥</a:t>
            </a:r>
            <a:r>
              <a:rPr lang="zh-CN" altLang="zh-CN" sz="2800" dirty="0"/>
              <a:t>反映了进程间的</a:t>
            </a:r>
            <a:r>
              <a:rPr lang="zh-CN" altLang="zh-CN" sz="2800" dirty="0">
                <a:solidFill>
                  <a:srgbClr val="FF0000"/>
                </a:solidFill>
              </a:rPr>
              <a:t>竞争关系</a:t>
            </a:r>
            <a:r>
              <a:rPr lang="zh-CN" altLang="zh-CN" sz="2800" dirty="0"/>
              <a:t>，而</a:t>
            </a:r>
            <a:r>
              <a:rPr lang="zh-CN" altLang="zh-CN" sz="2800" b="1" dirty="0">
                <a:solidFill>
                  <a:srgbClr val="00B050"/>
                </a:solidFill>
              </a:rPr>
              <a:t>同步</a:t>
            </a:r>
            <a:r>
              <a:rPr lang="zh-CN" altLang="zh-CN" sz="2800" dirty="0"/>
              <a:t>则反映了进程间的</a:t>
            </a:r>
            <a:r>
              <a:rPr lang="zh-CN" altLang="zh-CN" sz="2800" b="1" dirty="0">
                <a:solidFill>
                  <a:srgbClr val="00B050"/>
                </a:solidFill>
              </a:rPr>
              <a:t>合作</a:t>
            </a:r>
            <a:r>
              <a:rPr lang="zh-CN" altLang="zh-CN" sz="2800" dirty="0"/>
              <a:t>关系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zh-CN" sz="2800" dirty="0"/>
              <a:t>进程互斥</a:t>
            </a:r>
            <a:r>
              <a:rPr lang="zh-CN" altLang="en-US" sz="2800" dirty="0"/>
              <a:t>与</a:t>
            </a:r>
            <a:r>
              <a:rPr lang="zh-CN" altLang="zh-CN" sz="2800" dirty="0"/>
              <a:t>进程同步</a:t>
            </a:r>
            <a:r>
              <a:rPr lang="zh-CN" altLang="en-US" sz="2800" dirty="0">
                <a:solidFill>
                  <a:srgbClr val="FF0000"/>
                </a:solidFill>
              </a:rPr>
              <a:t>都需要协调</a:t>
            </a:r>
            <a:r>
              <a:rPr lang="zh-CN" altLang="en-US" sz="2800" dirty="0"/>
              <a:t>进程的执行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zh-CN" sz="2800" dirty="0"/>
              <a:t>互斥</a:t>
            </a:r>
            <a:r>
              <a:rPr lang="zh-CN" altLang="en-US" sz="2800" dirty="0"/>
              <a:t>所涉及的</a:t>
            </a:r>
            <a:r>
              <a:rPr lang="zh-CN" altLang="zh-CN" sz="2800" dirty="0"/>
              <a:t>进程之间</a:t>
            </a:r>
            <a:r>
              <a:rPr lang="zh-CN" altLang="zh-CN" sz="2800" dirty="0">
                <a:solidFill>
                  <a:srgbClr val="FF0000"/>
                </a:solidFill>
              </a:rPr>
              <a:t>没有固定的、必然的联系</a:t>
            </a:r>
            <a:r>
              <a:rPr lang="zh-CN" altLang="en-US" sz="2800" dirty="0"/>
              <a:t>，它们只是竞争获得共享资源的使用权；而</a:t>
            </a:r>
            <a:r>
              <a:rPr lang="zh-CN" altLang="zh-CN" sz="2800" dirty="0"/>
              <a:t>同步所涉及的并发进程之间有一种</a:t>
            </a:r>
            <a:r>
              <a:rPr lang="zh-CN" altLang="zh-CN" sz="2800" b="1" dirty="0">
                <a:solidFill>
                  <a:srgbClr val="00B050"/>
                </a:solidFill>
              </a:rPr>
              <a:t>必然的联系</a:t>
            </a:r>
            <a:r>
              <a:rPr lang="zh-CN" altLang="en-US" sz="2800" dirty="0"/>
              <a:t>，即使资源可用，若没有获得同步消息，进程也不能去使用</a:t>
            </a:r>
            <a:r>
              <a:rPr lang="zh-CN" altLang="zh-CN" sz="2800" dirty="0"/>
              <a:t>。</a:t>
            </a:r>
            <a:endParaRPr lang="en-US" altLang="zh-CN" sz="2800" dirty="0">
              <a:latin typeface="仿宋_GB2312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6970ACE-DD4F-4E1A-B1BB-840FD4B88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B041478-85A4-4E6F-8BAE-33583018F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7413" name="标题 1">
            <a:extLst>
              <a:ext uri="{FF2B5EF4-FFF2-40B4-BE49-F238E27FC236}">
                <a16:creationId xmlns:a16="http://schemas.microsoft.com/office/drawing/2014/main" id="{F03BF6A4-5C43-4594-ABC3-B6668AB19DA9}"/>
              </a:ext>
            </a:extLst>
          </p:cNvPr>
          <p:cNvSpPr txBox="1">
            <a:spLocks/>
          </p:cNvSpPr>
          <p:nvPr/>
        </p:nvSpPr>
        <p:spPr bwMode="auto">
          <a:xfrm>
            <a:off x="965812" y="99635"/>
            <a:ext cx="82296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50000"/>
              </a:lnSpc>
              <a:spcAft>
                <a:spcPts val="300"/>
              </a:spcAft>
              <a:buClr>
                <a:srgbClr val="FF3399"/>
              </a:buClr>
              <a:buSzPct val="90000"/>
              <a:buFont typeface="Wingdings" panose="05000000000000000000" pitchFamily="2" charset="2"/>
              <a:buChar char="n"/>
              <a:defRPr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50000"/>
              </a:lnSpc>
              <a:spcAft>
                <a:spcPts val="300"/>
              </a:spcAft>
              <a:buClr>
                <a:srgbClr val="FF00FF"/>
              </a:buClr>
              <a:buSzPct val="90000"/>
              <a:buFont typeface="Wingdings" panose="05000000000000000000" pitchFamily="2" charset="2"/>
              <a:buChar char="u"/>
              <a:defRPr sz="22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150000"/>
              </a:lnSpc>
              <a:spcAft>
                <a:spcPts val="300"/>
              </a:spcAft>
              <a:buClr>
                <a:srgbClr val="3333FF"/>
              </a:buClr>
              <a:buSzPct val="9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Aft>
                <a:spcPts val="300"/>
              </a:spcAft>
              <a:buClr>
                <a:srgbClr val="E46C0A"/>
              </a:buClr>
              <a:buSzPct val="9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Cambria" panose="02040503050406030204" pitchFamily="18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mbria" panose="020405030504060302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mbria" panose="020405030504060302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mbria" panose="020405030504060302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mbria" panose="020405030504060302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mbria" panose="020405030504060302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3.1.1 </a:t>
            </a:r>
            <a:r>
              <a:rPr lang="zh-CN" altLang="en-US" sz="36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  <a:r>
              <a:rPr lang="en-US" altLang="zh-CN" sz="36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endParaRPr lang="zh-CN" altLang="en-US" sz="36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694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EEDDC-0630-CA8E-1537-D2A12A57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330" y="913967"/>
            <a:ext cx="10007241" cy="705600"/>
          </a:xfrm>
        </p:spPr>
        <p:txBody>
          <a:bodyPr/>
          <a:lstStyle/>
          <a:p>
            <a:r>
              <a:rPr lang="zh-CN" altLang="en-US" dirty="0"/>
              <a:t>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30698-8B4D-D31D-C0E9-61DB4F25B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1923803"/>
            <a:ext cx="10198215" cy="1505197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计算机或日常生活中遇到的同步和互斥的关系的例子</a:t>
            </a:r>
          </a:p>
        </p:txBody>
      </p:sp>
    </p:spTree>
    <p:extLst>
      <p:ext uri="{BB962C8B-B14F-4D97-AF65-F5344CB8AC3E}">
        <p14:creationId xmlns:p14="http://schemas.microsoft.com/office/powerpoint/2010/main" val="21821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.1.1  </a:t>
            </a:r>
            <a:r>
              <a:rPr lang="zh-CN" altLang="en-US" dirty="0"/>
              <a:t>基本概念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61257" y="1035848"/>
            <a:ext cx="11496331" cy="5028609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900" b="1" dirty="0"/>
              <a:t>1. </a:t>
            </a:r>
            <a:r>
              <a:rPr lang="zh-CN" altLang="en-US" sz="2900" b="1" dirty="0"/>
              <a:t>临界资源</a:t>
            </a:r>
            <a:endParaRPr lang="en-US" altLang="zh-CN" sz="2900" b="1" dirty="0"/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2900" dirty="0"/>
              <a:t>      </a:t>
            </a:r>
            <a:r>
              <a:rPr lang="zh-CN" altLang="zh-CN" sz="2900" dirty="0"/>
              <a:t>凡是以互斥方式使用的共享资源都称为</a:t>
            </a:r>
            <a:r>
              <a:rPr lang="zh-CN" altLang="zh-CN" sz="2900" b="1" dirty="0">
                <a:solidFill>
                  <a:srgbClr val="FF0000"/>
                </a:solidFill>
              </a:rPr>
              <a:t>临界资源</a:t>
            </a:r>
            <a:r>
              <a:rPr lang="zh-CN" altLang="zh-CN" sz="2900" b="1" dirty="0"/>
              <a:t>（</a:t>
            </a:r>
            <a:r>
              <a:rPr lang="en-US" altLang="zh-CN" sz="2900" b="1" dirty="0"/>
              <a:t>Critical Resource</a:t>
            </a:r>
            <a:r>
              <a:rPr lang="zh-CN" altLang="zh-CN" sz="2900" b="1" dirty="0"/>
              <a:t>）</a:t>
            </a:r>
            <a:r>
              <a:rPr lang="zh-CN" altLang="zh-CN" sz="2900" dirty="0"/>
              <a:t>。临界资源具有</a:t>
            </a:r>
            <a:r>
              <a:rPr lang="zh-CN" altLang="zh-CN" sz="2900" dirty="0">
                <a:solidFill>
                  <a:srgbClr val="FF0000"/>
                </a:solidFill>
              </a:rPr>
              <a:t>一次只允许一个进程使用</a:t>
            </a:r>
            <a:r>
              <a:rPr lang="zh-CN" altLang="zh-CN" sz="2900" dirty="0"/>
              <a:t>的属性。</a:t>
            </a:r>
            <a:endParaRPr lang="en-US" altLang="zh-CN" sz="2900" dirty="0"/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2900" dirty="0"/>
              <a:t>      </a:t>
            </a:r>
            <a:r>
              <a:rPr lang="zh-CN" altLang="zh-CN" sz="2900" dirty="0"/>
              <a:t>例如，计算机的许多</a:t>
            </a:r>
            <a:r>
              <a:rPr lang="zh-CN" altLang="zh-CN" sz="2900" dirty="0">
                <a:solidFill>
                  <a:srgbClr val="0000FF"/>
                </a:solidFill>
              </a:rPr>
              <a:t>硬件资源</a:t>
            </a:r>
            <a:r>
              <a:rPr lang="zh-CN" altLang="zh-CN" sz="2900" dirty="0"/>
              <a:t>都被处理成临界资源，如打印机、磁带机等。如果打印机允许若干用户同时打印，那么打印结果会混淆在一起，不易分辨，给用户带来许多不便。</a:t>
            </a:r>
            <a:endParaRPr lang="en-US" altLang="zh-CN" sz="2900" dirty="0"/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2900" dirty="0"/>
              <a:t>      </a:t>
            </a:r>
            <a:r>
              <a:rPr lang="zh-CN" altLang="zh-CN" sz="2900" dirty="0"/>
              <a:t>系统中还有许多</a:t>
            </a:r>
            <a:r>
              <a:rPr lang="zh-CN" altLang="zh-CN" sz="2900" dirty="0">
                <a:solidFill>
                  <a:srgbClr val="0000FF"/>
                </a:solidFill>
              </a:rPr>
              <a:t>软资源</a:t>
            </a:r>
            <a:r>
              <a:rPr lang="zh-CN" altLang="zh-CN" sz="2900" dirty="0"/>
              <a:t>，如内存中的公共数据结构、共享变量、表格、队列、栈等也被处理成临界资源，以避免多个进程对其访问时出现问题。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53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.1.1  </a:t>
            </a:r>
            <a:r>
              <a:rPr lang="zh-CN" altLang="en-US" dirty="0"/>
              <a:t>基本概念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11505" y="1068669"/>
            <a:ext cx="11242644" cy="1619447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900" b="1" dirty="0"/>
              <a:t> 2. </a:t>
            </a:r>
            <a:r>
              <a:rPr lang="zh-CN" altLang="en-US" sz="2900" b="1" dirty="0"/>
              <a:t>临界区</a:t>
            </a:r>
            <a:endParaRPr lang="en-US" altLang="zh-CN" sz="2900" b="1" dirty="0"/>
          </a:p>
          <a:p>
            <a:pPr marL="0" indent="0">
              <a:buNone/>
            </a:pPr>
            <a:r>
              <a:rPr lang="en-US" altLang="zh-CN" sz="2900" dirty="0"/>
              <a:t>      </a:t>
            </a:r>
            <a:r>
              <a:rPr lang="zh-CN" altLang="zh-CN" sz="2900" dirty="0"/>
              <a:t>每个进程中，</a:t>
            </a:r>
            <a:r>
              <a:rPr lang="zh-CN" altLang="zh-CN" sz="2900" dirty="0">
                <a:solidFill>
                  <a:srgbClr val="FF0000"/>
                </a:solidFill>
              </a:rPr>
              <a:t>访问临界资源的那段代码称为</a:t>
            </a:r>
            <a:r>
              <a:rPr lang="zh-CN" altLang="zh-CN" sz="2900" b="1" dirty="0">
                <a:solidFill>
                  <a:srgbClr val="FF0000"/>
                </a:solidFill>
              </a:rPr>
              <a:t>临界区</a:t>
            </a:r>
            <a:r>
              <a:rPr lang="zh-CN" altLang="zh-CN" sz="2900" b="1" dirty="0"/>
              <a:t>（</a:t>
            </a:r>
            <a:r>
              <a:rPr lang="en-US" altLang="zh-CN" sz="2900" b="1" dirty="0"/>
              <a:t>Critical Section</a:t>
            </a:r>
            <a:r>
              <a:rPr lang="zh-CN" altLang="zh-CN" sz="2900" b="1" dirty="0"/>
              <a:t>），简称</a:t>
            </a:r>
            <a:r>
              <a:rPr lang="en-US" altLang="zh-CN" sz="2900" b="1" dirty="0"/>
              <a:t>CS</a:t>
            </a:r>
            <a:r>
              <a:rPr lang="zh-CN" altLang="zh-CN" sz="2900" dirty="0"/>
              <a:t>。</a:t>
            </a:r>
            <a:r>
              <a:rPr lang="en-US" altLang="zh-CN" sz="2900" dirty="0"/>
              <a:t> </a:t>
            </a:r>
            <a:r>
              <a:rPr lang="zh-CN" altLang="en-US" sz="2900" dirty="0"/>
              <a:t>临界区内代码要互斥执行。</a:t>
            </a:r>
            <a:endParaRPr lang="en-US" altLang="zh-CN" sz="2900" dirty="0"/>
          </a:p>
        </p:txBody>
      </p:sp>
      <p:pic>
        <p:nvPicPr>
          <p:cNvPr id="2050" name="图片 151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732" b="3127"/>
          <a:stretch/>
        </p:blipFill>
        <p:spPr bwMode="auto">
          <a:xfrm>
            <a:off x="8278935" y="2285344"/>
            <a:ext cx="3748595" cy="43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CA561C0-AAB5-4BAD-BB33-76D0C07CDF4F}"/>
              </a:ext>
            </a:extLst>
          </p:cNvPr>
          <p:cNvSpPr txBox="1"/>
          <p:nvPr/>
        </p:nvSpPr>
        <p:spPr>
          <a:xfrm>
            <a:off x="426448" y="2936815"/>
            <a:ext cx="7781427" cy="3090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进入临界区</a:t>
            </a:r>
            <a:r>
              <a:rPr lang="zh-CN" altLang="en-US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时要申请，检查临界区是否空闲（是否可进）。</a:t>
            </a:r>
            <a:endParaRPr lang="en-US" altLang="zh-CN" sz="2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如果可以进入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临界区</a:t>
            </a: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，则设置</a:t>
            </a:r>
            <a:r>
              <a:rPr lang="en-US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正在访问</a:t>
            </a:r>
            <a:r>
              <a:rPr lang="en-US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标志。</a:t>
            </a:r>
            <a:endParaRPr lang="en-US" altLang="zh-CN" sz="2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在临界区之后，用于退出对临界区访问的那段代码称为</a:t>
            </a:r>
            <a:r>
              <a:rPr lang="zh-CN" altLang="zh-CN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退出区</a:t>
            </a: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，此时将临界区的标志恢复为</a:t>
            </a:r>
            <a:r>
              <a:rPr lang="en-US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未被访问</a:t>
            </a:r>
            <a:r>
              <a:rPr lang="en-US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进程中，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除上述进入区、临界区及退出区之外</a:t>
            </a: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的那部分代码称为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剩余区</a:t>
            </a:r>
            <a:r>
              <a:rPr lang="zh-CN" altLang="zh-CN" sz="2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73A0C04-C37D-544A-98D2-0149BA03334D}"/>
              </a:ext>
            </a:extLst>
          </p:cNvPr>
          <p:cNvSpPr/>
          <p:nvPr/>
        </p:nvSpPr>
        <p:spPr>
          <a:xfrm>
            <a:off x="312516" y="2936815"/>
            <a:ext cx="8183302" cy="10564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619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070FA362-DA7E-496A-9A2E-484F39D1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0350"/>
            <a:ext cx="8229600" cy="431800"/>
          </a:xfrm>
        </p:spPr>
        <p:txBody>
          <a:bodyPr>
            <a:no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中对互斥问题的处理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12B953-91A2-4853-B70D-EB0857160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544" y="1107977"/>
            <a:ext cx="10850055" cy="526016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70000"/>
              </a:lnSpc>
              <a:spcAft>
                <a:spcPts val="0"/>
              </a:spcAft>
              <a:buNone/>
              <a:defRPr/>
            </a:pPr>
            <a:r>
              <a:rPr lang="zh-CN" altLang="zh-CN" sz="2600" dirty="0"/>
              <a:t>将共享资源访问的代码放到</a:t>
            </a:r>
            <a:r>
              <a:rPr lang="en-US" altLang="zh-CN" sz="2600" dirty="0"/>
              <a:t>synchronized</a:t>
            </a:r>
            <a:r>
              <a:rPr lang="zh-CN" altLang="zh-CN" sz="2600" dirty="0"/>
              <a:t>代码段中。</a:t>
            </a:r>
          </a:p>
          <a:p>
            <a:pPr marL="0" indent="0">
              <a:lnSpc>
                <a:spcPct val="170000"/>
              </a:lnSpc>
              <a:spcAft>
                <a:spcPts val="0"/>
              </a:spcAft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synchronized(lock)     </a:t>
            </a:r>
          </a:p>
          <a:p>
            <a:pPr marL="0" indent="0">
              <a:lnSpc>
                <a:spcPct val="170000"/>
              </a:lnSpc>
              <a:spcAft>
                <a:spcPts val="0"/>
              </a:spcAft>
              <a:buNone/>
              <a:defRPr/>
            </a:pPr>
            <a:r>
              <a:rPr lang="en-US" altLang="zh-CN" sz="2200" dirty="0"/>
              <a:t> //</a:t>
            </a:r>
            <a:r>
              <a:rPr lang="zh-CN" altLang="zh-CN" sz="2200" dirty="0"/>
              <a:t>锁对象</a:t>
            </a:r>
            <a:r>
              <a:rPr lang="en-US" altLang="zh-CN" sz="2200" dirty="0"/>
              <a:t>lock</a:t>
            </a:r>
            <a:r>
              <a:rPr lang="zh-CN" altLang="zh-CN" sz="2200" dirty="0"/>
              <a:t>是可以是任意一个对象，但必须是</a:t>
            </a:r>
            <a:r>
              <a:rPr lang="zh-CN" altLang="en-US" sz="2200" dirty="0"/>
              <a:t>多个</a:t>
            </a:r>
            <a:r>
              <a:rPr lang="zh-CN" altLang="zh-CN" sz="2200" dirty="0"/>
              <a:t>线程共享</a:t>
            </a:r>
          </a:p>
          <a:p>
            <a:pPr marL="0" indent="0">
              <a:lnSpc>
                <a:spcPct val="170000"/>
              </a:lnSpc>
              <a:spcAft>
                <a:spcPts val="0"/>
              </a:spcAft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{                   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70000"/>
              </a:lnSpc>
              <a:spcAft>
                <a:spcPts val="0"/>
              </a:spcAft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      </a:t>
            </a:r>
            <a:r>
              <a:rPr lang="zh-CN" altLang="zh-CN" dirty="0">
                <a:solidFill>
                  <a:srgbClr val="FF0000"/>
                </a:solidFill>
              </a:rPr>
              <a:t>访问 共享资源的代码</a:t>
            </a:r>
          </a:p>
          <a:p>
            <a:pPr marL="0" indent="0">
              <a:lnSpc>
                <a:spcPct val="170000"/>
              </a:lnSpc>
              <a:spcAft>
                <a:spcPts val="0"/>
              </a:spcAft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70000"/>
              </a:lnSpc>
              <a:spcAft>
                <a:spcPts val="0"/>
              </a:spcAft>
              <a:buNone/>
              <a:defRPr/>
            </a:pPr>
            <a:r>
              <a:rPr lang="zh-CN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当线程执行到共享资源的代码块时先检查</a:t>
            </a:r>
            <a:r>
              <a:rPr lang="zh-CN" altLang="zh-CN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锁对象</a:t>
            </a:r>
            <a:r>
              <a:rPr lang="en-US" altLang="zh-CN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lock</a:t>
            </a:r>
            <a:r>
              <a:rPr lang="zh-CN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的标志位</a:t>
            </a:r>
            <a:r>
              <a:rPr lang="zh-CN" altLang="en-US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en-US" altLang="zh-CN" b="1" dirty="0">
              <a:solidFill>
                <a:srgbClr val="3333C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lnSpc>
                <a:spcPct val="170000"/>
              </a:lnSpc>
              <a:spcAft>
                <a:spcPts val="0"/>
              </a:spcAft>
              <a:buNone/>
              <a:defRPr/>
            </a:pPr>
            <a:r>
              <a:rPr lang="zh-CN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如果为</a:t>
            </a:r>
            <a:r>
              <a:rPr lang="en-US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可以执行共享资源的代码块，并同时将锁对象的标志位设为</a:t>
            </a:r>
            <a:r>
              <a:rPr lang="en-US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zh-CN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en-US" altLang="zh-CN" b="1" dirty="0">
              <a:solidFill>
                <a:srgbClr val="3333C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lnSpc>
                <a:spcPct val="170000"/>
              </a:lnSpc>
              <a:spcAft>
                <a:spcPts val="0"/>
              </a:spcAft>
              <a:buNone/>
              <a:defRPr/>
            </a:pPr>
            <a:r>
              <a:rPr lang="zh-CN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如果锁对象的标志位为</a:t>
            </a:r>
            <a:r>
              <a:rPr lang="en-US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zh-CN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，则不能进入执行共享资源的代码块，发生阻塞</a:t>
            </a:r>
            <a:r>
              <a:rPr lang="en-US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等待</a:t>
            </a:r>
            <a:r>
              <a:rPr lang="zh-CN" altLang="zh-CN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A1C147-B341-49C3-92D4-9BABCEFA3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909" y="506799"/>
            <a:ext cx="9354207" cy="626814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zh-CN" sz="2800" b="1" dirty="0"/>
              <a:t>class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SaleThread</a:t>
            </a:r>
            <a:r>
              <a:rPr lang="en-US" altLang="zh-CN" sz="2800" dirty="0"/>
              <a:t> </a:t>
            </a:r>
            <a:r>
              <a:rPr lang="en-US" altLang="zh-CN" sz="2800" b="1" dirty="0"/>
              <a:t>implements</a:t>
            </a:r>
            <a:r>
              <a:rPr lang="en-US" altLang="zh-CN" sz="2800" dirty="0"/>
              <a:t> Runnable </a:t>
            </a:r>
            <a:r>
              <a:rPr lang="en-US" altLang="zh-CN" dirty="0"/>
              <a:t>{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</a:t>
            </a:r>
            <a:r>
              <a:rPr lang="en-US" altLang="zh-CN" b="1" dirty="0"/>
              <a:t>private</a:t>
            </a:r>
            <a:r>
              <a:rPr lang="en-US" altLang="zh-CN" dirty="0"/>
              <a:t> </a:t>
            </a:r>
            <a:r>
              <a:rPr lang="en-US" altLang="zh-CN" b="1" dirty="0"/>
              <a:t>int</a:t>
            </a:r>
            <a:r>
              <a:rPr lang="en-US" altLang="zh-CN" dirty="0"/>
              <a:t> tickets = 10; // 10</a:t>
            </a:r>
            <a:r>
              <a:rPr lang="zh-CN" altLang="zh-CN" dirty="0"/>
              <a:t>张票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Object </a:t>
            </a:r>
            <a:r>
              <a:rPr lang="en-US" altLang="zh-CN" b="1" dirty="0">
                <a:solidFill>
                  <a:srgbClr val="FF0000"/>
                </a:solidFill>
              </a:rPr>
              <a:t>lock</a:t>
            </a:r>
            <a:r>
              <a:rPr lang="en-US" altLang="zh-CN" dirty="0"/>
              <a:t> = </a:t>
            </a:r>
            <a:r>
              <a:rPr lang="en-US" altLang="zh-CN" b="1" dirty="0"/>
              <a:t>new</a:t>
            </a:r>
            <a:r>
              <a:rPr lang="en-US" altLang="zh-CN" dirty="0"/>
              <a:t> Object();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</a:t>
            </a:r>
            <a:r>
              <a:rPr lang="en-US" altLang="zh-CN" b="1" dirty="0"/>
              <a:t>public</a:t>
            </a:r>
            <a:r>
              <a:rPr lang="en-US" altLang="zh-CN" dirty="0"/>
              <a:t> </a:t>
            </a:r>
            <a:r>
              <a:rPr lang="en-US" altLang="zh-CN" b="1" dirty="0"/>
              <a:t>void</a:t>
            </a:r>
            <a:r>
              <a:rPr lang="en-US" altLang="zh-CN" dirty="0"/>
              <a:t> run() {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      </a:t>
            </a:r>
            <a:r>
              <a:rPr lang="en-US" altLang="zh-CN" b="1" dirty="0"/>
              <a:t>while</a:t>
            </a:r>
            <a:r>
              <a:rPr lang="en-US" altLang="zh-CN" dirty="0"/>
              <a:t> (</a:t>
            </a:r>
            <a:r>
              <a:rPr lang="en-US" altLang="zh-CN" b="1" dirty="0"/>
              <a:t>true</a:t>
            </a:r>
            <a:r>
              <a:rPr lang="en-US" altLang="zh-CN" dirty="0"/>
              <a:t>) {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	</a:t>
            </a:r>
            <a:r>
              <a:rPr lang="en-US" altLang="zh-CN" b="1" dirty="0">
                <a:solidFill>
                  <a:srgbClr val="FF0000"/>
                </a:solidFill>
              </a:rPr>
              <a:t>synchronized</a:t>
            </a:r>
            <a:r>
              <a:rPr lang="en-US" altLang="zh-CN" dirty="0">
                <a:solidFill>
                  <a:srgbClr val="FF0000"/>
                </a:solidFill>
              </a:rPr>
              <a:t> (</a:t>
            </a:r>
            <a:r>
              <a:rPr lang="en-US" altLang="zh-CN" b="1" dirty="0">
                <a:solidFill>
                  <a:srgbClr val="FF0000"/>
                </a:solidFill>
              </a:rPr>
              <a:t>lock</a:t>
            </a:r>
            <a:r>
              <a:rPr lang="en-US" altLang="zh-CN" dirty="0">
                <a:solidFill>
                  <a:srgbClr val="FF0000"/>
                </a:solidFill>
              </a:rPr>
              <a:t>) {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		</a:t>
            </a:r>
            <a:r>
              <a:rPr lang="en-US" altLang="zh-CN" b="1" dirty="0">
                <a:solidFill>
                  <a:srgbClr val="1C45F4"/>
                </a:solidFill>
              </a:rPr>
              <a:t>       if (tickets &gt; 0) {				</a:t>
            </a:r>
            <a:r>
              <a:rPr lang="en-US" altLang="zh-CN" b="1" dirty="0" err="1">
                <a:solidFill>
                  <a:srgbClr val="1C45F4"/>
                </a:solidFill>
              </a:rPr>
              <a:t>System.</a:t>
            </a:r>
            <a:r>
              <a:rPr lang="en-US" altLang="zh-CN" b="1" i="1" dirty="0" err="1">
                <a:solidFill>
                  <a:srgbClr val="1C45F4"/>
                </a:solidFill>
              </a:rPr>
              <a:t>out</a:t>
            </a:r>
            <a:r>
              <a:rPr lang="en-US" altLang="zh-CN" b="1" dirty="0" err="1">
                <a:solidFill>
                  <a:srgbClr val="1C45F4"/>
                </a:solidFill>
              </a:rPr>
              <a:t>.println</a:t>
            </a:r>
            <a:r>
              <a:rPr lang="en-US" altLang="zh-CN" b="1" dirty="0">
                <a:solidFill>
                  <a:srgbClr val="1C45F4"/>
                </a:solidFill>
              </a:rPr>
              <a:t>(</a:t>
            </a:r>
            <a:r>
              <a:rPr lang="en-US" altLang="zh-CN" b="1" dirty="0" err="1">
                <a:solidFill>
                  <a:srgbClr val="1C45F4"/>
                </a:solidFill>
              </a:rPr>
              <a:t>Thread.</a:t>
            </a:r>
            <a:r>
              <a:rPr lang="en-US" altLang="zh-CN" b="1" i="1" dirty="0" err="1">
                <a:solidFill>
                  <a:srgbClr val="1C45F4"/>
                </a:solidFill>
              </a:rPr>
              <a:t>currentThread</a:t>
            </a:r>
            <a:r>
              <a:rPr lang="en-US" altLang="zh-CN" b="1" dirty="0">
                <a:solidFill>
                  <a:srgbClr val="1C45F4"/>
                </a:solidFill>
              </a:rPr>
              <a:t>().</a:t>
            </a:r>
            <a:r>
              <a:rPr lang="en-US" altLang="zh-CN" b="1" dirty="0" err="1">
                <a:solidFill>
                  <a:srgbClr val="1C45F4"/>
                </a:solidFill>
              </a:rPr>
              <a:t>getName</a:t>
            </a:r>
            <a:r>
              <a:rPr lang="en-US" altLang="zh-CN" b="1" dirty="0">
                <a:solidFill>
                  <a:srgbClr val="1C45F4"/>
                </a:solidFill>
              </a:rPr>
              <a:t>()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			+ "---</a:t>
            </a:r>
            <a:r>
              <a:rPr lang="zh-CN" altLang="zh-CN" b="1" dirty="0">
                <a:solidFill>
                  <a:srgbClr val="1C45F4"/>
                </a:solidFill>
              </a:rPr>
              <a:t>卖出的票</a:t>
            </a:r>
            <a:r>
              <a:rPr lang="en-US" altLang="zh-CN" b="1" dirty="0">
                <a:solidFill>
                  <a:srgbClr val="1C45F4"/>
                </a:solidFill>
              </a:rPr>
              <a:t>" + tickets);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			tickets--;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        }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       else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1C45F4"/>
                </a:solidFill>
              </a:rPr>
              <a:t>			 break;</a:t>
            </a:r>
            <a:endParaRPr lang="zh-CN" altLang="zh-CN" b="1" dirty="0">
              <a:solidFill>
                <a:srgbClr val="1C45F4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		  }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          }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	}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51D811-BD5D-4ED0-BD03-A5B80CC2663C}"/>
              </a:ext>
            </a:extLst>
          </p:cNvPr>
          <p:cNvSpPr txBox="1"/>
          <p:nvPr/>
        </p:nvSpPr>
        <p:spPr>
          <a:xfrm>
            <a:off x="6971038" y="1016874"/>
            <a:ext cx="4795025" cy="156966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假设售票厅有四个窗口可发售某日某次列车的</a:t>
            </a:r>
            <a:r>
              <a:rPr lang="en-US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10</a:t>
            </a:r>
            <a:r>
              <a:rPr lang="zh-CN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张车票，这时，</a:t>
            </a:r>
            <a:r>
              <a:rPr lang="en-US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10</a:t>
            </a:r>
            <a:r>
              <a:rPr lang="zh-CN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itchFamily="18" charset="0"/>
              </a:rPr>
              <a:t>张车票可以看做共享资源，四个售票窗口需要创建四个线程。</a:t>
            </a:r>
            <a:endParaRPr lang="zh-CN" altLang="en-US" sz="2400" dirty="0">
              <a:solidFill>
                <a:schemeClr val="tx2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.1.1  </a:t>
            </a:r>
            <a:r>
              <a:rPr lang="zh-CN" altLang="en-US" dirty="0"/>
              <a:t>基本概念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774798" y="1014096"/>
            <a:ext cx="10845116" cy="5549990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900" b="1" dirty="0"/>
              <a:t>3. </a:t>
            </a:r>
            <a:r>
              <a:rPr lang="zh-CN" altLang="en-US" sz="2900" b="1" dirty="0"/>
              <a:t>互斥准则</a:t>
            </a:r>
            <a:endParaRPr lang="en-US" altLang="zh-CN" sz="2900" b="1" dirty="0"/>
          </a:p>
          <a:p>
            <a:pPr marL="0" indent="0">
              <a:buNone/>
            </a:pPr>
            <a:r>
              <a:rPr lang="zh-CN" altLang="zh-CN" sz="2500" dirty="0"/>
              <a:t>（</a:t>
            </a:r>
            <a:r>
              <a:rPr lang="en-US" altLang="zh-CN" sz="2500" dirty="0"/>
              <a:t>1</a:t>
            </a:r>
            <a:r>
              <a:rPr lang="zh-CN" altLang="zh-CN" sz="2500" dirty="0"/>
              <a:t>）</a:t>
            </a:r>
            <a:r>
              <a:rPr lang="zh-CN" altLang="zh-CN" sz="2500" b="1" dirty="0"/>
              <a:t>空闲让进。</a:t>
            </a:r>
            <a:r>
              <a:rPr lang="zh-CN" altLang="zh-CN" sz="2500" dirty="0"/>
              <a:t>当没有进程在临界区时，任何需要进入临界区的进程都允许立即进入。</a:t>
            </a:r>
            <a:r>
              <a:rPr lang="en-US" altLang="zh-CN" sz="2500" dirty="0"/>
              <a:t> </a:t>
            </a:r>
            <a:endParaRPr lang="zh-CN" altLang="zh-CN" sz="2500" dirty="0"/>
          </a:p>
          <a:p>
            <a:pPr marL="0" indent="0">
              <a:buNone/>
            </a:pPr>
            <a:r>
              <a:rPr lang="zh-CN" altLang="zh-CN" sz="2500" dirty="0"/>
              <a:t>（</a:t>
            </a:r>
            <a:r>
              <a:rPr lang="en-US" altLang="zh-CN" sz="2500" dirty="0"/>
              <a:t>2</a:t>
            </a:r>
            <a:r>
              <a:rPr lang="zh-CN" altLang="zh-CN" sz="2500" dirty="0"/>
              <a:t>）</a:t>
            </a:r>
            <a:r>
              <a:rPr lang="zh-CN" altLang="zh-CN" sz="2500" b="1" dirty="0"/>
              <a:t>忙则等待</a:t>
            </a:r>
            <a:r>
              <a:rPr lang="zh-CN" altLang="zh-CN" sz="2500" dirty="0"/>
              <a:t>。在共享同一对象的所有进程中，一次只能有一个进程进入临界区。其它要求进入临界区的进程只能等待。</a:t>
            </a:r>
            <a:r>
              <a:rPr lang="en-US" altLang="zh-CN" sz="2500" b="1" dirty="0"/>
              <a:t> </a:t>
            </a:r>
            <a:endParaRPr lang="zh-CN" altLang="zh-CN" sz="2500" dirty="0"/>
          </a:p>
          <a:p>
            <a:pPr marL="0" indent="0">
              <a:buNone/>
            </a:pPr>
            <a:r>
              <a:rPr lang="zh-CN" altLang="zh-CN" sz="2500" dirty="0"/>
              <a:t>（</a:t>
            </a:r>
            <a:r>
              <a:rPr lang="en-US" altLang="zh-CN" sz="2500" dirty="0"/>
              <a:t>3</a:t>
            </a:r>
            <a:r>
              <a:rPr lang="zh-CN" altLang="zh-CN" sz="2500" dirty="0"/>
              <a:t>）</a:t>
            </a:r>
            <a:r>
              <a:rPr lang="zh-CN" altLang="zh-CN" sz="2500" b="1" dirty="0"/>
              <a:t>有限等待</a:t>
            </a:r>
            <a:r>
              <a:rPr lang="zh-CN" altLang="zh-CN" sz="2500" dirty="0"/>
              <a:t>。任何一个进程经有限时间等待后都能进入临界区，以免陷入</a:t>
            </a:r>
            <a:r>
              <a:rPr lang="en-US" altLang="zh-CN" sz="2500" dirty="0"/>
              <a:t>“</a:t>
            </a:r>
            <a:r>
              <a:rPr lang="zh-CN" altLang="zh-CN" sz="2500" dirty="0"/>
              <a:t>死等</a:t>
            </a:r>
            <a:r>
              <a:rPr lang="en-US" altLang="zh-CN" sz="2500" dirty="0"/>
              <a:t>”</a:t>
            </a:r>
            <a:r>
              <a:rPr lang="zh-CN" altLang="zh-CN" sz="2500" dirty="0"/>
              <a:t>状态。</a:t>
            </a:r>
            <a:r>
              <a:rPr lang="en-US" altLang="zh-CN" sz="2500" dirty="0"/>
              <a:t> </a:t>
            </a:r>
            <a:endParaRPr lang="zh-CN" altLang="zh-CN" sz="2500" dirty="0"/>
          </a:p>
          <a:p>
            <a:pPr marL="0" indent="0">
              <a:buNone/>
            </a:pPr>
            <a:r>
              <a:rPr lang="zh-CN" altLang="zh-CN" sz="2500" dirty="0"/>
              <a:t>（</a:t>
            </a:r>
            <a:r>
              <a:rPr lang="en-US" altLang="zh-CN" sz="2500" dirty="0"/>
              <a:t>4</a:t>
            </a:r>
            <a:r>
              <a:rPr lang="zh-CN" altLang="zh-CN" sz="2500" dirty="0"/>
              <a:t>）</a:t>
            </a:r>
            <a:r>
              <a:rPr lang="zh-CN" altLang="zh-CN" sz="2500" b="1" dirty="0"/>
              <a:t>让权等待</a:t>
            </a:r>
            <a:r>
              <a:rPr lang="zh-CN" altLang="zh-CN" sz="2500" dirty="0"/>
              <a:t>。当一个进程不能进入临界区时要立即阻塞自己，释放处理机让其它进程使用，避免</a:t>
            </a:r>
            <a:r>
              <a:rPr lang="en-US" altLang="zh-CN" sz="2500" dirty="0"/>
              <a:t>“</a:t>
            </a:r>
            <a:r>
              <a:rPr lang="zh-CN" altLang="zh-CN" sz="2500" dirty="0"/>
              <a:t>忙等</a:t>
            </a:r>
            <a:r>
              <a:rPr lang="en-US" altLang="zh-CN" sz="2500" dirty="0"/>
              <a:t>”</a:t>
            </a:r>
            <a:r>
              <a:rPr lang="zh-CN" altLang="zh-CN" sz="2500" dirty="0"/>
              <a:t>。</a:t>
            </a:r>
            <a:r>
              <a:rPr lang="en-US" altLang="zh-CN" sz="2500" dirty="0"/>
              <a:t> </a:t>
            </a:r>
            <a:endParaRPr lang="zh-CN" altLang="zh-CN" sz="25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242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C75A77-3FFE-F6A8-ED51-4867B70E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F62B1-5499-3024-4E48-450627012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某系统中有 </a:t>
            </a:r>
            <a:r>
              <a:rPr lang="en-US" altLang="zh-CN" dirty="0"/>
              <a:t>3 </a:t>
            </a:r>
            <a:r>
              <a:rPr lang="zh-CN" altLang="en-US" dirty="0"/>
              <a:t>个进程 </a:t>
            </a:r>
            <a:r>
              <a:rPr lang="en-US" altLang="zh-CN" dirty="0"/>
              <a:t>P1</a:t>
            </a:r>
            <a:r>
              <a:rPr lang="zh-CN" altLang="en-US" dirty="0"/>
              <a:t>、</a:t>
            </a:r>
            <a:r>
              <a:rPr lang="en-US" altLang="zh-CN" dirty="0"/>
              <a:t>P2</a:t>
            </a:r>
            <a:r>
              <a:rPr lang="zh-CN" altLang="en-US" dirty="0"/>
              <a:t>、</a:t>
            </a:r>
            <a:r>
              <a:rPr lang="en-US" altLang="zh-CN" dirty="0"/>
              <a:t>P3</a:t>
            </a:r>
            <a:r>
              <a:rPr lang="zh-CN" altLang="en-US" dirty="0"/>
              <a:t>，共享一个只能被 </a:t>
            </a:r>
            <a:r>
              <a:rPr lang="en-US" altLang="zh-CN" dirty="0"/>
              <a:t>1 </a:t>
            </a:r>
            <a:r>
              <a:rPr lang="zh-CN" altLang="en-US" dirty="0"/>
              <a:t>个进程使用的临界资源 </a:t>
            </a:r>
            <a:r>
              <a:rPr lang="en-US" altLang="zh-CN" dirty="0"/>
              <a:t>R</a:t>
            </a:r>
            <a:r>
              <a:rPr lang="zh-CN" altLang="en-US" dirty="0"/>
              <a:t>。现有如下互斥方案：“每个进程申请 </a:t>
            </a:r>
            <a:r>
              <a:rPr lang="en-US" altLang="zh-CN" dirty="0"/>
              <a:t>R </a:t>
            </a:r>
            <a:r>
              <a:rPr lang="zh-CN" altLang="en-US" dirty="0"/>
              <a:t>时，先检查是否有其他进程正在使用 </a:t>
            </a:r>
            <a:r>
              <a:rPr lang="en-US" altLang="zh-CN" dirty="0"/>
              <a:t>R</a:t>
            </a:r>
            <a:r>
              <a:rPr lang="zh-CN" altLang="en-US" dirty="0"/>
              <a:t>；若没有，则占用 </a:t>
            </a:r>
            <a:r>
              <a:rPr lang="en-US" altLang="zh-CN" dirty="0"/>
              <a:t>R</a:t>
            </a:r>
            <a:r>
              <a:rPr lang="zh-CN" altLang="en-US" dirty="0"/>
              <a:t>；若有，则持续循环检查，直到 </a:t>
            </a:r>
            <a:r>
              <a:rPr lang="en-US" altLang="zh-CN" dirty="0"/>
              <a:t>R </a:t>
            </a:r>
            <a:r>
              <a:rPr lang="zh-CN" altLang="en-US" dirty="0"/>
              <a:t>空闲”。 </a:t>
            </a:r>
            <a:endParaRPr lang="en-US" altLang="zh-CN" dirty="0"/>
          </a:p>
          <a:p>
            <a:r>
              <a:rPr lang="en-US" altLang="zh-CN" dirty="0"/>
              <a:t>1. </a:t>
            </a:r>
            <a:r>
              <a:rPr lang="zh-CN" altLang="en-US" dirty="0"/>
              <a:t>请判断该方案是否满足互斥的四大准则？ </a:t>
            </a:r>
            <a:endParaRPr lang="en-US" altLang="zh-CN" dirty="0"/>
          </a:p>
          <a:p>
            <a:r>
              <a:rPr lang="en-US" altLang="zh-CN" dirty="0"/>
              <a:t>2. </a:t>
            </a:r>
            <a:r>
              <a:rPr lang="zh-CN" altLang="en-US" dirty="0"/>
              <a:t>若不满足，指出违反的准则，并说明理由。 </a:t>
            </a:r>
            <a:endParaRPr lang="en-US" altLang="zh-CN" dirty="0"/>
          </a:p>
          <a:p>
            <a:r>
              <a:rPr lang="en-US" altLang="zh-CN" dirty="0"/>
              <a:t>3. </a:t>
            </a:r>
            <a:r>
              <a:rPr lang="zh-CN" altLang="en-US" dirty="0"/>
              <a:t>如果要修改方案以满足所有准则，如何修改？</a:t>
            </a:r>
          </a:p>
        </p:txBody>
      </p:sp>
    </p:spTree>
    <p:extLst>
      <p:ext uri="{BB962C8B-B14F-4D97-AF65-F5344CB8AC3E}">
        <p14:creationId xmlns:p14="http://schemas.microsoft.com/office/powerpoint/2010/main" val="217062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9CD97-A8D6-4C6B-4B8F-6373F32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349801-9410-8F10-5514-67450A76E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05" y="917893"/>
            <a:ext cx="10968990" cy="3631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下列关于 “临界区” 的描述，错误的是（ ）</a:t>
            </a:r>
          </a:p>
          <a:p>
            <a:pPr marL="0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进程中访问临界资源的那段代码称为临界区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B. </a:t>
            </a:r>
            <a:r>
              <a:rPr lang="zh-CN" altLang="en-US" dirty="0"/>
              <a:t>多个进程不能同时进入同一个临界区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C. </a:t>
            </a:r>
            <a:r>
              <a:rPr lang="zh-CN" altLang="en-US" dirty="0"/>
              <a:t>进程进入临界区前必须通过 “进入区” 的检查，离开时需执行 “退出区”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D. </a:t>
            </a:r>
            <a:r>
              <a:rPr lang="zh-CN" altLang="en-US" dirty="0"/>
              <a:t>为提高效率，一个进程可以长期占用临界区，直到其主动释放</a:t>
            </a:r>
          </a:p>
        </p:txBody>
      </p:sp>
    </p:spTree>
    <p:extLst>
      <p:ext uri="{BB962C8B-B14F-4D97-AF65-F5344CB8AC3E}">
        <p14:creationId xmlns:p14="http://schemas.microsoft.com/office/powerpoint/2010/main" val="272203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26613C-4506-4986-4399-0461A7E60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某系统中有 </a:t>
            </a:r>
            <a:r>
              <a:rPr lang="en-US" altLang="zh-CN" b="1" dirty="0"/>
              <a:t>2 </a:t>
            </a:r>
            <a:r>
              <a:rPr lang="zh-CN" altLang="en-US" b="1" dirty="0"/>
              <a:t>个进程 </a:t>
            </a:r>
            <a:r>
              <a:rPr lang="en-US" altLang="zh-CN" b="1" dirty="0"/>
              <a:t>P1</a:t>
            </a:r>
            <a:r>
              <a:rPr lang="zh-CN" altLang="en-US" b="1" dirty="0"/>
              <a:t>、</a:t>
            </a:r>
            <a:r>
              <a:rPr lang="en-US" altLang="zh-CN" b="1" dirty="0"/>
              <a:t>P2</a:t>
            </a:r>
            <a:r>
              <a:rPr lang="zh-CN" altLang="en-US" b="1" dirty="0"/>
              <a:t>，共享 </a:t>
            </a:r>
            <a:r>
              <a:rPr lang="en-US" altLang="zh-CN" b="1" dirty="0"/>
              <a:t>1 </a:t>
            </a:r>
            <a:r>
              <a:rPr lang="zh-CN" altLang="en-US" b="1" dirty="0"/>
              <a:t>台打印机（不可同时使用）。</a:t>
            </a:r>
            <a:r>
              <a:rPr lang="en-US" altLang="zh-CN" b="1" dirty="0"/>
              <a:t>P1 </a:t>
            </a:r>
            <a:r>
              <a:rPr lang="zh-CN" altLang="en-US" b="1" dirty="0"/>
              <a:t>打印时需先申请打印机，打印完成后释放；</a:t>
            </a:r>
            <a:r>
              <a:rPr lang="en-US" altLang="zh-CN" b="1" dirty="0"/>
              <a:t>P2 </a:t>
            </a:r>
            <a:r>
              <a:rPr lang="zh-CN" altLang="en-US" b="1" dirty="0"/>
              <a:t>同理。该场景中，进程 </a:t>
            </a:r>
            <a:r>
              <a:rPr lang="en-US" altLang="zh-CN" b="1" dirty="0"/>
              <a:t>P1 </a:t>
            </a:r>
            <a:r>
              <a:rPr lang="zh-CN" altLang="en-US" b="1" dirty="0"/>
              <a:t>与 </a:t>
            </a:r>
            <a:r>
              <a:rPr lang="en-US" altLang="zh-CN" b="1" dirty="0"/>
              <a:t>P2 </a:t>
            </a:r>
            <a:r>
              <a:rPr lang="zh-CN" altLang="en-US" b="1" dirty="0"/>
              <a:t>的关系属于（ ）</a:t>
            </a:r>
          </a:p>
          <a:p>
            <a:pPr marL="0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仅同步关系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B. </a:t>
            </a:r>
            <a:r>
              <a:rPr lang="zh-CN" altLang="en-US" dirty="0"/>
              <a:t>仅互斥关系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C. </a:t>
            </a:r>
            <a:r>
              <a:rPr lang="zh-CN" altLang="en-US" dirty="0"/>
              <a:t>既同步又互斥关系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D. </a:t>
            </a:r>
            <a:r>
              <a:rPr lang="zh-CN" altLang="en-US" dirty="0"/>
              <a:t>无同步也无互斥关系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156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AD2F7-4B11-E11F-C668-66466A4EC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1227455"/>
            <a:ext cx="10968990" cy="422465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互斥机制需满足四大准则：空闲让进、忙则等待、有限等待、让权等待。下列操作中，违反 “让权等待” 准则的是（ ）</a:t>
            </a:r>
          </a:p>
          <a:p>
            <a:pPr marL="0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进程 </a:t>
            </a:r>
            <a:r>
              <a:rPr lang="en-US" altLang="zh-CN" dirty="0"/>
              <a:t>P </a:t>
            </a:r>
            <a:r>
              <a:rPr lang="zh-CN" altLang="en-US" dirty="0"/>
              <a:t>申请临界资源失败后，主动放弃 </a:t>
            </a:r>
            <a:r>
              <a:rPr lang="en-US" altLang="zh-CN" dirty="0"/>
              <a:t>CPU</a:t>
            </a:r>
            <a:r>
              <a:rPr lang="zh-CN" altLang="en-US" dirty="0"/>
              <a:t>，进入阻塞态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B. </a:t>
            </a:r>
            <a:r>
              <a:rPr lang="zh-CN" altLang="en-US" dirty="0"/>
              <a:t>进程 </a:t>
            </a:r>
            <a:r>
              <a:rPr lang="en-US" altLang="zh-CN" dirty="0"/>
              <a:t>P </a:t>
            </a:r>
            <a:r>
              <a:rPr lang="zh-CN" altLang="en-US" dirty="0"/>
              <a:t>申请临界资源失败后，持续循环检查资源状态（“忙等”）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C. </a:t>
            </a:r>
            <a:r>
              <a:rPr lang="zh-CN" altLang="en-US" dirty="0"/>
              <a:t>进程 </a:t>
            </a:r>
            <a:r>
              <a:rPr lang="en-US" altLang="zh-CN" dirty="0"/>
              <a:t>P </a:t>
            </a:r>
            <a:r>
              <a:rPr lang="zh-CN" altLang="en-US" dirty="0"/>
              <a:t>释放临界资源时，唤醒等待队列中第一个等待的进程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D. </a:t>
            </a:r>
            <a:r>
              <a:rPr lang="zh-CN" altLang="en-US" dirty="0"/>
              <a:t>进程 </a:t>
            </a:r>
            <a:r>
              <a:rPr lang="en-US" altLang="zh-CN" dirty="0"/>
              <a:t>P </a:t>
            </a:r>
            <a:r>
              <a:rPr lang="zh-CN" altLang="en-US" dirty="0"/>
              <a:t>进入临界区后，在规定时间内完成操作并释放资源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988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69D18A49-179F-419E-9F9F-CFD527A7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3.1.2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同步机制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38AA72CE-7108-4E14-9385-3328804FC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38" y="917892"/>
            <a:ext cx="10968990" cy="502221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进程同步机制</a:t>
            </a:r>
            <a:r>
              <a:rPr lang="zh-CN" altLang="en-US" dirty="0"/>
              <a:t>：</a:t>
            </a:r>
            <a:r>
              <a:rPr lang="zh-CN" altLang="en-US" sz="2800" dirty="0"/>
              <a:t>采取某种措施，</a:t>
            </a:r>
            <a:r>
              <a:rPr lang="zh-CN" altLang="zh-CN" sz="2800" dirty="0"/>
              <a:t>保证进程能够</a:t>
            </a:r>
            <a:r>
              <a:rPr lang="zh-CN" altLang="zh-CN" sz="2800" dirty="0">
                <a:solidFill>
                  <a:srgbClr val="FF0000"/>
                </a:solidFill>
              </a:rPr>
              <a:t>正确</a:t>
            </a:r>
            <a:r>
              <a:rPr lang="zh-CN" altLang="zh-CN" sz="2800" dirty="0"/>
              <a:t>地互斥执行各自的临界区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zh-CN" sz="28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进程同步机制的实现方法</a:t>
            </a:r>
            <a:r>
              <a:rPr lang="zh-CN" altLang="en-US" sz="28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要保证操作的原子性</a:t>
            </a:r>
            <a:r>
              <a:rPr lang="zh-CN" altLang="en-US" sz="28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b="1" dirty="0"/>
              <a:t>硬件同步机制</a:t>
            </a:r>
            <a:r>
              <a:rPr lang="zh-CN" altLang="en-US" dirty="0"/>
              <a:t>：</a:t>
            </a:r>
            <a:r>
              <a:rPr lang="zh-CN" altLang="en-US" dirty="0">
                <a:latin typeface="仿宋_GB2312" pitchFamily="49" charset="-122"/>
              </a:rPr>
              <a:t>即</a:t>
            </a:r>
            <a:r>
              <a:rPr lang="zh-CN" altLang="zh-CN" dirty="0">
                <a:latin typeface="仿宋_GB2312" pitchFamily="49" charset="-122"/>
              </a:rPr>
              <a:t>通过硬件方式实现同步互斥操作</a:t>
            </a:r>
            <a:r>
              <a:rPr lang="zh-CN" altLang="en-US" dirty="0">
                <a:latin typeface="仿宋_GB2312" pitchFamily="49" charset="-122"/>
              </a:rPr>
              <a:t>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b="1" dirty="0"/>
              <a:t>信号量</a:t>
            </a:r>
            <a:r>
              <a:rPr lang="zh-CN" altLang="en-US" dirty="0"/>
              <a:t>：</a:t>
            </a:r>
            <a:r>
              <a:rPr lang="zh-CN" altLang="zh-CN" dirty="0">
                <a:latin typeface="仿宋_GB2312" pitchFamily="49" charset="-122"/>
              </a:rPr>
              <a:t>通过</a:t>
            </a:r>
            <a:r>
              <a:rPr lang="zh-CN" altLang="en-US" dirty="0">
                <a:latin typeface="仿宋_GB2312" pitchFamily="49" charset="-122"/>
              </a:rPr>
              <a:t>信号变量</a:t>
            </a:r>
            <a:r>
              <a:rPr lang="zh-CN" altLang="zh-CN" dirty="0">
                <a:latin typeface="仿宋_GB2312" pitchFamily="49" charset="-122"/>
              </a:rPr>
              <a:t>实现同步互斥操作</a:t>
            </a:r>
            <a:r>
              <a:rPr lang="zh-CN" altLang="en-US" dirty="0">
                <a:latin typeface="仿宋_GB2312" pitchFamily="49" charset="-122"/>
              </a:rPr>
              <a:t>。</a:t>
            </a:r>
            <a:endParaRPr lang="en-US" altLang="zh-CN" b="1" dirty="0"/>
          </a:p>
          <a:p>
            <a:pPr lvl="1" eaLnBrk="1" hangingPunct="1">
              <a:defRPr/>
            </a:pPr>
            <a:r>
              <a:rPr lang="zh-CN" altLang="en-US" b="1" dirty="0"/>
              <a:t>管程</a:t>
            </a:r>
            <a:r>
              <a:rPr lang="zh-CN" altLang="en-US" dirty="0"/>
              <a:t>：</a:t>
            </a:r>
            <a:r>
              <a:rPr lang="zh-CN" altLang="zh-CN" dirty="0">
                <a:latin typeface="仿宋_GB2312" pitchFamily="49" charset="-122"/>
              </a:rPr>
              <a:t>通过</a:t>
            </a:r>
            <a:r>
              <a:rPr lang="zh-CN" altLang="en-US" dirty="0">
                <a:latin typeface="仿宋_GB2312" pitchFamily="49" charset="-122"/>
              </a:rPr>
              <a:t>文件访问</a:t>
            </a:r>
            <a:r>
              <a:rPr lang="zh-CN" altLang="zh-CN" dirty="0">
                <a:latin typeface="仿宋_GB2312" pitchFamily="49" charset="-122"/>
              </a:rPr>
              <a:t>方式实现同步互斥操作</a:t>
            </a:r>
            <a:r>
              <a:rPr lang="zh-CN" altLang="en-US" dirty="0">
                <a:latin typeface="仿宋_GB2312" pitchFamily="49" charset="-122"/>
              </a:rPr>
              <a:t>。</a:t>
            </a:r>
            <a:endParaRPr lang="zh-CN" altLang="en-US" b="1" dirty="0"/>
          </a:p>
        </p:txBody>
      </p:sp>
      <p:pic>
        <p:nvPicPr>
          <p:cNvPr id="4" name="Picture 1" descr="C:\Documents and Settings\Admin\Application Data\Tencent\Users\5848760\QQ\WinTemp\RichOle\}BV)9]XES9E509POIYK)W0L.png">
            <a:extLst>
              <a:ext uri="{FF2B5EF4-FFF2-40B4-BE49-F238E27FC236}">
                <a16:creationId xmlns:a16="http://schemas.microsoft.com/office/drawing/2014/main" id="{2971AE81-3159-4877-A166-8A0C2227E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96942" y="3429000"/>
            <a:ext cx="3640861" cy="31895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86B9F-CECA-7948-9D42-E1FEA6B73AB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28646" y="1832703"/>
            <a:ext cx="10821394" cy="1976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B050"/>
                </a:solidFill>
              </a:rPr>
              <a:t>硬件同步机制是如何实现的？      </a:t>
            </a:r>
            <a:endParaRPr lang="en-US" altLang="zh-CN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0B050"/>
                </a:solidFill>
              </a:rPr>
              <a:t>                         </a:t>
            </a:r>
            <a:r>
              <a:rPr lang="zh-CN" altLang="en-US" sz="2800" b="1" dirty="0">
                <a:solidFill>
                  <a:srgbClr val="00B050"/>
                </a:solidFill>
              </a:rPr>
              <a:t>原语是如何实现的？</a:t>
            </a:r>
            <a:endParaRPr lang="en-US" altLang="zh-CN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zh-CN" altLang="en-US" sz="2800" b="1" dirty="0">
                <a:solidFill>
                  <a:srgbClr val="00B050"/>
                </a:solidFill>
              </a:rPr>
              <a:t>硬件同步机制、信号量、管程三种同步机制分别应用在哪些场景？</a:t>
            </a:r>
          </a:p>
        </p:txBody>
      </p:sp>
    </p:spTree>
    <p:extLst>
      <p:ext uri="{BB962C8B-B14F-4D97-AF65-F5344CB8AC3E}">
        <p14:creationId xmlns:p14="http://schemas.microsoft.com/office/powerpoint/2010/main" val="255739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.1.2  </a:t>
            </a:r>
            <a:r>
              <a:rPr lang="zh-CN" altLang="en-US" dirty="0"/>
              <a:t>硬件同步机制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96924" y="987172"/>
            <a:ext cx="5039848" cy="5468057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测试与设置指令（原子操作）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 err="1"/>
              <a:t>Test_and_Set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{  if</a:t>
            </a:r>
            <a:r>
              <a:rPr lang="zh-CN" altLang="zh-CN" dirty="0"/>
              <a:t>（</a:t>
            </a:r>
            <a:r>
              <a:rPr lang="en-US" altLang="zh-CN" dirty="0" err="1"/>
              <a:t>i</a:t>
            </a:r>
            <a:r>
              <a:rPr lang="en-US" altLang="zh-CN" dirty="0"/>
              <a:t>==0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r>
              <a:rPr lang="en-US" altLang="zh-CN" dirty="0"/>
              <a:t>            {  </a:t>
            </a:r>
            <a:r>
              <a:rPr lang="en-US" altLang="zh-CN" dirty="0" err="1"/>
              <a:t>i</a:t>
            </a:r>
            <a:r>
              <a:rPr lang="en-US" altLang="zh-CN" dirty="0"/>
              <a:t>=1;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       return true;  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else {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     return false;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   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5C1C2C-53C1-4C99-8FCF-2CBF496D3200}"/>
              </a:ext>
            </a:extLst>
          </p:cNvPr>
          <p:cNvSpPr txBox="1"/>
          <p:nvPr/>
        </p:nvSpPr>
        <p:spPr>
          <a:xfrm>
            <a:off x="5260728" y="3217863"/>
            <a:ext cx="4818803" cy="1134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判断和设置需一次性完成，不能被打断</a:t>
            </a:r>
            <a:r>
              <a:rPr lang="en-US" altLang="zh-CN" sz="2400" b="1" dirty="0">
                <a:solidFill>
                  <a:srgbClr val="FF0000"/>
                </a:solidFill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即要保证原子性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7FFA1F-C8D1-703A-3C9A-F720DFDA4F95}"/>
              </a:ext>
            </a:extLst>
          </p:cNvPr>
          <p:cNvSpPr txBox="1"/>
          <p:nvPr/>
        </p:nvSpPr>
        <p:spPr>
          <a:xfrm>
            <a:off x="5478663" y="1603418"/>
            <a:ext cx="43829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</a:rPr>
              <a:t>i</a:t>
            </a:r>
            <a:r>
              <a:rPr lang="en-US" altLang="zh-CN" sz="2400" dirty="0">
                <a:solidFill>
                  <a:srgbClr val="0000FF"/>
                </a:solidFill>
              </a:rPr>
              <a:t>=0 </a:t>
            </a:r>
            <a:r>
              <a:rPr lang="zh-CN" altLang="en-US" sz="2400" dirty="0">
                <a:solidFill>
                  <a:srgbClr val="0000FF"/>
                </a:solidFill>
              </a:rPr>
              <a:t>表示无进程进入（锁开着）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en-US" altLang="zh-CN" sz="2400" dirty="0" err="1">
                <a:solidFill>
                  <a:srgbClr val="0000FF"/>
                </a:solidFill>
              </a:rPr>
              <a:t>i</a:t>
            </a:r>
            <a:r>
              <a:rPr lang="en-US" altLang="zh-CN" sz="2400" dirty="0">
                <a:solidFill>
                  <a:srgbClr val="0000FF"/>
                </a:solidFill>
              </a:rPr>
              <a:t>=1</a:t>
            </a:r>
            <a:r>
              <a:rPr lang="zh-CN" altLang="en-US" sz="2400" dirty="0">
                <a:solidFill>
                  <a:srgbClr val="0000FF"/>
                </a:solidFill>
              </a:rPr>
              <a:t>表示已有进程进入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3405761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.1.2  </a:t>
            </a:r>
            <a:r>
              <a:rPr lang="zh-CN" altLang="en-US" dirty="0"/>
              <a:t>硬件同步机制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46198" y="944766"/>
            <a:ext cx="10845116" cy="5231957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dirty="0"/>
              <a:t>设</a:t>
            </a:r>
            <a:r>
              <a:rPr lang="en-US" altLang="zh-CN" dirty="0"/>
              <a:t>lock</a:t>
            </a:r>
            <a:r>
              <a:rPr lang="zh-CN" altLang="zh-CN" dirty="0"/>
              <a:t>为全局变量，</a:t>
            </a:r>
            <a:r>
              <a:rPr lang="zh-CN" altLang="zh-CN" dirty="0">
                <a:solidFill>
                  <a:srgbClr val="FF0000"/>
                </a:solidFill>
              </a:rPr>
              <a:t>初始值为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zh-CN" dirty="0">
                <a:solidFill>
                  <a:srgbClr val="FF0000"/>
                </a:solidFill>
              </a:rPr>
              <a:t>，表示无人进入</a:t>
            </a:r>
            <a:r>
              <a:rPr lang="zh-CN" altLang="zh-CN" dirty="0"/>
              <a:t>。利用</a:t>
            </a:r>
            <a:r>
              <a:rPr lang="en-US" altLang="zh-CN" dirty="0" err="1"/>
              <a:t>Test_and_Set</a:t>
            </a:r>
            <a:r>
              <a:rPr lang="zh-CN" altLang="zh-CN" dirty="0"/>
              <a:t>指令，即可实现对临界区的加锁与解锁。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do { 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        </a:t>
            </a:r>
            <a:r>
              <a:rPr lang="en-US" altLang="zh-CN" dirty="0"/>
              <a:t>while (!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Test_and_Set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(lock)</a:t>
            </a:r>
            <a:r>
              <a:rPr lang="en-US" altLang="zh-CN" dirty="0"/>
              <a:t>) </a:t>
            </a:r>
          </a:p>
          <a:p>
            <a:pPr marL="0" indent="0">
              <a:buNone/>
            </a:pPr>
            <a:r>
              <a:rPr lang="en-US" altLang="zh-CN" dirty="0"/>
              <a:t>              do skip;    //</a:t>
            </a:r>
            <a:r>
              <a:rPr lang="zh-CN" altLang="zh-CN" dirty="0"/>
              <a:t>循环等待；</a:t>
            </a:r>
            <a:r>
              <a:rPr lang="en-US" altLang="zh-CN" dirty="0"/>
              <a:t>entry section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b="1" dirty="0">
                <a:solidFill>
                  <a:srgbClr val="009900"/>
                </a:solidFill>
                <a:highlight>
                  <a:srgbClr val="D9D9D9"/>
                </a:highlight>
              </a:rPr>
              <a:t>critical section</a:t>
            </a:r>
            <a:r>
              <a:rPr lang="en-US" altLang="zh-CN" dirty="0"/>
              <a:t>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lock=false;                               //exit section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remainder section;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     }while(true);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9180972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.1.2  </a:t>
            </a:r>
            <a:r>
              <a:rPr lang="zh-CN" altLang="en-US" dirty="0"/>
              <a:t>硬件同步机制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056152" y="1098505"/>
            <a:ext cx="9382076" cy="5247866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交换指令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dirty="0"/>
              <a:t>void Exchange</a:t>
            </a:r>
            <a:r>
              <a:rPr lang="zh-CN" altLang="zh-CN" sz="2800" dirty="0"/>
              <a:t>（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register,int</a:t>
            </a:r>
            <a:r>
              <a:rPr lang="en-US" altLang="zh-CN" sz="2800" dirty="0"/>
              <a:t> memory</a:t>
            </a:r>
            <a:r>
              <a:rPr lang="zh-CN" altLang="zh-CN" sz="2800" dirty="0"/>
              <a:t>）</a:t>
            </a:r>
          </a:p>
          <a:p>
            <a:pPr marL="0" indent="0">
              <a:buNone/>
            </a:pPr>
            <a:r>
              <a:rPr lang="en-US" altLang="zh-CN" sz="2800" dirty="0"/>
              <a:t>   {  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temp</a:t>
            </a:r>
            <a:r>
              <a:rPr lang="zh-CN" altLang="zh-CN" sz="2800" dirty="0"/>
              <a:t>；</a:t>
            </a:r>
          </a:p>
          <a:p>
            <a:pPr marL="0" indent="0">
              <a:buNone/>
            </a:pPr>
            <a:r>
              <a:rPr lang="en-US" altLang="zh-CN" sz="2800" dirty="0"/>
              <a:t>          temp=memory</a:t>
            </a:r>
            <a:r>
              <a:rPr lang="zh-CN" altLang="zh-CN" sz="2800" dirty="0"/>
              <a:t>；</a:t>
            </a:r>
          </a:p>
          <a:p>
            <a:pPr marL="0" indent="0">
              <a:buNone/>
            </a:pPr>
            <a:r>
              <a:rPr lang="en-US" altLang="zh-CN" sz="2800" dirty="0"/>
              <a:t>          memory=register</a:t>
            </a:r>
            <a:r>
              <a:rPr lang="zh-CN" altLang="zh-CN" sz="2800" dirty="0"/>
              <a:t>；</a:t>
            </a:r>
          </a:p>
          <a:p>
            <a:pPr marL="0" indent="0">
              <a:buNone/>
            </a:pPr>
            <a:r>
              <a:rPr lang="en-US" altLang="zh-CN" sz="2800" dirty="0"/>
              <a:t>	 register=temp</a:t>
            </a:r>
            <a:r>
              <a:rPr lang="zh-CN" altLang="zh-CN" sz="2800" dirty="0"/>
              <a:t>；</a:t>
            </a:r>
          </a:p>
          <a:p>
            <a:pPr marL="0" indent="0">
              <a:buNone/>
            </a:pPr>
            <a:r>
              <a:rPr lang="en-US" altLang="zh-CN" sz="2800" dirty="0"/>
              <a:t>    }</a:t>
            </a:r>
            <a:endParaRPr lang="zh-CN" altLang="zh-CN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2593457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.1.2  </a:t>
            </a:r>
            <a:r>
              <a:rPr lang="zh-CN" altLang="en-US" dirty="0"/>
              <a:t>硬件同步机制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73274" y="1140708"/>
            <a:ext cx="10845116" cy="5231957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dirty="0"/>
              <a:t>设</a:t>
            </a:r>
            <a:r>
              <a:rPr lang="en-US" altLang="zh-CN" dirty="0"/>
              <a:t>lock</a:t>
            </a:r>
            <a:r>
              <a:rPr lang="zh-CN" altLang="zh-CN" dirty="0"/>
              <a:t>为全局变量（初值为</a:t>
            </a:r>
            <a:r>
              <a:rPr lang="en-US" altLang="zh-CN" dirty="0"/>
              <a:t>0</a:t>
            </a:r>
            <a:r>
              <a:rPr lang="zh-CN" altLang="zh-CN" dirty="0"/>
              <a:t>，表示无人进入），每个进程设一个局部变量</a:t>
            </a:r>
            <a:r>
              <a:rPr lang="en-US" altLang="zh-CN" dirty="0"/>
              <a:t>key</a:t>
            </a:r>
            <a:r>
              <a:rPr lang="zh-CN" altLang="zh-CN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利用</a:t>
            </a:r>
            <a:r>
              <a:rPr lang="en-US" altLang="zh-CN" dirty="0"/>
              <a:t>Exchange</a:t>
            </a:r>
            <a:r>
              <a:rPr lang="zh-CN" altLang="zh-CN" dirty="0"/>
              <a:t>指令，可实现对临界区的加锁与解锁。</a:t>
            </a:r>
          </a:p>
          <a:p>
            <a:pPr marL="0" indent="0">
              <a:buNone/>
            </a:pPr>
            <a:r>
              <a:rPr lang="en-US" altLang="zh-CN" dirty="0"/>
              <a:t>do{   </a:t>
            </a:r>
            <a:r>
              <a:rPr lang="en-US" altLang="zh-CN" dirty="0" err="1"/>
              <a:t>int</a:t>
            </a:r>
            <a:r>
              <a:rPr lang="en-US" altLang="zh-CN" dirty="0"/>
              <a:t> key=1;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while (key==1)  </a:t>
            </a:r>
            <a:r>
              <a:rPr lang="en-US" altLang="zh-CN" dirty="0">
                <a:solidFill>
                  <a:srgbClr val="FF0000"/>
                </a:solidFill>
              </a:rPr>
              <a:t>Exchange(</a:t>
            </a:r>
            <a:r>
              <a:rPr lang="en-US" altLang="zh-CN" dirty="0" err="1">
                <a:solidFill>
                  <a:srgbClr val="FF0000"/>
                </a:solidFill>
              </a:rPr>
              <a:t>key,lock</a:t>
            </a:r>
            <a:r>
              <a:rPr lang="en-US" altLang="zh-CN" dirty="0">
                <a:solidFill>
                  <a:srgbClr val="FF0000"/>
                </a:solidFill>
              </a:rPr>
              <a:t>);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      critical section;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Exchange(</a:t>
            </a:r>
            <a:r>
              <a:rPr lang="en-US" altLang="zh-CN" dirty="0" err="1"/>
              <a:t>key,lock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remainer</a:t>
            </a:r>
            <a:r>
              <a:rPr lang="en-US" altLang="zh-CN" dirty="0"/>
              <a:t> section;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}while(true);</a:t>
            </a:r>
            <a:endParaRPr lang="zh-CN" altLang="zh-CN" dirty="0"/>
          </a:p>
          <a:p>
            <a:pPr marL="0" indent="0">
              <a:buNone/>
            </a:pPr>
            <a:endParaRPr lang="zh-CN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6577787"/>
      </p:ext>
    </p:extLst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.1.2  </a:t>
            </a:r>
            <a:r>
              <a:rPr lang="zh-CN" altLang="en-US" dirty="0"/>
              <a:t>硬件同步机制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27314" y="1042233"/>
            <a:ext cx="9667186" cy="5391224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机器指令方法的优缺点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zh-CN" dirty="0"/>
              <a:t>使用专门的机器指令实施互斥有以下</a:t>
            </a:r>
            <a:r>
              <a:rPr lang="zh-CN" altLang="zh-CN" b="1" dirty="0"/>
              <a:t>优点</a:t>
            </a:r>
            <a:r>
              <a:rPr lang="zh-CN" altLang="zh-CN" dirty="0"/>
              <a:t>：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）适用于在单处理机或共享内存的多处理机上的任何数目的进程。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）非常简单且易于证明。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）可用于支持多临界区，每个临界区可以用其自己的变量定义。</a:t>
            </a:r>
          </a:p>
          <a:p>
            <a:pPr marL="0" indent="0">
              <a:buNone/>
            </a:pPr>
            <a:r>
              <a:rPr lang="zh-CN" altLang="zh-CN" dirty="0"/>
              <a:t>同样也存在一些严重的</a:t>
            </a:r>
            <a:r>
              <a:rPr lang="zh-CN" altLang="zh-CN" b="1" dirty="0"/>
              <a:t>缺点</a:t>
            </a:r>
            <a:r>
              <a:rPr lang="zh-CN" altLang="zh-CN" dirty="0"/>
              <a:t>：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）使用了忙等待。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）可能饥饿。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）可能死锁。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5403862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.1.3  </a:t>
            </a:r>
            <a:r>
              <a:rPr lang="zh-CN" altLang="en-US" dirty="0"/>
              <a:t>信号量机制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32577" y="1288475"/>
            <a:ext cx="10445023" cy="4281050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altLang="zh-CN" sz="2800" dirty="0"/>
              <a:t>      </a:t>
            </a:r>
            <a:r>
              <a:rPr lang="zh-CN" altLang="zh-CN" sz="2800" dirty="0"/>
              <a:t>著名的</a:t>
            </a:r>
            <a:r>
              <a:rPr lang="zh-CN" altLang="zh-CN" sz="2800" dirty="0">
                <a:solidFill>
                  <a:srgbClr val="0000FF"/>
                </a:solidFill>
              </a:rPr>
              <a:t>荷兰计算机学者</a:t>
            </a:r>
            <a:r>
              <a:rPr lang="en-US" altLang="zh-CN" sz="2800" dirty="0" err="1">
                <a:solidFill>
                  <a:srgbClr val="0000FF"/>
                </a:solidFill>
              </a:rPr>
              <a:t>Dijkstra</a:t>
            </a:r>
            <a:r>
              <a:rPr lang="zh-CN" altLang="zh-CN" sz="2800" dirty="0"/>
              <a:t>经过长期的操作系统研究与设计，于</a:t>
            </a:r>
            <a:r>
              <a:rPr lang="en-US" altLang="zh-CN" sz="2800" dirty="0"/>
              <a:t>1965</a:t>
            </a:r>
            <a:r>
              <a:rPr lang="zh-CN" altLang="zh-CN" sz="2800" dirty="0"/>
              <a:t>年提出了一种同步机制</a:t>
            </a:r>
            <a:r>
              <a:rPr lang="en-US" altLang="zh-CN" sz="2800" dirty="0"/>
              <a:t>——</a:t>
            </a:r>
            <a:r>
              <a:rPr lang="zh-CN" altLang="zh-CN" sz="2800" dirty="0"/>
              <a:t>信号量机制。该机制由一个称为信号量（</a:t>
            </a:r>
            <a:r>
              <a:rPr lang="en-US" altLang="zh-CN" sz="2800" dirty="0"/>
              <a:t>Semaphore</a:t>
            </a:r>
            <a:r>
              <a:rPr lang="zh-CN" altLang="zh-CN" sz="2800" dirty="0"/>
              <a:t>，也译为</a:t>
            </a:r>
            <a:r>
              <a:rPr lang="en-US" altLang="zh-CN" sz="2800" dirty="0"/>
              <a:t>“</a:t>
            </a:r>
            <a:r>
              <a:rPr lang="zh-CN" altLang="zh-CN" sz="2800" dirty="0"/>
              <a:t>信号灯</a:t>
            </a:r>
            <a:r>
              <a:rPr lang="en-US" altLang="zh-CN" sz="2800" dirty="0"/>
              <a:t>”</a:t>
            </a:r>
            <a:r>
              <a:rPr lang="zh-CN" altLang="zh-CN" sz="2800" dirty="0"/>
              <a:t>）的特殊变量和两个被命名为</a:t>
            </a:r>
            <a:r>
              <a:rPr lang="en-US" altLang="zh-CN" sz="2800" dirty="0"/>
              <a:t>P</a:t>
            </a:r>
            <a:r>
              <a:rPr lang="zh-CN" altLang="zh-CN" sz="2800" dirty="0"/>
              <a:t>、</a:t>
            </a:r>
            <a:r>
              <a:rPr lang="en-US" altLang="zh-CN" sz="2800" dirty="0"/>
              <a:t>V</a:t>
            </a:r>
            <a:r>
              <a:rPr lang="zh-CN" altLang="zh-CN" sz="2800" dirty="0"/>
              <a:t>操作的原语（分别对应</a:t>
            </a:r>
            <a:r>
              <a:rPr lang="en-US" altLang="zh-CN" sz="2800" dirty="0"/>
              <a:t>wait</a:t>
            </a:r>
            <a:r>
              <a:rPr lang="zh-CN" altLang="zh-CN" sz="2800" dirty="0"/>
              <a:t>（）和</a:t>
            </a:r>
            <a:r>
              <a:rPr lang="en-US" altLang="zh-CN" sz="2800" dirty="0"/>
              <a:t>signal</a:t>
            </a:r>
            <a:r>
              <a:rPr lang="zh-CN" altLang="zh-CN" sz="2800" dirty="0"/>
              <a:t>（））组成。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118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E28E9-F832-4B90-BC18-E46327D06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人物介绍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88D73-D30D-49BC-BCC4-7576A1DBB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520" y="905743"/>
            <a:ext cx="10968990" cy="5586497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dirty="0"/>
              <a:t>艾兹格</a:t>
            </a:r>
            <a:r>
              <a:rPr lang="en-US" altLang="zh-CN" dirty="0"/>
              <a:t>·W·</a:t>
            </a:r>
            <a:r>
              <a:rPr lang="zh-CN" altLang="en-US" dirty="0"/>
              <a:t>迪科斯彻 （</a:t>
            </a:r>
            <a:r>
              <a:rPr lang="en-US" altLang="zh-CN" dirty="0" err="1"/>
              <a:t>Edsger</a:t>
            </a:r>
            <a:r>
              <a:rPr lang="en-US" altLang="zh-CN" dirty="0"/>
              <a:t> </a:t>
            </a:r>
            <a:r>
              <a:rPr lang="en-US" altLang="zh-CN" dirty="0" err="1"/>
              <a:t>Wybe</a:t>
            </a:r>
            <a:r>
              <a:rPr lang="en-US" altLang="zh-CN" dirty="0"/>
              <a:t> Dijkstra</a:t>
            </a:r>
            <a:r>
              <a:rPr lang="zh-CN" altLang="en-US" dirty="0"/>
              <a:t>，</a:t>
            </a:r>
            <a:r>
              <a:rPr lang="en-US" altLang="zh-CN" dirty="0"/>
              <a:t>1930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11</a:t>
            </a:r>
            <a:r>
              <a:rPr lang="zh-CN" altLang="en-US" dirty="0"/>
              <a:t>日</a:t>
            </a:r>
            <a:r>
              <a:rPr lang="en-US" altLang="zh-CN" dirty="0"/>
              <a:t>~2002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日），生于荷兰鹿特丹， 计算机科学家，毕业就职于荷兰莱顿大学，早年钻研物理及数学，而后转为计算学。主要成就：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提出“结构化编程” 概念，批判 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Go To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语句有害”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;</a:t>
            </a: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提出信号量和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PV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原语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;</a:t>
            </a: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3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解决了“哲学家聚餐”问题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;</a:t>
            </a: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4 Dijkstra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最短路径算法和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3"/>
              </a:rPr>
              <a:t>银行家算法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的创造者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;</a:t>
            </a: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重要荣誉：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1972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年获图灵奖（计算机界最高荣誉），颁奖词认可其在程序设计语言科学与艺术领域的奠基性贡献；还曾获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1974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AFIPS Harry Goode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纪念奖、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1989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ACM SIGCSE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计算机科学教育杰出贡献奖、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2002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ACM PODC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最具影响力论文奖；是欧洲工程院首批院士。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6757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整型</a:t>
            </a:r>
            <a:r>
              <a:rPr lang="zh-CN" altLang="en-US" dirty="0"/>
              <a:t>信号量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17793" y="1070368"/>
            <a:ext cx="11138053" cy="5440602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最初由</a:t>
            </a:r>
            <a:r>
              <a:rPr lang="en-US" altLang="zh-CN" dirty="0" err="1"/>
              <a:t>Dijkstra</a:t>
            </a:r>
            <a:r>
              <a:rPr lang="zh-CN" altLang="zh-CN" dirty="0"/>
              <a:t>把</a:t>
            </a:r>
            <a:r>
              <a:rPr lang="zh-CN" altLang="zh-CN" dirty="0">
                <a:solidFill>
                  <a:srgbClr val="FF0000"/>
                </a:solidFill>
              </a:rPr>
              <a:t>信号量定义为一个整型量，代表资源数目或可同时使用该资源的进程个数</a:t>
            </a:r>
            <a:r>
              <a:rPr lang="zh-CN" altLang="zh-CN" dirty="0"/>
              <a:t>。</a:t>
            </a:r>
            <a:r>
              <a:rPr lang="zh-CN" altLang="zh-CN" dirty="0">
                <a:solidFill>
                  <a:srgbClr val="FF0000"/>
                </a:solidFill>
              </a:rPr>
              <a:t>信号量的初值为非负数</a:t>
            </a:r>
            <a:r>
              <a:rPr lang="zh-CN" altLang="zh-CN" dirty="0"/>
              <a:t>，除初始化外，</a:t>
            </a:r>
            <a:r>
              <a:rPr lang="zh-CN" altLang="zh-CN" dirty="0">
                <a:solidFill>
                  <a:srgbClr val="FF0000"/>
                </a:solidFill>
              </a:rPr>
              <a:t>仅能通过两个标准的原子操作</a:t>
            </a:r>
            <a:r>
              <a:rPr lang="en-US" altLang="zh-CN" dirty="0">
                <a:solidFill>
                  <a:srgbClr val="FF0000"/>
                </a:solidFill>
              </a:rPr>
              <a:t>wait(S)</a:t>
            </a:r>
            <a:r>
              <a:rPr lang="zh-CN" altLang="zh-CN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signal(S)</a:t>
            </a:r>
            <a:r>
              <a:rPr lang="zh-CN" altLang="zh-CN" dirty="0">
                <a:solidFill>
                  <a:srgbClr val="FF0000"/>
                </a:solidFill>
              </a:rPr>
              <a:t>来访问和修改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en-US" altLang="zh-CN" dirty="0"/>
              <a:t>wait</a:t>
            </a:r>
            <a:r>
              <a:rPr lang="zh-CN" altLang="zh-CN" dirty="0"/>
              <a:t>（</a:t>
            </a:r>
            <a:r>
              <a:rPr lang="en-US" altLang="zh-CN" dirty="0"/>
              <a:t>S</a:t>
            </a:r>
            <a:r>
              <a:rPr lang="zh-CN" altLang="zh-CN" dirty="0"/>
              <a:t>）和</a:t>
            </a:r>
            <a:r>
              <a:rPr lang="en-US" altLang="zh-CN" dirty="0"/>
              <a:t>signal</a:t>
            </a:r>
            <a:r>
              <a:rPr lang="zh-CN" altLang="zh-CN" dirty="0"/>
              <a:t>（</a:t>
            </a:r>
            <a:r>
              <a:rPr lang="en-US" altLang="zh-CN" dirty="0"/>
              <a:t>S</a:t>
            </a:r>
            <a:r>
              <a:rPr lang="zh-CN" altLang="zh-CN" dirty="0"/>
              <a:t>）操作可描述为：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semaphore  S</a:t>
            </a:r>
            <a:r>
              <a:rPr lang="zh-CN" altLang="zh-CN" dirty="0"/>
              <a:t>；</a:t>
            </a:r>
            <a:r>
              <a:rPr lang="en-US" altLang="zh-CN" dirty="0"/>
              <a:t>   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wait(S):   while S≤0 do no-op                             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       S=S-1;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signal(S): S=S+1;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</a:t>
            </a:r>
            <a:r>
              <a:rPr lang="zh-CN" altLang="zh-CN" dirty="0"/>
              <a:t>在该信号量机制的</a:t>
            </a:r>
            <a:r>
              <a:rPr lang="en-US" altLang="zh-CN" dirty="0"/>
              <a:t>wait</a:t>
            </a:r>
            <a:r>
              <a:rPr lang="zh-CN" altLang="zh-CN" dirty="0"/>
              <a:t>操作中，</a:t>
            </a:r>
            <a:r>
              <a:rPr lang="zh-CN" altLang="zh-CN" dirty="0">
                <a:solidFill>
                  <a:srgbClr val="0000FF"/>
                </a:solidFill>
              </a:rPr>
              <a:t>只要信号量</a:t>
            </a:r>
            <a:r>
              <a:rPr lang="en-US" altLang="zh-CN" dirty="0">
                <a:solidFill>
                  <a:srgbClr val="0000FF"/>
                </a:solidFill>
              </a:rPr>
              <a:t>S≤0</a:t>
            </a:r>
            <a:r>
              <a:rPr lang="zh-CN" altLang="zh-CN" dirty="0">
                <a:solidFill>
                  <a:srgbClr val="0000FF"/>
                </a:solidFill>
              </a:rPr>
              <a:t>，就会不断地测试，直到</a:t>
            </a:r>
            <a:r>
              <a:rPr lang="en-US" altLang="zh-CN" dirty="0">
                <a:solidFill>
                  <a:srgbClr val="0000FF"/>
                </a:solidFill>
              </a:rPr>
              <a:t>S&gt;0</a:t>
            </a:r>
            <a:r>
              <a:rPr lang="zh-CN" altLang="zh-CN" dirty="0">
                <a:solidFill>
                  <a:srgbClr val="0000FF"/>
                </a:solidFill>
              </a:rPr>
              <a:t>。</a:t>
            </a:r>
            <a:r>
              <a:rPr lang="zh-CN" altLang="zh-CN" dirty="0"/>
              <a:t>因此，该机制并未遵循</a:t>
            </a:r>
            <a:r>
              <a:rPr lang="en-US" altLang="zh-CN" dirty="0"/>
              <a:t>“</a:t>
            </a:r>
            <a:r>
              <a:rPr lang="zh-CN" altLang="zh-CN" dirty="0"/>
              <a:t>让权等待</a:t>
            </a:r>
            <a:r>
              <a:rPr lang="en-US" altLang="zh-CN" dirty="0"/>
              <a:t>”</a:t>
            </a:r>
            <a:r>
              <a:rPr lang="zh-CN" altLang="zh-CN" dirty="0"/>
              <a:t>的准则， 而是使进程一直处于</a:t>
            </a:r>
            <a:r>
              <a:rPr lang="en-US" altLang="zh-CN" b="1" dirty="0">
                <a:solidFill>
                  <a:srgbClr val="0000FF"/>
                </a:solidFill>
              </a:rPr>
              <a:t>“</a:t>
            </a:r>
            <a:r>
              <a:rPr lang="zh-CN" altLang="zh-CN" b="1" dirty="0">
                <a:solidFill>
                  <a:srgbClr val="0000FF"/>
                </a:solidFill>
              </a:rPr>
              <a:t>忙等</a:t>
            </a:r>
            <a:r>
              <a:rPr lang="en-US" altLang="zh-CN" b="1" dirty="0">
                <a:solidFill>
                  <a:srgbClr val="0000FF"/>
                </a:solidFill>
              </a:rPr>
              <a:t>”</a:t>
            </a:r>
            <a:r>
              <a:rPr lang="zh-CN" altLang="zh-CN" dirty="0"/>
              <a:t>状态。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561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/>
              <a:t>记录</a:t>
            </a:r>
            <a:r>
              <a:rPr lang="zh-CN" altLang="en-US" dirty="0">
                <a:sym typeface="+mn-ea"/>
              </a:rPr>
              <a:t>型</a:t>
            </a:r>
            <a:r>
              <a:rPr lang="zh-CN" altLang="en-US" dirty="0"/>
              <a:t>信号量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06777" y="1070367"/>
            <a:ext cx="10691106" cy="4823657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该信号量机制，是一种不存在</a:t>
            </a:r>
            <a:r>
              <a:rPr lang="en-US" altLang="zh-CN" dirty="0"/>
              <a:t>“</a:t>
            </a:r>
            <a:r>
              <a:rPr lang="zh-CN" altLang="zh-CN" dirty="0"/>
              <a:t>忙等</a:t>
            </a:r>
            <a:r>
              <a:rPr lang="en-US" altLang="zh-CN" dirty="0"/>
              <a:t>”</a:t>
            </a:r>
            <a:r>
              <a:rPr lang="zh-CN" altLang="zh-CN" dirty="0"/>
              <a:t>现象的进程同步机制。但在采取了</a:t>
            </a:r>
            <a:r>
              <a:rPr lang="en-US" altLang="zh-CN" dirty="0"/>
              <a:t>“</a:t>
            </a:r>
            <a:r>
              <a:rPr lang="zh-CN" altLang="zh-CN" dirty="0"/>
              <a:t>让权等待</a:t>
            </a:r>
            <a:r>
              <a:rPr lang="en-US" altLang="zh-CN" dirty="0"/>
              <a:t>”</a:t>
            </a:r>
            <a:r>
              <a:rPr lang="zh-CN" altLang="zh-CN" dirty="0"/>
              <a:t>的策略后，又会出现多个进程等待访问同一临界资源的情况。为此，在信号量机制中，除了需要一个</a:t>
            </a:r>
            <a:r>
              <a:rPr lang="zh-CN" altLang="zh-CN" dirty="0">
                <a:solidFill>
                  <a:srgbClr val="FF0000"/>
                </a:solidFill>
              </a:rPr>
              <a:t>用于代表资源数目的整型变量</a:t>
            </a:r>
            <a:r>
              <a:rPr lang="en-US" altLang="zh-CN" dirty="0">
                <a:solidFill>
                  <a:srgbClr val="FF0000"/>
                </a:solidFill>
              </a:rPr>
              <a:t>count</a:t>
            </a:r>
            <a:r>
              <a:rPr lang="zh-CN" altLang="zh-CN" dirty="0"/>
              <a:t>外，还应</a:t>
            </a:r>
            <a:r>
              <a:rPr lang="zh-CN" altLang="zh-CN" dirty="0">
                <a:solidFill>
                  <a:srgbClr val="0000FF"/>
                </a:solidFill>
              </a:rPr>
              <a:t>增加一个进程链表指针</a:t>
            </a:r>
            <a:r>
              <a:rPr lang="en-US" altLang="zh-CN" dirty="0">
                <a:solidFill>
                  <a:srgbClr val="0000FF"/>
                </a:solidFill>
              </a:rPr>
              <a:t>queue</a:t>
            </a:r>
            <a:r>
              <a:rPr lang="zh-CN" altLang="zh-CN" dirty="0">
                <a:solidFill>
                  <a:srgbClr val="0000FF"/>
                </a:solidFill>
              </a:rPr>
              <a:t>，用于链接上述所有等待进程</a:t>
            </a:r>
            <a:r>
              <a:rPr lang="zh-CN" altLang="zh-CN" dirty="0"/>
              <a:t>。此信号量定义如下：</a:t>
            </a:r>
          </a:p>
          <a:p>
            <a:pPr marL="0" indent="0">
              <a:buNone/>
            </a:pP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/>
              <a:t>struct</a:t>
            </a:r>
            <a:r>
              <a:rPr lang="en-US" altLang="zh-CN" dirty="0"/>
              <a:t> {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                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count</a:t>
            </a:r>
            <a:r>
              <a:rPr lang="zh-CN" altLang="zh-CN" dirty="0"/>
              <a:t>；</a:t>
            </a:r>
            <a:r>
              <a:rPr lang="en-US" altLang="zh-CN" dirty="0"/>
              <a:t>        //</a:t>
            </a:r>
            <a:r>
              <a:rPr lang="zh-CN" altLang="en-US" dirty="0"/>
              <a:t>代表临界资源的数量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                 </a:t>
            </a:r>
            <a:r>
              <a:rPr lang="en-US" altLang="zh-CN" dirty="0" err="1"/>
              <a:t>queueType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*queue</a:t>
            </a:r>
            <a:r>
              <a:rPr lang="zh-CN" altLang="zh-CN" dirty="0"/>
              <a:t>；</a:t>
            </a:r>
            <a:r>
              <a:rPr lang="en-US" altLang="zh-CN" dirty="0"/>
              <a:t>    //</a:t>
            </a:r>
            <a:r>
              <a:rPr lang="zh-CN" altLang="en-US" dirty="0"/>
              <a:t>等待临界资源的进程</a:t>
            </a:r>
            <a:r>
              <a:rPr lang="en-US" altLang="zh-CN" dirty="0"/>
              <a:t>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              } semaphore</a:t>
            </a:r>
            <a:r>
              <a:rPr lang="zh-CN" altLang="zh-CN" dirty="0"/>
              <a:t>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D085C6-0DBE-4BDC-B81A-A77CBD0702A6}"/>
              </a:ext>
            </a:extLst>
          </p:cNvPr>
          <p:cNvSpPr txBox="1"/>
          <p:nvPr/>
        </p:nvSpPr>
        <p:spPr>
          <a:xfrm>
            <a:off x="1406045" y="6085609"/>
            <a:ext cx="6278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通常，一类资源定义一个信号量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387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/>
              <a:t>记录</a:t>
            </a:r>
            <a:r>
              <a:rPr lang="zh-CN" altLang="en-US" dirty="0">
                <a:sym typeface="+mn-ea"/>
              </a:rPr>
              <a:t>型</a:t>
            </a:r>
            <a:r>
              <a:rPr lang="zh-CN" altLang="en-US" dirty="0"/>
              <a:t>信号量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39256" y="996233"/>
            <a:ext cx="11240463" cy="566331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200" dirty="0">
                <a:solidFill>
                  <a:srgbClr val="0000FF"/>
                </a:solidFill>
              </a:rPr>
              <a:t>wait</a:t>
            </a:r>
            <a:r>
              <a:rPr lang="zh-CN" altLang="zh-CN" sz="2200" dirty="0">
                <a:solidFill>
                  <a:srgbClr val="0000FF"/>
                </a:solidFill>
              </a:rPr>
              <a:t>（</a:t>
            </a:r>
            <a:r>
              <a:rPr lang="en-US" altLang="zh-CN" sz="2200" dirty="0">
                <a:solidFill>
                  <a:srgbClr val="0000FF"/>
                </a:solidFill>
              </a:rPr>
              <a:t>S</a:t>
            </a:r>
            <a:r>
              <a:rPr lang="zh-CN" altLang="zh-CN" sz="2200" dirty="0">
                <a:solidFill>
                  <a:srgbClr val="0000FF"/>
                </a:solidFill>
              </a:rPr>
              <a:t>）操作可描述为：</a:t>
            </a:r>
            <a:r>
              <a:rPr lang="en-US" altLang="zh-CN" sz="2200" dirty="0">
                <a:solidFill>
                  <a:srgbClr val="0000FF"/>
                </a:solidFill>
              </a:rPr>
              <a:t>        block(</a:t>
            </a:r>
            <a:r>
              <a:rPr lang="en-US" altLang="zh-CN" sz="2200" dirty="0" err="1">
                <a:solidFill>
                  <a:srgbClr val="0000FF"/>
                </a:solidFill>
              </a:rPr>
              <a:t>S.p</a:t>
            </a:r>
            <a:r>
              <a:rPr lang="en-US" altLang="zh-CN" sz="2200" dirty="0">
                <a:solidFill>
                  <a:srgbClr val="0000FF"/>
                </a:solidFill>
              </a:rPr>
              <a:t>) </a:t>
            </a:r>
            <a:r>
              <a:rPr lang="zh-CN" altLang="en-US" sz="2200" dirty="0">
                <a:solidFill>
                  <a:srgbClr val="0000FF"/>
                </a:solidFill>
              </a:rPr>
              <a:t>是阻塞原语，</a:t>
            </a:r>
            <a:r>
              <a:rPr lang="en-US" altLang="zh-CN" sz="2200" dirty="0">
                <a:solidFill>
                  <a:srgbClr val="0000FF"/>
                </a:solidFill>
              </a:rPr>
              <a:t> wakeup(</a:t>
            </a:r>
            <a:r>
              <a:rPr lang="en-US" altLang="zh-CN" sz="2200" dirty="0" err="1">
                <a:solidFill>
                  <a:srgbClr val="0000FF"/>
                </a:solidFill>
              </a:rPr>
              <a:t>S.p</a:t>
            </a:r>
            <a:r>
              <a:rPr lang="en-US" altLang="zh-CN" sz="2200" dirty="0">
                <a:solidFill>
                  <a:srgbClr val="0000FF"/>
                </a:solidFill>
              </a:rPr>
              <a:t>) </a:t>
            </a:r>
            <a:r>
              <a:rPr lang="zh-CN" altLang="en-US" sz="2200" dirty="0">
                <a:solidFill>
                  <a:srgbClr val="0000FF"/>
                </a:solidFill>
              </a:rPr>
              <a:t>是唤醒原语</a:t>
            </a:r>
            <a:endParaRPr lang="zh-CN" altLang="zh-CN" sz="2200" dirty="0">
              <a:solidFill>
                <a:srgbClr val="0000FF"/>
              </a:solidFill>
            </a:endParaRP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b="1" dirty="0">
                <a:solidFill>
                  <a:srgbClr val="009900"/>
                </a:solidFill>
              </a:rPr>
              <a:t>semaphore  S</a:t>
            </a:r>
            <a:r>
              <a:rPr lang="zh-CN" altLang="zh-CN" sz="2200" b="1" dirty="0">
                <a:solidFill>
                  <a:srgbClr val="009900"/>
                </a:solidFill>
              </a:rPr>
              <a:t>；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void wait(S)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{     </a:t>
            </a:r>
            <a:r>
              <a:rPr lang="en-US" altLang="zh-CN" sz="2200" dirty="0" err="1"/>
              <a:t>S.count</a:t>
            </a:r>
            <a:r>
              <a:rPr lang="en-US" altLang="zh-CN" sz="2200" dirty="0"/>
              <a:t> - -</a:t>
            </a:r>
            <a:r>
              <a:rPr lang="zh-CN" altLang="zh-CN" sz="2200" dirty="0"/>
              <a:t>；</a:t>
            </a:r>
            <a:r>
              <a:rPr lang="en-US" altLang="zh-CN" sz="2200" dirty="0"/>
              <a:t>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      if (</a:t>
            </a:r>
            <a:r>
              <a:rPr lang="en-US" altLang="zh-CN" sz="2200" dirty="0" err="1"/>
              <a:t>S.count</a:t>
            </a:r>
            <a:r>
              <a:rPr lang="zh-CN" altLang="zh-CN" sz="2200" dirty="0"/>
              <a:t>＜</a:t>
            </a:r>
            <a:r>
              <a:rPr lang="en-US" altLang="zh-CN" sz="2200" dirty="0"/>
              <a:t>0)  {   block(</a:t>
            </a:r>
            <a:r>
              <a:rPr lang="en-US" altLang="zh-CN" sz="2200" dirty="0" err="1"/>
              <a:t>S.queue</a:t>
            </a:r>
            <a:r>
              <a:rPr lang="en-US" altLang="zh-CN" sz="2200" dirty="0"/>
              <a:t>)</a:t>
            </a:r>
            <a:r>
              <a:rPr lang="zh-CN" altLang="zh-CN" sz="2200" dirty="0"/>
              <a:t>；</a:t>
            </a:r>
            <a:r>
              <a:rPr lang="en-US" altLang="zh-CN" sz="2200" dirty="0"/>
              <a:t>    //</a:t>
            </a:r>
            <a:r>
              <a:rPr lang="zh-CN" altLang="zh-CN" sz="2200" dirty="0"/>
              <a:t>阻塞该进程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                                  </a:t>
            </a:r>
            <a:r>
              <a:rPr lang="zh-CN" altLang="zh-CN" sz="2200" dirty="0"/>
              <a:t>链接到</a:t>
            </a:r>
            <a:r>
              <a:rPr lang="en-US" altLang="zh-CN" sz="2200" dirty="0" err="1"/>
              <a:t>S.queue</a:t>
            </a:r>
            <a:r>
              <a:rPr lang="zh-CN" altLang="zh-CN" sz="2200" dirty="0"/>
              <a:t>队列；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                               }        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dirty="0">
                <a:solidFill>
                  <a:srgbClr val="0000FF"/>
                </a:solidFill>
              </a:rPr>
              <a:t>signal</a:t>
            </a:r>
            <a:r>
              <a:rPr lang="zh-CN" altLang="zh-CN" sz="2200" dirty="0">
                <a:solidFill>
                  <a:srgbClr val="0000FF"/>
                </a:solidFill>
              </a:rPr>
              <a:t>（</a:t>
            </a:r>
            <a:r>
              <a:rPr lang="en-US" altLang="zh-CN" sz="2200" dirty="0">
                <a:solidFill>
                  <a:srgbClr val="0000FF"/>
                </a:solidFill>
              </a:rPr>
              <a:t>S</a:t>
            </a:r>
            <a:r>
              <a:rPr lang="zh-CN" altLang="zh-CN" sz="2200" dirty="0">
                <a:solidFill>
                  <a:srgbClr val="0000FF"/>
                </a:solidFill>
              </a:rPr>
              <a:t>）操作可描述为：</a:t>
            </a:r>
            <a:r>
              <a:rPr lang="en-US" altLang="zh-CN" sz="2200" dirty="0">
                <a:solidFill>
                  <a:srgbClr val="0000FF"/>
                </a:solidFill>
              </a:rPr>
              <a:t></a:t>
            </a:r>
            <a:endParaRPr lang="zh-CN" altLang="zh-CN" sz="2200" dirty="0">
              <a:solidFill>
                <a:srgbClr val="0000FF"/>
              </a:solidFill>
            </a:endParaRP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void signal(S)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{    </a:t>
            </a:r>
            <a:r>
              <a:rPr lang="en-US" altLang="zh-CN" sz="2200" dirty="0" err="1"/>
              <a:t>S.count</a:t>
            </a:r>
            <a:r>
              <a:rPr lang="en-US" altLang="zh-CN" sz="2200" dirty="0"/>
              <a:t> ++</a:t>
            </a:r>
            <a:r>
              <a:rPr lang="zh-CN" altLang="zh-CN" sz="2200" dirty="0"/>
              <a:t>；</a:t>
            </a:r>
            <a:r>
              <a:rPr lang="en-US" altLang="zh-CN" sz="2200" dirty="0"/>
              <a:t>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     if (</a:t>
            </a:r>
            <a:r>
              <a:rPr lang="en-US" altLang="zh-CN" sz="2200" dirty="0" err="1"/>
              <a:t>S.count</a:t>
            </a:r>
            <a:r>
              <a:rPr lang="zh-CN" altLang="zh-CN" sz="2200" dirty="0"/>
              <a:t>＜</a:t>
            </a:r>
            <a:r>
              <a:rPr lang="en-US" altLang="zh-CN" sz="2200" dirty="0"/>
              <a:t>=0) wakeup(</a:t>
            </a:r>
            <a:r>
              <a:rPr lang="en-US" altLang="zh-CN" sz="2200" dirty="0" err="1"/>
              <a:t>S.queue</a:t>
            </a:r>
            <a:r>
              <a:rPr lang="en-US" altLang="zh-CN" sz="2200" dirty="0"/>
              <a:t>);  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200" dirty="0"/>
              <a:t>}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buNone/>
            </a:pPr>
            <a:endParaRPr lang="zh-CN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169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FC2BC5-7010-9BC8-33AF-80FCCE2C8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29" y="1227456"/>
            <a:ext cx="11009363" cy="3161664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信号量值</a:t>
            </a:r>
            <a:r>
              <a:rPr lang="en-US" altLang="zh-CN" sz="2800" dirty="0"/>
              <a:t>count</a:t>
            </a:r>
            <a:r>
              <a:rPr lang="zh-CN" altLang="en-US" sz="2800" dirty="0"/>
              <a:t>的含义：</a:t>
            </a:r>
            <a:endParaRPr lang="en-US" altLang="zh-CN" sz="2800" dirty="0"/>
          </a:p>
          <a:p>
            <a:pPr lvl="1"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zh-CN" altLang="en-US" sz="2800" dirty="0"/>
              <a:t>其值为正，表示资源的数量</a:t>
            </a:r>
            <a:endParaRPr lang="en-US" altLang="zh-CN" sz="2800" dirty="0"/>
          </a:p>
          <a:p>
            <a:pPr lvl="1"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zh-CN" altLang="en-US" sz="2800" dirty="0"/>
              <a:t>其值为</a:t>
            </a:r>
            <a:r>
              <a:rPr lang="en-US" altLang="zh-CN" sz="2800" dirty="0"/>
              <a:t>0 </a:t>
            </a:r>
            <a:r>
              <a:rPr lang="zh-CN" altLang="en-US" sz="2800" dirty="0"/>
              <a:t>，表示没有资源，没有等待的进程</a:t>
            </a:r>
            <a:endParaRPr lang="en-US" altLang="zh-CN" sz="2800" dirty="0"/>
          </a:p>
          <a:p>
            <a:pPr lvl="1"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zh-CN" altLang="en-US" sz="2800" dirty="0"/>
              <a:t>其值为负，表示没有资源，有等待该资源的进程，</a:t>
            </a:r>
            <a:r>
              <a:rPr lang="en-US" altLang="zh-CN" sz="2800" dirty="0"/>
              <a:t>count</a:t>
            </a:r>
            <a:r>
              <a:rPr lang="zh-CN" altLang="en-US" sz="2800" dirty="0"/>
              <a:t>的绝对值表示等待的进程数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852B3F7-7AB3-16AB-2DB9-395F244C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96" y="114370"/>
            <a:ext cx="7008826" cy="705600"/>
          </a:xfrm>
        </p:spPr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/>
              <a:t>记录</a:t>
            </a:r>
            <a:r>
              <a:rPr lang="zh-CN" altLang="en-US" dirty="0">
                <a:sym typeface="+mn-ea"/>
              </a:rPr>
              <a:t>型</a:t>
            </a:r>
            <a:r>
              <a:rPr lang="zh-CN" altLang="en-US" dirty="0"/>
              <a:t>信号量</a:t>
            </a:r>
          </a:p>
        </p:txBody>
      </p:sp>
    </p:spTree>
    <p:extLst>
      <p:ext uri="{BB962C8B-B14F-4D97-AF65-F5344CB8AC3E}">
        <p14:creationId xmlns:p14="http://schemas.microsoft.com/office/powerpoint/2010/main" val="187083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5992B-B3B6-8F40-F166-B7C506F8F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21" y="867543"/>
            <a:ext cx="10007241" cy="705600"/>
          </a:xfrm>
        </p:spPr>
        <p:txBody>
          <a:bodyPr/>
          <a:lstStyle/>
          <a:p>
            <a:r>
              <a:rPr lang="zh-CN" altLang="en-US" dirty="0"/>
              <a:t>选择题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03A280-5537-6FC7-BC9C-82A699F4D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06" y="1706137"/>
            <a:ext cx="10520587" cy="4443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以下关于信号量的描述中，错误的是（    ）：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A. </a:t>
            </a:r>
            <a:r>
              <a:rPr lang="zh-CN" altLang="en-US" sz="2800" dirty="0"/>
              <a:t>如果信号量值是一个非负整数，表示可用资源的数量。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B. P</a:t>
            </a:r>
            <a:r>
              <a:rPr lang="zh-CN" altLang="en-US" sz="2800" dirty="0"/>
              <a:t>操作（也称为</a:t>
            </a:r>
            <a:r>
              <a:rPr lang="en-US" altLang="zh-CN" sz="2800" dirty="0"/>
              <a:t>wait</a:t>
            </a:r>
            <a:r>
              <a:rPr lang="zh-CN" altLang="en-US" sz="2800" dirty="0"/>
              <a:t>或</a:t>
            </a:r>
            <a:r>
              <a:rPr lang="en-US" altLang="zh-CN" sz="2800" dirty="0"/>
              <a:t>down</a:t>
            </a:r>
            <a:r>
              <a:rPr lang="zh-CN" altLang="en-US" sz="2800" dirty="0"/>
              <a:t>操作）用于请求资源，可能导致进程阻塞。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C. V</a:t>
            </a:r>
            <a:r>
              <a:rPr lang="zh-CN" altLang="en-US" sz="2800" dirty="0"/>
              <a:t>操作（也称为</a:t>
            </a:r>
            <a:r>
              <a:rPr lang="en-US" altLang="zh-CN" sz="2800" dirty="0"/>
              <a:t>signal</a:t>
            </a:r>
            <a:r>
              <a:rPr lang="zh-CN" altLang="en-US" sz="2800" dirty="0"/>
              <a:t>或</a:t>
            </a:r>
            <a:r>
              <a:rPr lang="en-US" altLang="zh-CN" sz="2800" dirty="0"/>
              <a:t>up</a:t>
            </a:r>
            <a:r>
              <a:rPr lang="zh-CN" altLang="en-US" sz="2800" dirty="0"/>
              <a:t>操作）用于释放资源，一定能够唤醒一个等待的进程。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D. </a:t>
            </a:r>
            <a:r>
              <a:rPr lang="zh-CN" altLang="en-US" sz="2800" dirty="0"/>
              <a:t>信号量可以用于实现进程间的同步与互斥。</a:t>
            </a:r>
          </a:p>
        </p:txBody>
      </p:sp>
    </p:spTree>
    <p:extLst>
      <p:ext uri="{BB962C8B-B14F-4D97-AF65-F5344CB8AC3E}">
        <p14:creationId xmlns:p14="http://schemas.microsoft.com/office/powerpoint/2010/main" val="202900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/>
              <a:t>信号量的使用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39827" y="1014095"/>
            <a:ext cx="10869071" cy="540873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3200" b="1" dirty="0"/>
              <a:t>（</a:t>
            </a:r>
            <a:r>
              <a:rPr lang="en-US" altLang="zh-CN" sz="3200" b="1" dirty="0"/>
              <a:t>1</a:t>
            </a:r>
            <a:r>
              <a:rPr lang="zh-CN" altLang="zh-CN" sz="3200" b="1" dirty="0"/>
              <a:t>）用于实现互斥：</a:t>
            </a:r>
            <a:endParaRPr lang="en-US" altLang="zh-CN" sz="32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     </a:t>
            </a:r>
            <a:r>
              <a:rPr lang="zh-CN" altLang="zh-CN" sz="2800" dirty="0"/>
              <a:t>例如，用于</a:t>
            </a:r>
            <a:r>
              <a:rPr lang="en-US" altLang="zh-CN" sz="2800" dirty="0"/>
              <a:t>n</a:t>
            </a:r>
            <a:r>
              <a:rPr lang="zh-CN" altLang="zh-CN" sz="2800" dirty="0"/>
              <a:t>个进程的临界区之间互斥，设</a:t>
            </a:r>
            <a:r>
              <a:rPr lang="en-US" altLang="zh-CN" sz="2800" dirty="0"/>
              <a:t>n</a:t>
            </a:r>
            <a:r>
              <a:rPr lang="zh-CN" altLang="zh-CN" sz="2800" dirty="0"/>
              <a:t>个进程共享一个</a:t>
            </a:r>
            <a:r>
              <a:rPr lang="zh-CN" altLang="zh-CN" sz="2800" b="1" dirty="0">
                <a:solidFill>
                  <a:srgbClr val="0000FF"/>
                </a:solidFill>
              </a:rPr>
              <a:t>信号量</a:t>
            </a:r>
            <a:r>
              <a:rPr lang="en-US" altLang="zh-CN" sz="2800" b="1" dirty="0" err="1">
                <a:solidFill>
                  <a:srgbClr val="0000FF"/>
                </a:solidFill>
              </a:rPr>
              <a:t>mutex</a:t>
            </a:r>
            <a:r>
              <a:rPr lang="zh-CN" altLang="zh-CN" sz="2800" b="1" dirty="0">
                <a:solidFill>
                  <a:srgbClr val="0000FF"/>
                </a:solidFill>
              </a:rPr>
              <a:t>，初值为</a:t>
            </a: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zh-CN" sz="2800" dirty="0"/>
              <a:t>。为了实现进程互斥地进入临界区，</a:t>
            </a:r>
            <a:r>
              <a:rPr lang="zh-CN" altLang="zh-CN" sz="2800" dirty="0">
                <a:solidFill>
                  <a:srgbClr val="FF0000"/>
                </a:solidFill>
              </a:rPr>
              <a:t>只需把临界区</a:t>
            </a:r>
            <a:r>
              <a:rPr lang="en-US" altLang="zh-CN" sz="2800" dirty="0">
                <a:solidFill>
                  <a:srgbClr val="FF0000"/>
                </a:solidFill>
              </a:rPr>
              <a:t>CS</a:t>
            </a:r>
            <a:r>
              <a:rPr lang="zh-CN" altLang="zh-CN" sz="2800" dirty="0">
                <a:solidFill>
                  <a:srgbClr val="FF0000"/>
                </a:solidFill>
              </a:rPr>
              <a:t>置于</a:t>
            </a:r>
            <a:r>
              <a:rPr lang="en-US" altLang="zh-CN" sz="2800" dirty="0">
                <a:solidFill>
                  <a:srgbClr val="FF0000"/>
                </a:solidFill>
              </a:rPr>
              <a:t>wait (</a:t>
            </a:r>
            <a:r>
              <a:rPr lang="en-US" altLang="zh-CN" sz="2800" dirty="0" err="1">
                <a:solidFill>
                  <a:srgbClr val="FF0000"/>
                </a:solidFill>
              </a:rPr>
              <a:t>mutex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zh-CN" altLang="zh-CN" sz="2800" dirty="0">
                <a:solidFill>
                  <a:srgbClr val="FF0000"/>
                </a:solidFill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</a:rPr>
              <a:t>signal (</a:t>
            </a:r>
            <a:r>
              <a:rPr lang="en-US" altLang="zh-CN" sz="2800" dirty="0" err="1">
                <a:solidFill>
                  <a:srgbClr val="FF0000"/>
                </a:solidFill>
              </a:rPr>
              <a:t>mutex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zh-CN" altLang="zh-CN" sz="2800" dirty="0">
                <a:solidFill>
                  <a:srgbClr val="FF0000"/>
                </a:solidFill>
              </a:rPr>
              <a:t>之间</a:t>
            </a:r>
            <a:r>
              <a:rPr lang="zh-CN" altLang="zh-CN" sz="2800" dirty="0"/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050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DF50D-C508-5EE1-B781-E731D183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CBD5C6-2D34-960F-5434-F04C4F256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645" y="1139320"/>
            <a:ext cx="8778041" cy="5022215"/>
          </a:xfrm>
        </p:spPr>
        <p:txBody>
          <a:bodyPr>
            <a:norm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zh-CN" altLang="zh-CN" sz="2800" dirty="0"/>
              <a:t>任一进程</a:t>
            </a:r>
            <a:r>
              <a:rPr lang="en-US" altLang="zh-CN" sz="2800" dirty="0"/>
              <a:t>Pi</a:t>
            </a:r>
            <a:r>
              <a:rPr lang="zh-CN" altLang="zh-CN" sz="2800" dirty="0"/>
              <a:t>的框架为：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void Pi</a:t>
            </a:r>
            <a:r>
              <a:rPr lang="zh-CN" altLang="zh-CN" sz="2800" dirty="0"/>
              <a:t>（）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{   semaphore mutex=1</a:t>
            </a:r>
            <a:r>
              <a:rPr lang="zh-CN" altLang="zh-CN" sz="2800" dirty="0"/>
              <a:t>；</a:t>
            </a:r>
            <a:r>
              <a:rPr lang="en-US" altLang="zh-CN" sz="2800" dirty="0"/>
              <a:t> // </a:t>
            </a:r>
            <a:r>
              <a:rPr lang="zh-CN" altLang="zh-CN" sz="2800" dirty="0"/>
              <a:t>信号量初值为</a:t>
            </a:r>
            <a:r>
              <a:rPr lang="en-US" altLang="zh-CN" sz="2800" dirty="0"/>
              <a:t>1</a:t>
            </a:r>
            <a:r>
              <a:rPr lang="zh-CN" altLang="zh-CN" sz="2800" dirty="0"/>
              <a:t>；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do{    </a:t>
            </a:r>
            <a:r>
              <a:rPr lang="en-US" altLang="zh-CN" sz="2800" dirty="0">
                <a:solidFill>
                  <a:srgbClr val="FF0000"/>
                </a:solidFill>
              </a:rPr>
              <a:t>wait(mutex);</a:t>
            </a:r>
            <a:endParaRPr lang="zh-CN" altLang="zh-CN" sz="28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         </a:t>
            </a:r>
            <a:r>
              <a:rPr lang="en-US" altLang="zh-CN" sz="2800" b="1" dirty="0">
                <a:solidFill>
                  <a:srgbClr val="0000FF"/>
                </a:solidFill>
              </a:rPr>
              <a:t>critical section; </a:t>
            </a:r>
            <a:endParaRPr lang="zh-CN" altLang="zh-CN" sz="2800" b="1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        signal(mutex); </a:t>
            </a:r>
            <a:endParaRPr lang="zh-CN" altLang="zh-CN" sz="28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         remainder section;</a:t>
            </a:r>
            <a:endParaRPr lang="zh-CN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     }while (true);</a:t>
            </a:r>
            <a:endParaRPr lang="zh-CN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}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958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9B11E00-976A-4169-B72A-824137E48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3" y="969484"/>
            <a:ext cx="10969625" cy="5280504"/>
          </a:xfrm>
        </p:spPr>
        <p:txBody>
          <a:bodyPr>
            <a:norm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进程互斥的实现</a:t>
            </a:r>
            <a:r>
              <a:rPr lang="zh-CN" altLang="en-US" sz="2800" dirty="0"/>
              <a:t>：</a:t>
            </a:r>
            <a:r>
              <a:rPr lang="zh-CN" altLang="zh-CN" sz="2800" dirty="0"/>
              <a:t>进程的互斥访问可通过</a:t>
            </a:r>
            <a:r>
              <a:rPr lang="en-US" altLang="zh-CN" sz="2800" dirty="0"/>
              <a:t>P/wait</a:t>
            </a:r>
            <a:r>
              <a:rPr lang="zh-CN" altLang="zh-CN" sz="2800" dirty="0"/>
              <a:t>、</a:t>
            </a:r>
            <a:r>
              <a:rPr lang="en-US" altLang="zh-CN" sz="2800" dirty="0"/>
              <a:t>V/signal</a:t>
            </a:r>
            <a:r>
              <a:rPr lang="zh-CN" altLang="zh-CN" sz="2800" dirty="0"/>
              <a:t>操作实现</a:t>
            </a:r>
            <a:r>
              <a:rPr lang="zh-CN" altLang="en-US" sz="2800" dirty="0"/>
              <a:t>，</a:t>
            </a:r>
            <a:r>
              <a:rPr lang="zh-CN" altLang="zh-CN" sz="2800" dirty="0"/>
              <a:t>具体步骤如下：</a:t>
            </a:r>
          </a:p>
          <a:p>
            <a:pPr marL="914400" lvl="1" indent="-457200" eaLnBrk="1" hangingPunct="1"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zh-CN" altLang="zh-CN" sz="2800" dirty="0">
                <a:solidFill>
                  <a:srgbClr val="1C45F4"/>
                </a:solidFill>
              </a:rPr>
              <a:t>对临界资源设置信号量，其初始值一般为</a:t>
            </a:r>
            <a:r>
              <a:rPr lang="en-US" altLang="zh-CN" sz="2800" dirty="0">
                <a:solidFill>
                  <a:srgbClr val="1C45F4"/>
                </a:solidFill>
              </a:rPr>
              <a:t>1</a:t>
            </a:r>
            <a:r>
              <a:rPr lang="zh-CN" altLang="zh-CN" sz="2800" dirty="0">
                <a:solidFill>
                  <a:srgbClr val="1C45F4"/>
                </a:solidFill>
              </a:rPr>
              <a:t>，表示该临界资源未被占用，即临界资源的可用数量为</a:t>
            </a:r>
            <a:r>
              <a:rPr lang="en-US" altLang="zh-CN" sz="2800" dirty="0">
                <a:solidFill>
                  <a:srgbClr val="1C45F4"/>
                </a:solidFill>
              </a:rPr>
              <a:t>1</a:t>
            </a:r>
            <a:r>
              <a:rPr lang="zh-CN" altLang="zh-CN" sz="2800" dirty="0">
                <a:solidFill>
                  <a:srgbClr val="1C45F4"/>
                </a:solidFill>
              </a:rPr>
              <a:t>；</a:t>
            </a:r>
          </a:p>
          <a:p>
            <a:pPr marL="914400" lvl="1" indent="-457200" eaLnBrk="1" hangingPunct="1"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zh-CN" altLang="zh-CN" sz="2800" dirty="0"/>
              <a:t>执行</a:t>
            </a:r>
            <a:r>
              <a:rPr lang="en-US" altLang="zh-CN" sz="2800" dirty="0"/>
              <a:t>wait</a:t>
            </a:r>
            <a:r>
              <a:rPr lang="zh-CN" altLang="zh-CN" sz="2800" dirty="0"/>
              <a:t>操作，申请进入临界区；</a:t>
            </a:r>
          </a:p>
          <a:p>
            <a:pPr marL="914400" lvl="1" indent="-457200" eaLnBrk="1" hangingPunct="1"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zh-CN" altLang="zh-CN" sz="2800" dirty="0"/>
              <a:t>进入临界区，访问临界资源；</a:t>
            </a:r>
          </a:p>
          <a:p>
            <a:pPr marL="914400" lvl="1" indent="-457200" eaLnBrk="1" hangingPunct="1"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zh-CN" altLang="zh-CN" sz="2800" dirty="0"/>
              <a:t>执行</a:t>
            </a:r>
            <a:r>
              <a:rPr lang="en-US" altLang="zh-CN" sz="2800" dirty="0"/>
              <a:t>signal</a:t>
            </a:r>
            <a:r>
              <a:rPr lang="zh-CN" altLang="zh-CN" sz="2800" dirty="0"/>
              <a:t>操作，释放临界资源，允许其它进程访问。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800" dirty="0"/>
              <a:t>注意</a:t>
            </a:r>
            <a:r>
              <a:rPr lang="zh-CN" altLang="en-US" sz="3200" dirty="0"/>
              <a:t>：</a:t>
            </a:r>
            <a:r>
              <a:rPr lang="en-US" altLang="zh-CN" sz="2800" b="1" dirty="0">
                <a:solidFill>
                  <a:srgbClr val="FF0000"/>
                </a:solidFill>
              </a:rPr>
              <a:t> wait</a:t>
            </a:r>
            <a:r>
              <a:rPr lang="zh-CN" altLang="zh-CN" sz="2800" b="1" dirty="0">
                <a:solidFill>
                  <a:srgbClr val="FF0000"/>
                </a:solidFill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</a:rPr>
              <a:t>signal</a:t>
            </a:r>
            <a:r>
              <a:rPr lang="zh-CN" altLang="zh-CN" sz="2800" b="1" dirty="0">
                <a:solidFill>
                  <a:srgbClr val="FF0000"/>
                </a:solidFill>
              </a:rPr>
              <a:t>操作必须成对出现</a:t>
            </a:r>
            <a:r>
              <a:rPr lang="zh-CN" altLang="en-US" sz="2800" b="1" dirty="0">
                <a:solidFill>
                  <a:srgbClr val="FF0000"/>
                </a:solidFill>
              </a:rPr>
              <a:t>；</a:t>
            </a:r>
            <a:endParaRPr lang="zh-CN" altLang="zh-CN" sz="3200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2755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Text Box 4">
            <a:extLst>
              <a:ext uri="{FF2B5EF4-FFF2-40B4-BE49-F238E27FC236}">
                <a16:creationId xmlns:a16="http://schemas.microsoft.com/office/drawing/2014/main" id="{A6400696-6C0E-4FC6-8870-21D830FB6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13" y="1051113"/>
            <a:ext cx="9821300" cy="2593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50000"/>
              </a:spcBef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例：某车站售票厅有</a:t>
            </a: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个窗口，任何时刻最多可容纳</a:t>
            </a: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名购票者进入，当售票厅中少于</a:t>
            </a: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名购票者时，则厅外的购票者可立即进入，否则需在厅外等待。若把一个购票者看作一个进程，请用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PV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原语管理这些并发进程。</a:t>
            </a:r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F3146921-5142-4135-B525-7AF86F5A6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987" y="4509897"/>
            <a:ext cx="9379153" cy="1284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分析：</a:t>
            </a: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一个窗口同时只允许一个购票者使用，所以窗口是一个临界资源。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此为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互斥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问题。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个窗口即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个资源。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utoUpdateAnimBg="0"/>
      <p:bldP spid="2355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4">
            <a:extLst>
              <a:ext uri="{FF2B5EF4-FFF2-40B4-BE49-F238E27FC236}">
                <a16:creationId xmlns:a16="http://schemas.microsoft.com/office/drawing/2014/main" id="{4FCB3919-EA3C-4940-915F-B2B750BA0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940" y="549276"/>
            <a:ext cx="8861310" cy="362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设信号量为</a:t>
            </a:r>
            <a:r>
              <a:rPr lang="en-US" altLang="zh-CN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m</a:t>
            </a:r>
            <a:r>
              <a:rPr lang="zh-CN" altLang="en-US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，初始值为</a:t>
            </a:r>
            <a:r>
              <a:rPr lang="en-US" altLang="zh-CN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5, </a:t>
            </a:r>
            <a:r>
              <a:rPr lang="zh-CN" altLang="en-US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表示</a:t>
            </a:r>
            <a:r>
              <a:rPr lang="en-US" altLang="zh-CN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个资源；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购票者</a:t>
            </a:r>
            <a:r>
              <a:rPr lang="en-US" altLang="zh-CN" sz="2800" b="1" dirty="0" err="1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zh-CN" altLang="en-US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的算法：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Pi( )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{     wait(m);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  </a:t>
            </a:r>
            <a:r>
              <a:rPr lang="zh-CN" altLang="en-US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进入售票厅占有一个窗口购票；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  </a:t>
            </a:r>
            <a:r>
              <a:rPr lang="en-US" altLang="zh-CN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signal(m);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}</a:t>
            </a: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BC919CF2-63D3-4168-9FDF-7D874BBD6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889" y="4512040"/>
            <a:ext cx="8280400" cy="1557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m=5</a:t>
            </a:r>
            <a:r>
              <a:rPr lang="zh-CN" altLang="en-US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时表示无购票者，</a:t>
            </a:r>
            <a:r>
              <a:rPr lang="en-US" altLang="zh-CN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个窗口空闲</a:t>
            </a:r>
            <a:r>
              <a:rPr lang="en-US" altLang="zh-CN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;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m=0  </a:t>
            </a:r>
            <a:r>
              <a:rPr lang="zh-CN" altLang="en-US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时表示</a:t>
            </a:r>
            <a:r>
              <a:rPr lang="en-US" altLang="zh-CN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个购票者，无等待</a:t>
            </a:r>
            <a:r>
              <a:rPr lang="en-US" altLang="zh-CN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;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m&lt;0  </a:t>
            </a:r>
            <a:r>
              <a:rPr lang="zh-CN" altLang="en-US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时表示有等待者，绝对值为等待的进程数</a:t>
            </a:r>
            <a:r>
              <a:rPr lang="en-US" altLang="zh-CN" sz="2800" b="1">
                <a:solidFill>
                  <a:srgbClr val="00007D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utoUpdateAnimBg="0"/>
      <p:bldP spid="2458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/>
              <a:t>信号量的使用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59329" y="1103749"/>
            <a:ext cx="10329390" cy="285994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2800" b="1" dirty="0">
                <a:latin typeface="+mn-ea"/>
                <a:ea typeface="+mn-ea"/>
              </a:rPr>
              <a:t>（</a:t>
            </a:r>
            <a:r>
              <a:rPr lang="en-US" altLang="zh-CN" sz="2800" b="1" dirty="0">
                <a:latin typeface="+mn-ea"/>
                <a:ea typeface="+mn-ea"/>
              </a:rPr>
              <a:t>2</a:t>
            </a:r>
            <a:r>
              <a:rPr lang="zh-CN" altLang="zh-CN" sz="2800" b="1" dirty="0">
                <a:latin typeface="+mn-ea"/>
                <a:ea typeface="+mn-ea"/>
              </a:rPr>
              <a:t>）用于实现同步：</a:t>
            </a:r>
            <a:endParaRPr lang="en-US" altLang="zh-CN" sz="2800" b="1" dirty="0">
              <a:latin typeface="+mn-ea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  <a:ea typeface="+mn-ea"/>
              </a:rPr>
              <a:t>      </a:t>
            </a:r>
            <a:r>
              <a:rPr lang="zh-CN" altLang="zh-CN" dirty="0">
                <a:latin typeface="+mn-ea"/>
                <a:ea typeface="+mn-ea"/>
              </a:rPr>
              <a:t>例如，有两个并发进程</a:t>
            </a:r>
            <a:r>
              <a:rPr lang="en-US" altLang="zh-CN" dirty="0">
                <a:latin typeface="+mn-ea"/>
                <a:ea typeface="+mn-ea"/>
              </a:rPr>
              <a:t>P1</a:t>
            </a:r>
            <a:r>
              <a:rPr lang="zh-CN" altLang="zh-CN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P2</a:t>
            </a:r>
            <a:r>
              <a:rPr lang="zh-CN" altLang="zh-CN" dirty="0">
                <a:latin typeface="+mn-ea"/>
                <a:ea typeface="+mn-ea"/>
              </a:rPr>
              <a:t>，共享一个公共信号量</a:t>
            </a:r>
            <a:r>
              <a:rPr lang="en-US" altLang="zh-CN" dirty="0">
                <a:latin typeface="+mn-ea"/>
                <a:ea typeface="+mn-ea"/>
              </a:rPr>
              <a:t>s</a:t>
            </a:r>
            <a:r>
              <a:rPr lang="zh-CN" altLang="zh-CN" dirty="0">
                <a:latin typeface="+mn-ea"/>
                <a:ea typeface="+mn-ea"/>
              </a:rPr>
              <a:t>，初值为</a:t>
            </a:r>
            <a:r>
              <a:rPr lang="en-US" altLang="zh-CN" dirty="0">
                <a:latin typeface="+mn-ea"/>
                <a:ea typeface="+mn-ea"/>
              </a:rPr>
              <a:t>0</a:t>
            </a:r>
            <a:r>
              <a:rPr lang="zh-CN" altLang="zh-CN" dirty="0">
                <a:latin typeface="+mn-ea"/>
                <a:ea typeface="+mn-ea"/>
              </a:rPr>
              <a:t>。</a:t>
            </a:r>
            <a:r>
              <a:rPr lang="en-US" altLang="zh-CN" dirty="0">
                <a:latin typeface="+mn-ea"/>
                <a:ea typeface="+mn-ea"/>
              </a:rPr>
              <a:t>P1</a:t>
            </a:r>
            <a:r>
              <a:rPr lang="zh-CN" altLang="zh-CN" dirty="0">
                <a:latin typeface="+mn-ea"/>
                <a:ea typeface="+mn-ea"/>
              </a:rPr>
              <a:t>执行的程序中有一条</a:t>
            </a:r>
            <a:r>
              <a:rPr lang="en-US" altLang="zh-CN" dirty="0">
                <a:latin typeface="+mn-ea"/>
                <a:ea typeface="+mn-ea"/>
              </a:rPr>
              <a:t>S1</a:t>
            </a:r>
            <a:r>
              <a:rPr lang="zh-CN" altLang="zh-CN" dirty="0">
                <a:latin typeface="+mn-ea"/>
                <a:ea typeface="+mn-ea"/>
              </a:rPr>
              <a:t>语句</a:t>
            </a:r>
            <a:r>
              <a:rPr lang="zh-CN" altLang="en-US" dirty="0">
                <a:latin typeface="+mn-ea"/>
                <a:ea typeface="+mn-ea"/>
              </a:rPr>
              <a:t>（还有其他语句）</a:t>
            </a:r>
            <a:r>
              <a:rPr lang="zh-CN" altLang="zh-CN" dirty="0">
                <a:latin typeface="+mn-ea"/>
                <a:ea typeface="+mn-ea"/>
              </a:rPr>
              <a:t>，</a:t>
            </a:r>
            <a:r>
              <a:rPr lang="en-US" altLang="zh-CN" dirty="0">
                <a:latin typeface="+mn-ea"/>
                <a:ea typeface="+mn-ea"/>
              </a:rPr>
              <a:t>P2</a:t>
            </a:r>
            <a:r>
              <a:rPr lang="zh-CN" altLang="zh-CN" dirty="0">
                <a:latin typeface="+mn-ea"/>
                <a:ea typeface="+mn-ea"/>
              </a:rPr>
              <a:t>执行的程序中有一条</a:t>
            </a:r>
            <a:r>
              <a:rPr lang="en-US" altLang="zh-CN" dirty="0">
                <a:latin typeface="+mn-ea"/>
                <a:ea typeface="+mn-ea"/>
              </a:rPr>
              <a:t>S2</a:t>
            </a:r>
            <a:r>
              <a:rPr lang="zh-CN" altLang="zh-CN" dirty="0">
                <a:latin typeface="+mn-ea"/>
                <a:ea typeface="+mn-ea"/>
              </a:rPr>
              <a:t>语句。而且，只有当</a:t>
            </a:r>
            <a:r>
              <a:rPr lang="en-US" altLang="zh-CN" dirty="0">
                <a:latin typeface="+mn-ea"/>
                <a:ea typeface="+mn-ea"/>
              </a:rPr>
              <a:t>P1</a:t>
            </a:r>
            <a:r>
              <a:rPr lang="zh-CN" altLang="zh-CN" dirty="0">
                <a:latin typeface="+mn-ea"/>
                <a:ea typeface="+mn-ea"/>
              </a:rPr>
              <a:t>执行完</a:t>
            </a:r>
            <a:r>
              <a:rPr lang="en-US" altLang="zh-CN" dirty="0">
                <a:latin typeface="+mn-ea"/>
                <a:ea typeface="+mn-ea"/>
              </a:rPr>
              <a:t>S1</a:t>
            </a:r>
            <a:r>
              <a:rPr lang="zh-CN" altLang="zh-CN" dirty="0">
                <a:latin typeface="+mn-ea"/>
                <a:ea typeface="+mn-ea"/>
              </a:rPr>
              <a:t>语句后，</a:t>
            </a:r>
            <a:r>
              <a:rPr lang="en-US" altLang="zh-CN" dirty="0">
                <a:latin typeface="+mn-ea"/>
                <a:ea typeface="+mn-ea"/>
              </a:rPr>
              <a:t>P2</a:t>
            </a:r>
            <a:r>
              <a:rPr lang="zh-CN" altLang="zh-CN" dirty="0">
                <a:latin typeface="+mn-ea"/>
                <a:ea typeface="+mn-ea"/>
              </a:rPr>
              <a:t>才能开始执行</a:t>
            </a:r>
            <a:r>
              <a:rPr lang="en-US" altLang="zh-CN" dirty="0">
                <a:latin typeface="+mn-ea"/>
                <a:ea typeface="+mn-ea"/>
              </a:rPr>
              <a:t>S2</a:t>
            </a:r>
            <a:r>
              <a:rPr lang="zh-CN" altLang="zh-CN" dirty="0">
                <a:latin typeface="+mn-ea"/>
                <a:ea typeface="+mn-ea"/>
              </a:rPr>
              <a:t>语句。对这种简单的同步问题，可以很容易地用信号量机制解决。</a:t>
            </a:r>
            <a:endParaRPr lang="zh-CN" altLang="zh-CN" dirty="0"/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671D8E84-1D5C-4FD3-BA5F-D6705D1CC8C3}"/>
              </a:ext>
            </a:extLst>
          </p:cNvPr>
          <p:cNvSpPr/>
          <p:nvPr/>
        </p:nvSpPr>
        <p:spPr>
          <a:xfrm>
            <a:off x="2518831" y="5108066"/>
            <a:ext cx="869796" cy="82519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FF00"/>
                </a:solidFill>
              </a:rPr>
              <a:t>P1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128887E7-29F1-4877-9D54-F24BAD45FA16}"/>
              </a:ext>
            </a:extLst>
          </p:cNvPr>
          <p:cNvSpPr/>
          <p:nvPr/>
        </p:nvSpPr>
        <p:spPr>
          <a:xfrm>
            <a:off x="5559398" y="5102298"/>
            <a:ext cx="869796" cy="82519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FF00"/>
                </a:solidFill>
              </a:rPr>
              <a:t>P2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952E2DB-F169-4442-B136-DD3BBFD985E1}"/>
              </a:ext>
            </a:extLst>
          </p:cNvPr>
          <p:cNvCxnSpPr>
            <a:cxnSpLocks/>
          </p:cNvCxnSpPr>
          <p:nvPr/>
        </p:nvCxnSpPr>
        <p:spPr>
          <a:xfrm flipV="1">
            <a:off x="3464827" y="5514893"/>
            <a:ext cx="2062975" cy="576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7E8528F-36B3-4792-9023-06CB6D89FB1F}"/>
              </a:ext>
            </a:extLst>
          </p:cNvPr>
          <p:cNvSpPr txBox="1"/>
          <p:nvPr/>
        </p:nvSpPr>
        <p:spPr>
          <a:xfrm>
            <a:off x="4156202" y="5053228"/>
            <a:ext cx="680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57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9BC3C-2528-4188-BC21-B75635039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b="1" dirty="0">
                <a:latin typeface="+mn-ea"/>
                <a:ea typeface="+mn-ea"/>
              </a:rPr>
              <a:t>（</a:t>
            </a:r>
            <a:r>
              <a:rPr lang="en-US" altLang="zh-CN" sz="3200" b="1" dirty="0">
                <a:latin typeface="+mn-ea"/>
                <a:ea typeface="+mn-ea"/>
              </a:rPr>
              <a:t>2</a:t>
            </a:r>
            <a:r>
              <a:rPr lang="zh-CN" altLang="zh-CN" sz="3200" b="1" dirty="0">
                <a:latin typeface="+mn-ea"/>
                <a:ea typeface="+mn-ea"/>
              </a:rPr>
              <a:t>）用于实现同步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6D40D7-5C8B-406E-9694-B8BC1146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48" y="1041181"/>
            <a:ext cx="6697247" cy="5315552"/>
          </a:xfrm>
        </p:spPr>
        <p:txBody>
          <a:bodyPr>
            <a:norm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zh-CN" altLang="zh-CN" dirty="0">
                <a:latin typeface="+mn-ea"/>
                <a:ea typeface="+mn-ea"/>
              </a:rPr>
              <a:t>进程间的同步控制描述如下：</a:t>
            </a:r>
            <a:r>
              <a:rPr lang="en-US" altLang="zh-CN" dirty="0">
                <a:latin typeface="+mn-ea"/>
                <a:ea typeface="+mn-ea"/>
              </a:rPr>
              <a:t> </a:t>
            </a:r>
            <a:endParaRPr lang="zh-CN" altLang="zh-CN" dirty="0"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semaphore S=0</a:t>
            </a:r>
            <a:r>
              <a:rPr lang="zh-CN" altLang="zh-CN" dirty="0"/>
              <a:t>；</a:t>
            </a:r>
            <a:r>
              <a:rPr lang="en-US" altLang="zh-CN" dirty="0"/>
              <a:t>  // </a:t>
            </a:r>
            <a:r>
              <a:rPr lang="zh-CN" altLang="zh-CN" dirty="0"/>
              <a:t>信号量初值为</a:t>
            </a:r>
            <a:r>
              <a:rPr lang="en-US" altLang="zh-CN" dirty="0"/>
              <a:t>0</a:t>
            </a:r>
            <a:r>
              <a:rPr lang="zh-CN" altLang="zh-CN" dirty="0"/>
              <a:t>；</a:t>
            </a:r>
            <a:r>
              <a:rPr lang="en-US" altLang="zh-CN" dirty="0"/>
              <a:t>     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 </a:t>
            </a:r>
            <a:r>
              <a:rPr lang="en-US" altLang="zh-CN" dirty="0"/>
              <a:t> </a:t>
            </a:r>
            <a:r>
              <a:rPr lang="zh-CN" altLang="zh-CN" dirty="0"/>
              <a:t>进程</a:t>
            </a:r>
            <a:r>
              <a:rPr lang="en-US" altLang="zh-CN" dirty="0"/>
              <a:t>P1</a:t>
            </a:r>
            <a:r>
              <a:rPr lang="zh-CN" altLang="zh-CN" dirty="0"/>
              <a:t>程序框架如下：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void P1</a:t>
            </a:r>
            <a:r>
              <a:rPr lang="zh-CN" altLang="zh-CN" dirty="0"/>
              <a:t>（）</a:t>
            </a:r>
            <a:r>
              <a:rPr lang="en-US" altLang="zh-CN" dirty="0"/>
              <a:t>{    ……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         </a:t>
            </a:r>
            <a:r>
              <a:rPr lang="en-US" altLang="zh-CN" dirty="0">
                <a:solidFill>
                  <a:srgbClr val="0000FF"/>
                </a:solidFill>
              </a:rPr>
              <a:t>S1;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         </a:t>
            </a:r>
            <a:r>
              <a:rPr lang="en-US" altLang="zh-CN" b="1" dirty="0">
                <a:solidFill>
                  <a:srgbClr val="FF0000"/>
                </a:solidFill>
              </a:rPr>
              <a:t>signal</a:t>
            </a:r>
            <a:r>
              <a:rPr lang="zh-CN" altLang="zh-CN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zh-CN" altLang="zh-CN" b="1" dirty="0">
                <a:solidFill>
                  <a:srgbClr val="FF0000"/>
                </a:solidFill>
              </a:rPr>
              <a:t>）</a:t>
            </a:r>
            <a:r>
              <a:rPr lang="en-US" altLang="zh-CN" b="1" dirty="0">
                <a:solidFill>
                  <a:srgbClr val="FF0000"/>
                </a:solidFill>
              </a:rPr>
              <a:t>;</a:t>
            </a:r>
            <a:endParaRPr lang="zh-CN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         ……   }</a:t>
            </a:r>
            <a:endParaRPr lang="zh-CN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void main</a:t>
            </a:r>
            <a:r>
              <a:rPr lang="zh-CN" altLang="zh-CN" dirty="0"/>
              <a:t>（）</a:t>
            </a:r>
            <a:r>
              <a:rPr lang="en-US" altLang="zh-CN" dirty="0"/>
              <a:t>{    </a:t>
            </a:r>
            <a:r>
              <a:rPr lang="en-US" altLang="zh-CN" dirty="0" err="1"/>
              <a:t>parbegin</a:t>
            </a:r>
            <a:r>
              <a:rPr lang="zh-CN" altLang="zh-CN" dirty="0"/>
              <a:t>（</a:t>
            </a:r>
            <a:r>
              <a:rPr lang="en-US" altLang="zh-CN" dirty="0"/>
              <a:t>P1(),P2()</a:t>
            </a:r>
            <a:r>
              <a:rPr lang="zh-CN" altLang="zh-CN" dirty="0"/>
              <a:t>）</a:t>
            </a:r>
            <a:r>
              <a:rPr lang="en-US" altLang="zh-CN" dirty="0"/>
              <a:t>;  }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5DE1E8-6DF8-4C28-967A-65CF211351BD}"/>
              </a:ext>
            </a:extLst>
          </p:cNvPr>
          <p:cNvSpPr txBox="1"/>
          <p:nvPr/>
        </p:nvSpPr>
        <p:spPr>
          <a:xfrm>
            <a:off x="7205651" y="2136110"/>
            <a:ext cx="4505279" cy="239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dirty="0"/>
              <a:t> </a:t>
            </a:r>
            <a:r>
              <a:rPr lang="zh-CN" altLang="zh-CN" sz="2400" dirty="0"/>
              <a:t>进程</a:t>
            </a:r>
            <a:r>
              <a:rPr lang="en-US" altLang="zh-CN" sz="2400" dirty="0"/>
              <a:t>P2</a:t>
            </a:r>
            <a:r>
              <a:rPr lang="zh-CN" altLang="zh-CN" sz="2400" dirty="0"/>
              <a:t>程序框架如下：</a:t>
            </a:r>
            <a:r>
              <a:rPr lang="en-US" altLang="zh-CN" sz="2400" dirty="0"/>
              <a:t>	</a:t>
            </a:r>
            <a:endParaRPr lang="zh-CN" altLang="zh-CN" sz="2400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dirty="0"/>
              <a:t> void P2</a:t>
            </a:r>
            <a:r>
              <a:rPr lang="zh-CN" altLang="zh-CN" sz="2400" dirty="0"/>
              <a:t>（）</a:t>
            </a:r>
            <a:r>
              <a:rPr lang="en-US" altLang="zh-CN" sz="2400" dirty="0"/>
              <a:t>{    ……</a:t>
            </a:r>
            <a:endParaRPr lang="zh-CN" altLang="zh-CN" sz="2400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dirty="0"/>
              <a:t>                         </a:t>
            </a:r>
            <a:r>
              <a:rPr lang="en-US" altLang="zh-CN" sz="2400" b="1" dirty="0">
                <a:solidFill>
                  <a:srgbClr val="FF0000"/>
                </a:solidFill>
              </a:rPr>
              <a:t>wait</a:t>
            </a:r>
            <a:r>
              <a:rPr lang="zh-CN" altLang="zh-CN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S</a:t>
            </a:r>
            <a:r>
              <a:rPr lang="zh-CN" altLang="zh-CN" sz="2400" b="1" dirty="0">
                <a:solidFill>
                  <a:srgbClr val="FF0000"/>
                </a:solidFill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</a:rPr>
              <a:t>;</a:t>
            </a:r>
            <a:endParaRPr lang="zh-CN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0000FF"/>
                </a:solidFill>
              </a:rPr>
              <a:t>                          S2;</a:t>
            </a:r>
            <a:endParaRPr lang="zh-CN" altLang="zh-CN" sz="2400" dirty="0">
              <a:solidFill>
                <a:srgbClr val="0000FF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dirty="0"/>
              <a:t>                         ……    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8748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DFA57E-B018-4B91-9B7A-B7C9A07C6D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2346" y="1443045"/>
            <a:ext cx="10436723" cy="3509201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20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+mn-ea"/>
                <a:ea typeface="+mn-ea"/>
              </a:rPr>
              <a:t> 	例：设有六个进程</a:t>
            </a:r>
            <a:r>
              <a:rPr lang="en-US" altLang="zh-CN" sz="2800" b="1" dirty="0">
                <a:latin typeface="+mn-ea"/>
                <a:ea typeface="+mn-ea"/>
              </a:rPr>
              <a:t>P1</a:t>
            </a:r>
            <a:r>
              <a:rPr lang="zh-CN" altLang="en-US" sz="2800" b="1" dirty="0">
                <a:latin typeface="+mn-ea"/>
                <a:ea typeface="+mn-ea"/>
              </a:rPr>
              <a:t>、</a:t>
            </a:r>
            <a:r>
              <a:rPr lang="en-US" altLang="zh-CN" sz="2800" b="1" dirty="0">
                <a:latin typeface="+mn-ea"/>
                <a:ea typeface="+mn-ea"/>
              </a:rPr>
              <a:t>P2</a:t>
            </a:r>
            <a:r>
              <a:rPr lang="zh-CN" altLang="en-US" sz="2800" b="1" dirty="0">
                <a:latin typeface="+mn-ea"/>
                <a:ea typeface="+mn-ea"/>
              </a:rPr>
              <a:t>、</a:t>
            </a:r>
            <a:r>
              <a:rPr lang="en-US" altLang="zh-CN" sz="2800" b="1" dirty="0">
                <a:latin typeface="+mn-ea"/>
                <a:ea typeface="+mn-ea"/>
              </a:rPr>
              <a:t>P3</a:t>
            </a:r>
            <a:r>
              <a:rPr lang="zh-CN" altLang="en-US" sz="2800" b="1" dirty="0">
                <a:latin typeface="+mn-ea"/>
                <a:ea typeface="+mn-ea"/>
              </a:rPr>
              <a:t>、</a:t>
            </a:r>
            <a:r>
              <a:rPr lang="en-US" altLang="zh-CN" sz="2800" b="1" dirty="0">
                <a:latin typeface="+mn-ea"/>
                <a:ea typeface="+mn-ea"/>
              </a:rPr>
              <a:t>P4</a:t>
            </a:r>
            <a:r>
              <a:rPr lang="zh-CN" altLang="en-US" sz="2800" b="1" dirty="0">
                <a:latin typeface="+mn-ea"/>
                <a:ea typeface="+mn-ea"/>
              </a:rPr>
              <a:t>、</a:t>
            </a:r>
            <a:r>
              <a:rPr lang="en-US" altLang="zh-CN" sz="2800" b="1" dirty="0">
                <a:latin typeface="+mn-ea"/>
                <a:ea typeface="+mn-ea"/>
              </a:rPr>
              <a:t>P5</a:t>
            </a:r>
            <a:r>
              <a:rPr lang="zh-CN" altLang="en-US" sz="2800" b="1" dirty="0">
                <a:latin typeface="+mn-ea"/>
                <a:ea typeface="+mn-ea"/>
              </a:rPr>
              <a:t>、</a:t>
            </a:r>
            <a:r>
              <a:rPr lang="en-US" altLang="zh-CN" sz="2800" b="1" dirty="0">
                <a:latin typeface="+mn-ea"/>
                <a:ea typeface="+mn-ea"/>
              </a:rPr>
              <a:t>P6,</a:t>
            </a:r>
            <a:r>
              <a:rPr lang="zh-CN" altLang="en-US" sz="2800" b="1" dirty="0">
                <a:latin typeface="+mn-ea"/>
                <a:ea typeface="+mn-ea"/>
              </a:rPr>
              <a:t>它们并发执行，分别包含</a:t>
            </a:r>
            <a:r>
              <a:rPr lang="en-US" altLang="zh-CN" sz="2800" b="1" dirty="0">
                <a:latin typeface="+mn-ea"/>
                <a:ea typeface="+mn-ea"/>
              </a:rPr>
              <a:t>S1~S6</a:t>
            </a:r>
            <a:r>
              <a:rPr lang="zh-CN" altLang="en-US" sz="2800" b="1" dirty="0">
                <a:latin typeface="+mn-ea"/>
                <a:ea typeface="+mn-ea"/>
              </a:rPr>
              <a:t>六条语句。 当进程</a:t>
            </a:r>
            <a:r>
              <a:rPr lang="en-US" altLang="zh-CN" sz="2800" b="1" dirty="0">
                <a:latin typeface="+mn-ea"/>
                <a:ea typeface="+mn-ea"/>
              </a:rPr>
              <a:t>P1</a:t>
            </a:r>
            <a:r>
              <a:rPr lang="zh-CN" altLang="en-US" sz="2800" b="1" dirty="0">
                <a:latin typeface="+mn-ea"/>
                <a:ea typeface="+mn-ea"/>
              </a:rPr>
              <a:t>中的语句</a:t>
            </a:r>
            <a:r>
              <a:rPr lang="en-US" altLang="zh-CN" sz="2800" b="1" dirty="0">
                <a:latin typeface="+mn-ea"/>
                <a:ea typeface="+mn-ea"/>
              </a:rPr>
              <a:t>S1</a:t>
            </a:r>
            <a:r>
              <a:rPr lang="zh-CN" altLang="en-US" sz="2800" b="1" dirty="0">
                <a:latin typeface="+mn-ea"/>
                <a:ea typeface="+mn-ea"/>
              </a:rPr>
              <a:t>执行后，</a:t>
            </a:r>
            <a:r>
              <a:rPr lang="en-US" altLang="zh-CN" sz="2800" b="1" dirty="0">
                <a:latin typeface="+mn-ea"/>
                <a:ea typeface="+mn-ea"/>
              </a:rPr>
              <a:t>S2</a:t>
            </a:r>
            <a:r>
              <a:rPr lang="zh-CN" altLang="en-US" sz="2800" b="1" dirty="0">
                <a:latin typeface="+mn-ea"/>
                <a:ea typeface="+mn-ea"/>
              </a:rPr>
              <a:t>、</a:t>
            </a:r>
            <a:r>
              <a:rPr lang="en-US" altLang="zh-CN" sz="2800" b="1" dirty="0">
                <a:latin typeface="+mn-ea"/>
                <a:ea typeface="+mn-ea"/>
              </a:rPr>
              <a:t>S3</a:t>
            </a:r>
            <a:r>
              <a:rPr lang="zh-CN" altLang="en-US" sz="2800" b="1" dirty="0">
                <a:latin typeface="+mn-ea"/>
                <a:ea typeface="+mn-ea"/>
              </a:rPr>
              <a:t>才能执行；当</a:t>
            </a:r>
            <a:r>
              <a:rPr lang="en-US" altLang="zh-CN" sz="2800" b="1" dirty="0">
                <a:latin typeface="+mn-ea"/>
                <a:ea typeface="+mn-ea"/>
              </a:rPr>
              <a:t>S2</a:t>
            </a:r>
            <a:r>
              <a:rPr lang="zh-CN" altLang="en-US" sz="2800" b="1" dirty="0">
                <a:latin typeface="+mn-ea"/>
                <a:ea typeface="+mn-ea"/>
              </a:rPr>
              <a:t>执行后，</a:t>
            </a:r>
            <a:r>
              <a:rPr lang="en-US" altLang="zh-CN" sz="2800" b="1" dirty="0">
                <a:latin typeface="+mn-ea"/>
                <a:ea typeface="+mn-ea"/>
              </a:rPr>
              <a:t>S4</a:t>
            </a:r>
            <a:r>
              <a:rPr lang="zh-CN" altLang="en-US" sz="2800" b="1" dirty="0">
                <a:latin typeface="+mn-ea"/>
                <a:ea typeface="+mn-ea"/>
              </a:rPr>
              <a:t>才能执行；当</a:t>
            </a:r>
            <a:r>
              <a:rPr lang="en-US" altLang="zh-CN" sz="2800" b="1" dirty="0">
                <a:latin typeface="+mn-ea"/>
                <a:ea typeface="+mn-ea"/>
              </a:rPr>
              <a:t>S3</a:t>
            </a:r>
            <a:r>
              <a:rPr lang="zh-CN" altLang="en-US" sz="2800" b="1" dirty="0">
                <a:latin typeface="+mn-ea"/>
                <a:ea typeface="+mn-ea"/>
              </a:rPr>
              <a:t>执行后，</a:t>
            </a:r>
            <a:r>
              <a:rPr lang="en-US" altLang="zh-CN" sz="2800" b="1" dirty="0">
                <a:latin typeface="+mn-ea"/>
                <a:ea typeface="+mn-ea"/>
              </a:rPr>
              <a:t>S5</a:t>
            </a:r>
            <a:r>
              <a:rPr lang="zh-CN" altLang="en-US" sz="2800" b="1" dirty="0">
                <a:latin typeface="+mn-ea"/>
                <a:ea typeface="+mn-ea"/>
              </a:rPr>
              <a:t>才能执行；当</a:t>
            </a:r>
            <a:r>
              <a:rPr lang="en-US" altLang="zh-CN" sz="2800" b="1" dirty="0">
                <a:latin typeface="+mn-ea"/>
                <a:ea typeface="+mn-ea"/>
              </a:rPr>
              <a:t>S4</a:t>
            </a:r>
            <a:r>
              <a:rPr lang="zh-CN" altLang="en-US" sz="2800" b="1" dirty="0">
                <a:latin typeface="+mn-ea"/>
                <a:ea typeface="+mn-ea"/>
              </a:rPr>
              <a:t>、</a:t>
            </a:r>
            <a:r>
              <a:rPr lang="en-US" altLang="zh-CN" sz="2800" b="1" dirty="0">
                <a:latin typeface="+mn-ea"/>
                <a:ea typeface="+mn-ea"/>
              </a:rPr>
              <a:t>S5</a:t>
            </a:r>
            <a:r>
              <a:rPr lang="zh-CN" altLang="en-US" sz="2800" b="1" dirty="0">
                <a:latin typeface="+mn-ea"/>
                <a:ea typeface="+mn-ea"/>
              </a:rPr>
              <a:t>都执行后，</a:t>
            </a:r>
            <a:r>
              <a:rPr lang="en-US" altLang="zh-CN" sz="2800" b="1" dirty="0">
                <a:latin typeface="+mn-ea"/>
                <a:ea typeface="+mn-ea"/>
              </a:rPr>
              <a:t>S6</a:t>
            </a:r>
            <a:r>
              <a:rPr lang="zh-CN" altLang="en-US" sz="2800" b="1" dirty="0">
                <a:latin typeface="+mn-ea"/>
                <a:ea typeface="+mn-ea"/>
              </a:rPr>
              <a:t>才能执行；请用信号量控制。</a:t>
            </a:r>
            <a:endParaRPr lang="en-US" altLang="zh-CN" sz="2800" b="1" dirty="0">
              <a:latin typeface="+mn-ea"/>
              <a:ea typeface="+mn-ea"/>
            </a:endParaRPr>
          </a:p>
          <a:p>
            <a:pPr eaLnBrk="1" hangingPunct="1">
              <a:lnSpc>
                <a:spcPct val="200000"/>
              </a:lnSpc>
              <a:spcBef>
                <a:spcPct val="10000"/>
              </a:spcBef>
              <a:defRPr/>
            </a:pPr>
            <a:endParaRPr lang="en-US" altLang="zh-CN" sz="2800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AAE388D-66F6-5FFD-6C1C-DE7BAF218B19}"/>
                  </a:ext>
                </a:extLst>
              </p14:cNvPr>
              <p14:cNvContentPartPr/>
              <p14:nvPr/>
            </p14:nvContentPartPr>
            <p14:xfrm>
              <a:off x="377223" y="329665"/>
              <a:ext cx="11131920" cy="59630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AAE388D-66F6-5FFD-6C1C-DE7BAF218B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863" y="320305"/>
                <a:ext cx="11150640" cy="598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404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Text Box 2"/>
          <p:cNvSpPr txBox="1">
            <a:spLocks noChangeArrowheads="1"/>
          </p:cNvSpPr>
          <p:nvPr/>
        </p:nvSpPr>
        <p:spPr bwMode="auto">
          <a:xfrm>
            <a:off x="1035205" y="951984"/>
            <a:ext cx="43140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800" b="1" dirty="0">
                <a:latin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</a:rPr>
              <a:t>利用信号量实现前趋关系 </a:t>
            </a:r>
          </a:p>
        </p:txBody>
      </p:sp>
      <p:sp>
        <p:nvSpPr>
          <p:cNvPr id="16391" name="Text Box 3"/>
          <p:cNvSpPr txBox="1">
            <a:spLocks noChangeArrowheads="1"/>
          </p:cNvSpPr>
          <p:nvPr/>
        </p:nvSpPr>
        <p:spPr bwMode="auto">
          <a:xfrm>
            <a:off x="4800599" y="6019800"/>
            <a:ext cx="20462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前趋图举例 </a:t>
            </a:r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445793"/>
              </p:ext>
            </p:extLst>
          </p:nvPr>
        </p:nvGraphicFramePr>
        <p:xfrm>
          <a:off x="3657600" y="1428982"/>
          <a:ext cx="5965902" cy="429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816560" imgH="1307160" progId="Visio.Drawing.11">
                  <p:embed/>
                </p:oleObj>
              </mc:Choice>
              <mc:Fallback>
                <p:oleObj name="VISIO" r:id="rId2" imgW="1816560" imgH="1307160" progId="Visio.Drawing.11">
                  <p:embed/>
                  <p:pic>
                    <p:nvPicPr>
                      <p:cNvPr id="1638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428982"/>
                        <a:ext cx="5965902" cy="42923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Text Box 5"/>
          <p:cNvSpPr txBox="1">
            <a:spLocks noChangeArrowheads="1"/>
          </p:cNvSpPr>
          <p:nvPr/>
        </p:nvSpPr>
        <p:spPr bwMode="auto">
          <a:xfrm>
            <a:off x="6380202" y="2141538"/>
            <a:ext cx="287258" cy="4580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a</a:t>
            </a:r>
          </a:p>
        </p:txBody>
      </p:sp>
      <p:sp>
        <p:nvSpPr>
          <p:cNvPr id="16393" name="Text Box 6"/>
          <p:cNvSpPr txBox="1">
            <a:spLocks noChangeArrowheads="1"/>
          </p:cNvSpPr>
          <p:nvPr/>
        </p:nvSpPr>
        <p:spPr bwMode="auto">
          <a:xfrm>
            <a:off x="7811272" y="2357438"/>
            <a:ext cx="300082" cy="4580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b</a:t>
            </a:r>
          </a:p>
        </p:txBody>
      </p:sp>
      <p:sp>
        <p:nvSpPr>
          <p:cNvPr id="16394" name="Text Box 7"/>
          <p:cNvSpPr txBox="1">
            <a:spLocks noChangeArrowheads="1"/>
          </p:cNvSpPr>
          <p:nvPr/>
        </p:nvSpPr>
        <p:spPr bwMode="auto">
          <a:xfrm>
            <a:off x="4816515" y="2933700"/>
            <a:ext cx="287258" cy="4580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c</a:t>
            </a:r>
          </a:p>
        </p:txBody>
      </p:sp>
      <p:sp>
        <p:nvSpPr>
          <p:cNvPr id="16395" name="Text Box 8"/>
          <p:cNvSpPr txBox="1">
            <a:spLocks noChangeArrowheads="1"/>
          </p:cNvSpPr>
          <p:nvPr/>
        </p:nvSpPr>
        <p:spPr bwMode="auto">
          <a:xfrm>
            <a:off x="6042797" y="2860675"/>
            <a:ext cx="300082" cy="4580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d</a:t>
            </a:r>
          </a:p>
        </p:txBody>
      </p:sp>
      <p:sp>
        <p:nvSpPr>
          <p:cNvPr id="16396" name="Text Box 9"/>
          <p:cNvSpPr txBox="1">
            <a:spLocks noChangeArrowheads="1"/>
          </p:cNvSpPr>
          <p:nvPr/>
        </p:nvSpPr>
        <p:spPr bwMode="auto">
          <a:xfrm>
            <a:off x="6975515" y="4084638"/>
            <a:ext cx="287258" cy="4580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e</a:t>
            </a:r>
          </a:p>
        </p:txBody>
      </p:sp>
      <p:sp>
        <p:nvSpPr>
          <p:cNvPr id="16397" name="Text Box 10"/>
          <p:cNvSpPr txBox="1">
            <a:spLocks noChangeArrowheads="1"/>
          </p:cNvSpPr>
          <p:nvPr/>
        </p:nvSpPr>
        <p:spPr bwMode="auto">
          <a:xfrm>
            <a:off x="4709483" y="4013200"/>
            <a:ext cx="261610" cy="4580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f</a:t>
            </a:r>
          </a:p>
        </p:txBody>
      </p:sp>
      <p:sp>
        <p:nvSpPr>
          <p:cNvPr id="16398" name="Text Box 11"/>
          <p:cNvSpPr txBox="1">
            <a:spLocks noChangeArrowheads="1"/>
          </p:cNvSpPr>
          <p:nvPr/>
        </p:nvSpPr>
        <p:spPr bwMode="auto">
          <a:xfrm>
            <a:off x="5609409" y="4084638"/>
            <a:ext cx="300082" cy="4580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g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C6A5E105-6BA6-4BC8-9496-89EC8C73D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9392" y="185965"/>
            <a:ext cx="9680019" cy="5840262"/>
          </a:xfrm>
        </p:spPr>
        <p:txBody>
          <a:bodyPr>
            <a:normAutofit/>
          </a:bodyPr>
          <a:lstStyle/>
          <a:p>
            <a:pPr marL="609600" indent="-609600">
              <a:spcAft>
                <a:spcPct val="20000"/>
              </a:spcAft>
              <a:buNone/>
              <a:defRPr/>
            </a:pPr>
            <a:r>
              <a:rPr lang="zh-CN" altLang="en-US" sz="3200" b="1" dirty="0"/>
              <a:t>练习：</a:t>
            </a:r>
            <a:endParaRPr lang="en-US" altLang="zh-CN" sz="3200" b="1" dirty="0"/>
          </a:p>
          <a:p>
            <a:pPr marL="609600" indent="-609600">
              <a:spcAft>
                <a:spcPct val="20000"/>
              </a:spcAft>
              <a:buNone/>
              <a:defRPr/>
            </a:pPr>
            <a:endParaRPr lang="zh-CN" altLang="en-US" b="1" dirty="0"/>
          </a:p>
          <a:p>
            <a:pPr marL="609600" indent="-609600">
              <a:buNone/>
              <a:defRPr/>
            </a:pPr>
            <a:r>
              <a:rPr lang="en-US" altLang="zh-CN" sz="2800" b="1" dirty="0"/>
              <a:t>1.</a:t>
            </a:r>
            <a:r>
              <a:rPr lang="zh-CN" altLang="en-US" sz="2800" b="1" dirty="0"/>
              <a:t>若信号量</a:t>
            </a:r>
            <a:r>
              <a:rPr lang="en-US" altLang="zh-CN" sz="2800" b="1" dirty="0"/>
              <a:t>S</a:t>
            </a:r>
            <a:r>
              <a:rPr lang="zh-CN" altLang="en-US" sz="2800" b="1" dirty="0"/>
              <a:t>初值为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，当前值为</a:t>
            </a:r>
            <a:r>
              <a:rPr lang="en-US" altLang="zh-CN" sz="2800" b="1" dirty="0"/>
              <a:t>-1</a:t>
            </a:r>
            <a:r>
              <a:rPr lang="zh-CN" altLang="en-US" sz="2800" b="1" dirty="0"/>
              <a:t>，则表示有</a:t>
            </a:r>
            <a:r>
              <a:rPr lang="en-US" altLang="zh-CN" sz="2800" b="1" dirty="0"/>
              <a:t>_________</a:t>
            </a:r>
            <a:r>
              <a:rPr lang="zh-CN" altLang="en-US" sz="2800" b="1" dirty="0"/>
              <a:t>阻塞进程。 </a:t>
            </a:r>
          </a:p>
          <a:p>
            <a:pPr marL="609600" indent="-609600">
              <a:buNone/>
              <a:defRPr/>
            </a:pPr>
            <a:r>
              <a:rPr lang="zh-CN" altLang="en-US" sz="2800" b="1" dirty="0"/>
              <a:t>	 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．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个    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．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个    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．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个    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．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个 </a:t>
            </a:r>
            <a:endParaRPr lang="en-US" altLang="zh-CN" sz="2800" b="1" dirty="0"/>
          </a:p>
          <a:p>
            <a:pPr marL="609600" indent="-609600">
              <a:buNone/>
              <a:defRPr/>
            </a:pPr>
            <a:endParaRPr lang="zh-CN" altLang="en-US" sz="2800" b="1" dirty="0"/>
          </a:p>
          <a:p>
            <a:pPr marL="609600" indent="-609600">
              <a:buNone/>
              <a:defRPr/>
            </a:pPr>
            <a:r>
              <a:rPr lang="en-US" altLang="zh-CN" sz="2800" b="1" dirty="0"/>
              <a:t>2.</a:t>
            </a:r>
            <a:r>
              <a:rPr lang="zh-CN" altLang="en-US" sz="2800" b="1" dirty="0"/>
              <a:t>用信号量管理临界区时，信号量的初值应定义为</a:t>
            </a:r>
            <a:r>
              <a:rPr lang="en-US" altLang="zh-CN" sz="2800" b="1" dirty="0"/>
              <a:t>__________</a:t>
            </a:r>
            <a:r>
              <a:rPr lang="zh-CN" altLang="en-US" sz="2800" b="1" dirty="0"/>
              <a:t>。 </a:t>
            </a:r>
          </a:p>
          <a:p>
            <a:pPr marL="609600" indent="-609600">
              <a:buNone/>
              <a:defRPr/>
            </a:pPr>
            <a:r>
              <a:rPr lang="zh-CN" altLang="en-US" sz="2800" b="1" dirty="0"/>
              <a:t> 	</a:t>
            </a:r>
            <a:r>
              <a:rPr lang="en-US" altLang="zh-CN" sz="2800" b="1" dirty="0"/>
              <a:t>A. -1    B</a:t>
            </a:r>
            <a:r>
              <a:rPr lang="zh-CN" altLang="en-US" sz="2800" b="1" dirty="0"/>
              <a:t>．</a:t>
            </a:r>
            <a:r>
              <a:rPr lang="en-US" altLang="zh-CN" sz="2800" b="1" dirty="0"/>
              <a:t>0    C</a:t>
            </a:r>
            <a:r>
              <a:rPr lang="zh-CN" altLang="en-US" sz="2800" b="1" dirty="0"/>
              <a:t>．</a:t>
            </a:r>
            <a:r>
              <a:rPr lang="en-US" altLang="zh-CN" sz="2800" b="1" dirty="0"/>
              <a:t>1    D</a:t>
            </a:r>
            <a:r>
              <a:rPr lang="zh-CN" altLang="en-US" sz="2800" b="1" dirty="0"/>
              <a:t>．任意值   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32BB6F02-3745-43C4-8FF1-45E7E85C2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5248" y="1415174"/>
            <a:ext cx="10543142" cy="3878186"/>
          </a:xfrm>
        </p:spPr>
        <p:txBody>
          <a:bodyPr>
            <a:noAutofit/>
          </a:bodyPr>
          <a:lstStyle/>
          <a:p>
            <a:pPr marL="609600" indent="-609600">
              <a:buNone/>
              <a:defRPr/>
            </a:pPr>
            <a:r>
              <a:rPr lang="en-US" altLang="zh-CN" sz="2800" b="1" dirty="0"/>
              <a:t>3.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signal</a:t>
            </a:r>
            <a:r>
              <a:rPr lang="zh-CN" altLang="en-US" sz="2800" b="1" dirty="0"/>
              <a:t>操作唤醒一个阻塞进程时，被唤醒进程的状态变为</a:t>
            </a:r>
            <a:r>
              <a:rPr lang="en-US" altLang="zh-CN" sz="2800" b="1" dirty="0"/>
              <a:t>__________</a:t>
            </a:r>
            <a:r>
              <a:rPr lang="zh-CN" altLang="en-US" sz="2800" b="1" dirty="0"/>
              <a:t>。 </a:t>
            </a:r>
          </a:p>
          <a:p>
            <a:pPr marL="609600" indent="-609600">
              <a:buNone/>
              <a:defRPr/>
            </a:pPr>
            <a:r>
              <a:rPr lang="zh-CN" altLang="en-US" sz="2800" b="1" dirty="0"/>
              <a:t> 	</a:t>
            </a:r>
            <a:r>
              <a:rPr lang="en-US" altLang="zh-CN" sz="2800" b="1" dirty="0"/>
              <a:t>A.</a:t>
            </a:r>
            <a:r>
              <a:rPr lang="zh-CN" altLang="en-US" sz="2800" b="1" dirty="0"/>
              <a:t>等待    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．就绪    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运行    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．完成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8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4.</a:t>
            </a:r>
            <a:r>
              <a:rPr lang="zh-CN" altLang="en-US" sz="2800" b="1" dirty="0"/>
              <a:t>有</a:t>
            </a:r>
            <a:r>
              <a:rPr lang="en-US" altLang="zh-CN" sz="2800" b="1" dirty="0"/>
              <a:t>m</a:t>
            </a:r>
            <a:r>
              <a:rPr lang="zh-CN" altLang="en-US" sz="2800" b="1" dirty="0"/>
              <a:t>个进程共享同一临界资源，若使用信号量机制实现对临界资源的互斥访问，则信号量值的变化范围是</a:t>
            </a:r>
            <a:r>
              <a:rPr lang="en-US" altLang="zh-CN" sz="2800" b="1" dirty="0"/>
              <a:t>______</a:t>
            </a:r>
            <a:r>
              <a:rPr lang="zh-CN" altLang="en-US" sz="2800" b="1" dirty="0"/>
              <a:t>。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8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974DC-8CBD-430E-86E5-90B7CE83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C7028F-23CE-4895-BBF0-E34F387CB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1227456"/>
            <a:ext cx="10968990" cy="4842838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有一个阅览室，共有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100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个座位。读者进入阅览室时必须在入口处进行登记；离开阅览室时必须进行注销。试用信号量机制描述读者进入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/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离开阅览室的同步与互斥关系。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设有六个进程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P1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P2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P3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P4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P5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P6,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它们并发执行，分别包含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S1~S6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六条语句。 当进程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P1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中的语句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S1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执行后，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S2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S3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才能执行；当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S2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执行后，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S4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才能执行；当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S3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执行后，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S5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才能执行；当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S4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S5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都执行后，</a:t>
            </a: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S6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才能执行；请用信号量控制。</a:t>
            </a:r>
            <a:endParaRPr lang="en-US" altLang="zh-CN" sz="2800" b="1" dirty="0">
              <a:solidFill>
                <a:schemeClr val="tx2"/>
              </a:solidFill>
              <a:latin typeface="宋体" pitchFamily="2" charset="-122"/>
            </a:endParaRP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eriod"/>
            </a:pPr>
            <a:endParaRPr lang="zh-CN" altLang="en-US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68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7342" y="411755"/>
            <a:ext cx="9387205" cy="705485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3.2  </a:t>
            </a:r>
            <a:r>
              <a:rPr lang="zh-CN" altLang="en-US" sz="4000" dirty="0"/>
              <a:t>经典进程同步问题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51951" y="2215920"/>
            <a:ext cx="6028495" cy="2795906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altLang="zh-CN" sz="3600" dirty="0"/>
              <a:t> </a:t>
            </a:r>
            <a:r>
              <a:rPr lang="en-US" altLang="zh-CN" sz="3600" u="dottedHeavy" dirty="0"/>
              <a:t>3</a:t>
            </a:r>
            <a:r>
              <a:rPr lang="en-US" altLang="zh-CN" sz="3600" u="dottedHeavy" dirty="0">
                <a:solidFill>
                  <a:schemeClr val="tx1"/>
                </a:solidFill>
                <a:uFillTx/>
              </a:rPr>
              <a:t>.2.1  </a:t>
            </a:r>
            <a:r>
              <a:rPr lang="zh-CN" altLang="en-US" sz="3600" u="dottedHeavy" dirty="0"/>
              <a:t>生产者</a:t>
            </a:r>
            <a:r>
              <a:rPr lang="en-US" altLang="zh-CN" sz="3600" u="dottedHeavy" dirty="0"/>
              <a:t>-</a:t>
            </a:r>
            <a:r>
              <a:rPr lang="zh-CN" altLang="en-US" sz="3600" u="dottedHeavy" dirty="0"/>
              <a:t>消费者问题</a:t>
            </a:r>
            <a:endParaRPr sz="3600" u="dottedHeavy" dirty="0">
              <a:solidFill>
                <a:schemeClr val="tx1"/>
              </a:solidFill>
              <a:uFillTx/>
            </a:endParaRPr>
          </a:p>
          <a:p>
            <a:pPr>
              <a:buBlip>
                <a:blip r:embed="rId3"/>
              </a:buBlip>
            </a:pPr>
            <a:r>
              <a:rPr sz="3600" dirty="0"/>
              <a:t> </a:t>
            </a:r>
            <a:r>
              <a:rPr lang="en-US" sz="3600" u="dottedHeavy" dirty="0"/>
              <a:t>3</a:t>
            </a:r>
            <a:r>
              <a:rPr lang="en-US" altLang="zh-CN" sz="3600" u="dottedHeavy" dirty="0"/>
              <a:t>.2.2  </a:t>
            </a:r>
            <a:r>
              <a:rPr lang="zh-CN" altLang="en-US" sz="3600" u="dottedHeavy" dirty="0"/>
              <a:t>读者</a:t>
            </a:r>
            <a:r>
              <a:rPr lang="en-US" altLang="zh-CN" sz="3600" u="dottedHeavy" dirty="0"/>
              <a:t>-</a:t>
            </a:r>
            <a:r>
              <a:rPr lang="zh-CN" altLang="en-US" sz="3600" u="dottedHeavy" dirty="0"/>
              <a:t>写者问题</a:t>
            </a:r>
            <a:r>
              <a:rPr lang="en-US" altLang="zh-CN" sz="3600" u="dottedHeavy" dirty="0"/>
              <a:t> </a:t>
            </a:r>
          </a:p>
          <a:p>
            <a:pPr>
              <a:buBlip>
                <a:blip r:embed="rId3"/>
              </a:buBlip>
            </a:pPr>
            <a:r>
              <a:rPr lang="zh-CN" altLang="en-US" sz="3600" dirty="0"/>
              <a:t> </a:t>
            </a:r>
            <a:r>
              <a:rPr lang="en-US" altLang="zh-CN" sz="3600" u="dottedHeavy" dirty="0"/>
              <a:t>3.2.3  </a:t>
            </a:r>
            <a:r>
              <a:rPr lang="zh-CN" altLang="en-US" sz="3600" u="dottedHeavy" dirty="0"/>
              <a:t>哲学家就餐问题               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577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6AF59B-FDFF-0ECE-9E7F-DC96E6E76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85" t="6666" r="-1674" b="2342"/>
          <a:stretch>
            <a:fillRect/>
          </a:stretch>
        </p:blipFill>
        <p:spPr bwMode="auto">
          <a:xfrm>
            <a:off x="827903" y="457200"/>
            <a:ext cx="9551773" cy="62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32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385C06CB-9C34-4AB6-8F27-FC57BFB5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3.2.1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生产者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消费者问题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62D37E-D027-4D26-A021-653E907ED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b="1" dirty="0"/>
              <a:t>问题描述</a:t>
            </a:r>
            <a:r>
              <a:rPr lang="zh-CN" altLang="en-US" sz="2800" dirty="0"/>
              <a:t>：</a:t>
            </a:r>
            <a:r>
              <a:rPr lang="zh-CN" altLang="zh-CN" sz="2800" dirty="0"/>
              <a:t>生产者先制造产品，再存放到公用仓库，随后由消费者从仓库中取出这些产品进行消费。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b="1" dirty="0"/>
              <a:t>应满足的条件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zh-CN" sz="2800" dirty="0"/>
              <a:t>消费者不能到空的仓库去取产品消费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zh-CN" sz="2800" dirty="0"/>
              <a:t>生产者也不能将产品存放到已满的仓库中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zh-CN" sz="2800" dirty="0"/>
              <a:t>仓库每次也只允许一个人进出。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b="1" dirty="0"/>
              <a:t>分类</a:t>
            </a:r>
            <a:r>
              <a:rPr lang="zh-CN" altLang="en-US" sz="2800" dirty="0"/>
              <a:t>：单缓冲区和多缓冲区生产者</a:t>
            </a:r>
            <a:r>
              <a:rPr lang="en-US" altLang="zh-CN" sz="2800" dirty="0"/>
              <a:t>-</a:t>
            </a:r>
            <a:r>
              <a:rPr lang="zh-CN" altLang="en-US" sz="2800" dirty="0"/>
              <a:t>消费者问题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1C73B2-D20B-C6F1-DEB0-EB744260F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课堂投票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E7B1D0-F764-0021-797E-6EBB5B8DC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经典生产者 </a:t>
            </a:r>
            <a:r>
              <a:rPr lang="en-US" altLang="zh-CN" dirty="0"/>
              <a:t>- </a:t>
            </a:r>
            <a:r>
              <a:rPr lang="zh-CN" altLang="en-US" dirty="0"/>
              <a:t>消费者问题中，若缓冲区大小为 </a:t>
            </a:r>
            <a:r>
              <a:rPr lang="en-US" altLang="zh-CN" dirty="0"/>
              <a:t>5</a:t>
            </a:r>
            <a:r>
              <a:rPr lang="zh-CN" altLang="en-US" dirty="0"/>
              <a:t>，初始时缓冲区为空。当 </a:t>
            </a:r>
            <a:r>
              <a:rPr lang="en-US" altLang="zh-CN" dirty="0"/>
              <a:t>3 </a:t>
            </a:r>
            <a:r>
              <a:rPr lang="zh-CN" altLang="en-US" dirty="0"/>
              <a:t>个生产者各生产 </a:t>
            </a:r>
            <a:r>
              <a:rPr lang="en-US" altLang="zh-CN" dirty="0"/>
              <a:t>1 </a:t>
            </a:r>
            <a:r>
              <a:rPr lang="zh-CN" altLang="en-US" dirty="0"/>
              <a:t>个产品、</a:t>
            </a:r>
            <a:r>
              <a:rPr lang="en-US" altLang="zh-CN" dirty="0"/>
              <a:t>2 </a:t>
            </a:r>
            <a:r>
              <a:rPr lang="zh-CN" altLang="en-US" dirty="0"/>
              <a:t>个消费者各消费 </a:t>
            </a:r>
            <a:r>
              <a:rPr lang="en-US" altLang="zh-CN" dirty="0"/>
              <a:t>1 </a:t>
            </a:r>
            <a:r>
              <a:rPr lang="zh-CN" altLang="en-US" dirty="0"/>
              <a:t>个产品后，同步信号量</a:t>
            </a:r>
            <a:r>
              <a:rPr lang="en-US" altLang="zh-CN" dirty="0"/>
              <a:t>empty</a:t>
            </a:r>
            <a:r>
              <a:rPr lang="zh-CN" altLang="en-US" dirty="0"/>
              <a:t>和</a:t>
            </a:r>
            <a:r>
              <a:rPr lang="en-US" altLang="zh-CN" dirty="0"/>
              <a:t>full</a:t>
            </a:r>
            <a:r>
              <a:rPr lang="zh-CN" altLang="en-US" dirty="0"/>
              <a:t>的当前值分别为（ 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A. empty=4</a:t>
            </a:r>
            <a:r>
              <a:rPr lang="zh-CN" altLang="en-US" dirty="0"/>
              <a:t>，</a:t>
            </a:r>
            <a:r>
              <a:rPr lang="en-US" altLang="zh-CN" dirty="0"/>
              <a:t>full=1 </a:t>
            </a:r>
          </a:p>
          <a:p>
            <a:pPr marL="0" indent="0">
              <a:buNone/>
            </a:pPr>
            <a:r>
              <a:rPr lang="en-US" altLang="zh-CN" dirty="0"/>
              <a:t>B. empty=3</a:t>
            </a:r>
            <a:r>
              <a:rPr lang="zh-CN" altLang="en-US" dirty="0"/>
              <a:t>，</a:t>
            </a:r>
            <a:r>
              <a:rPr lang="en-US" altLang="zh-CN" dirty="0"/>
              <a:t>full=2 </a:t>
            </a:r>
          </a:p>
          <a:p>
            <a:pPr marL="0" indent="0">
              <a:buNone/>
            </a:pPr>
            <a:r>
              <a:rPr lang="en-US" altLang="zh-CN" dirty="0"/>
              <a:t>C. empty=5</a:t>
            </a:r>
            <a:r>
              <a:rPr lang="zh-CN" altLang="en-US" dirty="0"/>
              <a:t>，</a:t>
            </a:r>
            <a:r>
              <a:rPr lang="en-US" altLang="zh-CN" dirty="0"/>
              <a:t>full=0 </a:t>
            </a:r>
          </a:p>
          <a:p>
            <a:pPr marL="0" indent="0">
              <a:buNone/>
            </a:pPr>
            <a:r>
              <a:rPr lang="en-US" altLang="zh-CN" dirty="0"/>
              <a:t>D. empty=2</a:t>
            </a:r>
            <a:r>
              <a:rPr lang="zh-CN" altLang="en-US" dirty="0"/>
              <a:t>，</a:t>
            </a:r>
            <a:r>
              <a:rPr lang="en-US" altLang="zh-CN" dirty="0"/>
              <a:t>full=3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624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E9477484-6005-4E7E-96CB-A0DF90A2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生产者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消费者问题</a:t>
            </a: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A09E8D87-C7F3-43DB-931C-C434F1FA1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520" y="927736"/>
            <a:ext cx="10968990" cy="502221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单缓冲区</a:t>
            </a:r>
            <a:r>
              <a:rPr lang="zh-CN" altLang="en-US" sz="2800" dirty="0"/>
              <a:t>：</a:t>
            </a:r>
            <a:r>
              <a:rPr lang="zh-CN" altLang="zh-CN" sz="2800" dirty="0"/>
              <a:t>指缓冲区中只能存放一个数据或产品。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zh-CN" sz="2800" dirty="0"/>
              <a:t>生产者每次只能向缓冲区中放一个数据，而消费者每次只能从缓冲区取一个数据。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zh-CN" sz="2800" dirty="0"/>
              <a:t>当缓冲区为空时，消费者无法从缓冲区中取到数据；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zh-CN" sz="2800" dirty="0"/>
              <a:t>当缓冲区为满时，生产者无法再向缓冲区中写数据。</a:t>
            </a:r>
            <a:endParaRPr lang="en-US" altLang="zh-CN" sz="2800" dirty="0">
              <a:latin typeface="仿宋_GB2312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EEAE493-1893-46B6-905B-3E0B98513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graphicFrame>
        <p:nvGraphicFramePr>
          <p:cNvPr id="48133" name="对象 4">
            <a:extLst>
              <a:ext uri="{FF2B5EF4-FFF2-40B4-BE49-F238E27FC236}">
                <a16:creationId xmlns:a16="http://schemas.microsoft.com/office/drawing/2014/main" id="{256BEB89-F795-4152-955A-DF3FA0290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112048"/>
              </p:ext>
            </p:extLst>
          </p:nvPr>
        </p:nvGraphicFramePr>
        <p:xfrm>
          <a:off x="1288362" y="4326620"/>
          <a:ext cx="8453548" cy="1603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54186" imgH="467047" progId="Visio.Drawing.11">
                  <p:embed/>
                </p:oleObj>
              </mc:Choice>
              <mc:Fallback>
                <p:oleObj name="Visio" r:id="rId2" imgW="2454186" imgH="467047" progId="Visio.Drawing.11">
                  <p:embed/>
                  <p:pic>
                    <p:nvPicPr>
                      <p:cNvPr id="48133" name="对象 4">
                        <a:extLst>
                          <a:ext uri="{FF2B5EF4-FFF2-40B4-BE49-F238E27FC236}">
                            <a16:creationId xmlns:a16="http://schemas.microsoft.com/office/drawing/2014/main" id="{256BEB89-F795-4152-955A-DF3FA0290A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362" y="4326620"/>
                        <a:ext cx="8453548" cy="1603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747C461D-D526-4286-8E4F-69AEE41A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生产者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消费者问题</a:t>
            </a:r>
          </a:p>
        </p:txBody>
      </p:sp>
      <p:sp>
        <p:nvSpPr>
          <p:cNvPr id="40963" name="内容占位符 2">
            <a:extLst>
              <a:ext uri="{FF2B5EF4-FFF2-40B4-BE49-F238E27FC236}">
                <a16:creationId xmlns:a16="http://schemas.microsoft.com/office/drawing/2014/main" id="{838F637D-7396-4DE6-A9DD-FAEE72D2F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394" y="805656"/>
            <a:ext cx="9841321" cy="1772291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单缓冲区</a:t>
            </a:r>
            <a:endParaRPr lang="en-US" altLang="zh-CN" sz="3200" dirty="0">
              <a:solidFill>
                <a:srgbClr val="C00000"/>
              </a:solidFill>
              <a:latin typeface="黑体" pitchFamily="2" charset="-122"/>
              <a:ea typeface="黑体" pitchFamily="2" charset="-122"/>
            </a:endParaRPr>
          </a:p>
          <a:p>
            <a:pPr marL="457200" lvl="1" indent="0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rgbClr val="0000FF"/>
                </a:solidFill>
                <a:latin typeface="Cambria" pitchFamily="18" charset="0"/>
              </a:rPr>
              <a:t>semaphore  empty=1;   </a:t>
            </a:r>
            <a:r>
              <a:rPr lang="en-US" altLang="zh-CN" dirty="0">
                <a:latin typeface="Cambria" pitchFamily="18" charset="0"/>
              </a:rPr>
              <a:t>//empty</a:t>
            </a:r>
            <a:r>
              <a:rPr lang="zh-CN" altLang="zh-CN" dirty="0">
                <a:latin typeface="Cambria" pitchFamily="18" charset="0"/>
              </a:rPr>
              <a:t>表示缓冲区是否为空，初值为</a:t>
            </a:r>
            <a:r>
              <a:rPr lang="en-US" altLang="zh-CN" dirty="0">
                <a:latin typeface="Cambria" pitchFamily="18" charset="0"/>
              </a:rPr>
              <a:t>1;</a:t>
            </a:r>
            <a:endParaRPr lang="zh-CN" altLang="zh-CN" sz="3600" dirty="0">
              <a:latin typeface="Cambria" pitchFamily="18" charset="0"/>
            </a:endParaRPr>
          </a:p>
          <a:p>
            <a:pPr marL="457200" lvl="1" indent="0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rgbClr val="0000FF"/>
                </a:solidFill>
                <a:latin typeface="Cambria" pitchFamily="18" charset="0"/>
              </a:rPr>
              <a:t>semaphore  full=0;     </a:t>
            </a:r>
            <a:r>
              <a:rPr lang="en-US" altLang="zh-CN" dirty="0">
                <a:latin typeface="Cambria" pitchFamily="18" charset="0"/>
              </a:rPr>
              <a:t>//full</a:t>
            </a:r>
            <a:r>
              <a:rPr lang="zh-CN" altLang="zh-CN" dirty="0">
                <a:latin typeface="Cambria" pitchFamily="18" charset="0"/>
              </a:rPr>
              <a:t>表示缓冲区是否为满，初值为</a:t>
            </a:r>
            <a:r>
              <a:rPr lang="en-US" altLang="zh-CN" dirty="0"/>
              <a:t>0;</a:t>
            </a:r>
            <a:endParaRPr lang="zh-CN" altLang="zh-CN" sz="3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494EBFB-DDA4-41C0-AE01-720683BC9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4DF5CC8-8F9C-4893-AAFD-25C8B6C69430}"/>
              </a:ext>
            </a:extLst>
          </p:cNvPr>
          <p:cNvSpPr txBox="1">
            <a:spLocks/>
          </p:cNvSpPr>
          <p:nvPr/>
        </p:nvSpPr>
        <p:spPr bwMode="auto">
          <a:xfrm>
            <a:off x="1076393" y="2850766"/>
            <a:ext cx="4108923" cy="37599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 marL="342900" indent="-3429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3399"/>
              </a:buClr>
              <a:buSzPct val="90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FF"/>
              </a:buClr>
              <a:buSzPct val="90000"/>
              <a:buFont typeface="Wingdings" pitchFamily="2" charset="2"/>
              <a:buChar char="u"/>
              <a:defRPr sz="2400" kern="1200">
                <a:solidFill>
                  <a:schemeClr val="tx1"/>
                </a:solidFill>
                <a:latin typeface="Cambria" pitchFamily="18" charset="0"/>
                <a:ea typeface="仿宋_GB2312" pitchFamily="49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3333FF"/>
              </a:buClr>
              <a:buSzPct val="90000"/>
              <a:buFont typeface="Wingdings" pitchFamily="2" charset="2"/>
              <a:buChar char="p"/>
              <a:defRPr sz="20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E46C0A"/>
              </a:buClr>
              <a:buSzPct val="90000"/>
              <a:buFont typeface="Wingdings" pitchFamily="2" charset="2"/>
              <a:buChar char="l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»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void producer( ){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while(1){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  </a:t>
            </a:r>
            <a:r>
              <a:rPr lang="zh-CN" altLang="zh-CN" sz="2400" dirty="0"/>
              <a:t>生产一个产品</a:t>
            </a:r>
            <a:r>
              <a:rPr lang="en-US" altLang="zh-CN" sz="2400" dirty="0"/>
              <a:t>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  wait(empty);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  </a:t>
            </a:r>
            <a:r>
              <a:rPr lang="zh-CN" altLang="zh-CN" sz="2400" dirty="0"/>
              <a:t>产品送往</a:t>
            </a:r>
            <a:r>
              <a:rPr lang="en-US" altLang="zh-CN" sz="2400" dirty="0"/>
              <a:t>Buffer;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  signal(full);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}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}</a:t>
            </a:r>
            <a:endParaRPr lang="zh-CN" altLang="zh-CN" sz="24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0E32B46-7595-4EE7-B570-A2506200BA87}"/>
              </a:ext>
            </a:extLst>
          </p:cNvPr>
          <p:cNvSpPr txBox="1">
            <a:spLocks/>
          </p:cNvSpPr>
          <p:nvPr/>
        </p:nvSpPr>
        <p:spPr bwMode="auto">
          <a:xfrm>
            <a:off x="5880101" y="2852739"/>
            <a:ext cx="4635499" cy="37599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 marL="342900" indent="-3429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3399"/>
              </a:buClr>
              <a:buSzPct val="90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FF"/>
              </a:buClr>
              <a:buSzPct val="90000"/>
              <a:buFont typeface="Wingdings" pitchFamily="2" charset="2"/>
              <a:buChar char="u"/>
              <a:defRPr sz="2400" kern="1200">
                <a:solidFill>
                  <a:schemeClr val="tx1"/>
                </a:solidFill>
                <a:latin typeface="Cambria" pitchFamily="18" charset="0"/>
                <a:ea typeface="仿宋_GB2312" pitchFamily="49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3333FF"/>
              </a:buClr>
              <a:buSzPct val="90000"/>
              <a:buFont typeface="Wingdings" pitchFamily="2" charset="2"/>
              <a:buChar char="p"/>
              <a:defRPr sz="20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E46C0A"/>
              </a:buClr>
              <a:buSzPct val="90000"/>
              <a:buFont typeface="Wingdings" pitchFamily="2" charset="2"/>
              <a:buChar char="l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»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void comsumer( ){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while(1){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   wait(full);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   </a:t>
            </a:r>
            <a:r>
              <a:rPr lang="zh-CN" altLang="zh-CN" sz="2400" dirty="0"/>
              <a:t>从</a:t>
            </a:r>
            <a:r>
              <a:rPr lang="en-US" altLang="zh-CN" sz="2400" dirty="0"/>
              <a:t>Buffer</a:t>
            </a:r>
            <a:r>
              <a:rPr lang="zh-CN" altLang="zh-CN" sz="2400" dirty="0"/>
              <a:t>取出一个产品</a:t>
            </a:r>
            <a:r>
              <a:rPr lang="en-US" altLang="zh-CN" sz="2400" dirty="0"/>
              <a:t>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   signal(empty);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   </a:t>
            </a:r>
            <a:r>
              <a:rPr lang="zh-CN" altLang="zh-CN" sz="2400" dirty="0"/>
              <a:t>消费该产品</a:t>
            </a:r>
            <a:r>
              <a:rPr lang="en-US" altLang="zh-CN" sz="2400" dirty="0"/>
              <a:t>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}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}</a:t>
            </a:r>
            <a:endParaRPr lang="zh-CN" altLang="zh-CN" sz="2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6EB43539-2224-42B7-85B0-2851A9BC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生产者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消费者问题</a:t>
            </a:r>
          </a:p>
        </p:txBody>
      </p:sp>
      <p:sp>
        <p:nvSpPr>
          <p:cNvPr id="41987" name="内容占位符 2">
            <a:extLst>
              <a:ext uri="{FF2B5EF4-FFF2-40B4-BE49-F238E27FC236}">
                <a16:creationId xmlns:a16="http://schemas.microsoft.com/office/drawing/2014/main" id="{FCC1227D-49CC-48DA-A495-9FBE2171C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19" y="912806"/>
            <a:ext cx="10678602" cy="322612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多缓冲区</a:t>
            </a:r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：</a:t>
            </a:r>
            <a:r>
              <a:rPr lang="zh-CN" altLang="zh-CN" sz="2800" dirty="0"/>
              <a:t>缓冲区中可以存放若干个数据或产品，每次只允许一个进程访问。</a:t>
            </a:r>
            <a:r>
              <a:rPr lang="zh-CN" altLang="en-US" sz="2800" dirty="0"/>
              <a:t>此时</a:t>
            </a:r>
            <a:r>
              <a:rPr lang="zh-CN" altLang="en-US" dirty="0"/>
              <a:t>，</a:t>
            </a:r>
            <a:r>
              <a:rPr lang="zh-CN" altLang="zh-CN" dirty="0"/>
              <a:t>既涉及进程同步，又涉及进程互斥</a:t>
            </a:r>
            <a:r>
              <a:rPr lang="zh-CN" altLang="en-US" dirty="0"/>
              <a:t>，其中：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zh-CN" b="1" dirty="0"/>
              <a:t>互斥</a:t>
            </a:r>
            <a:r>
              <a:rPr lang="zh-CN" altLang="en-US" dirty="0"/>
              <a:t>：</a:t>
            </a:r>
            <a:r>
              <a:rPr lang="zh-CN" altLang="zh-CN" dirty="0"/>
              <a:t>缓冲区是临界资源，生产者和消费者不能同时对此缓冲区进行操作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zh-CN" b="1" dirty="0"/>
              <a:t>同步</a:t>
            </a:r>
            <a:r>
              <a:rPr lang="zh-CN" altLang="en-US" dirty="0"/>
              <a:t>：</a:t>
            </a:r>
            <a:r>
              <a:rPr lang="zh-CN" altLang="zh-CN" dirty="0"/>
              <a:t>在当缓冲区已满，生产者不能再存放数据；当缓冲区为空，消费者不能获取数据</a:t>
            </a:r>
            <a:endParaRPr lang="en-US" altLang="zh-CN" dirty="0">
              <a:latin typeface="仿宋_GB2312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FDA2E7-21DC-4A63-AD03-6F8EC5B24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CD7BAB1-DFAD-4C8D-A0A2-A34DA0F1E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graphicFrame>
        <p:nvGraphicFramePr>
          <p:cNvPr id="50182" name="对象 6">
            <a:extLst>
              <a:ext uri="{FF2B5EF4-FFF2-40B4-BE49-F238E27FC236}">
                <a16:creationId xmlns:a16="http://schemas.microsoft.com/office/drawing/2014/main" id="{06FD2DDD-A4F2-49C2-BA06-0AC9C1E8A4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672809"/>
              </p:ext>
            </p:extLst>
          </p:nvPr>
        </p:nvGraphicFramePr>
        <p:xfrm>
          <a:off x="4847433" y="3844887"/>
          <a:ext cx="5796841" cy="2789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359354" imgH="1591900" progId="Visio.Drawing.11">
                  <p:embed/>
                </p:oleObj>
              </mc:Choice>
              <mc:Fallback>
                <p:oleObj name="Visio" r:id="rId2" imgW="3359354" imgH="1591900" progId="Visio.Drawing.11">
                  <p:embed/>
                  <p:pic>
                    <p:nvPicPr>
                      <p:cNvPr id="50182" name="对象 6">
                        <a:extLst>
                          <a:ext uri="{FF2B5EF4-FFF2-40B4-BE49-F238E27FC236}">
                            <a16:creationId xmlns:a16="http://schemas.microsoft.com/office/drawing/2014/main" id="{06FD2DDD-A4F2-49C2-BA06-0AC9C1E8A4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7433" y="3844887"/>
                        <a:ext cx="5796841" cy="2789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.2.1  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07624" y="1140708"/>
            <a:ext cx="11212290" cy="4621114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zh-CN" altLang="zh-CN" sz="2800" dirty="0"/>
              <a:t>首先定义信号量如下：</a:t>
            </a:r>
          </a:p>
          <a:p>
            <a:pPr marL="0" indent="0"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1</a:t>
            </a:r>
            <a:r>
              <a:rPr lang="zh-CN" altLang="zh-CN" sz="2800" dirty="0"/>
              <a:t>）信号量</a:t>
            </a:r>
            <a:r>
              <a:rPr lang="en-US" altLang="zh-CN" sz="2800" dirty="0" err="1"/>
              <a:t>mutex</a:t>
            </a:r>
            <a:r>
              <a:rPr lang="zh-CN" altLang="zh-CN" sz="2800" dirty="0"/>
              <a:t>，初值为</a:t>
            </a:r>
            <a:r>
              <a:rPr lang="en-US" altLang="zh-CN" sz="2800" dirty="0"/>
              <a:t>1</a:t>
            </a:r>
            <a:r>
              <a:rPr lang="zh-CN" altLang="zh-CN" sz="2800" dirty="0"/>
              <a:t>，用于控制互斥地访问缓冲池。</a:t>
            </a:r>
          </a:p>
          <a:p>
            <a:pPr marL="0" indent="0"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2</a:t>
            </a:r>
            <a:r>
              <a:rPr lang="zh-CN" altLang="zh-CN" sz="2800" dirty="0"/>
              <a:t>）信号量</a:t>
            </a:r>
            <a:r>
              <a:rPr lang="en-US" altLang="zh-CN" sz="2800" dirty="0"/>
              <a:t>full</a:t>
            </a:r>
            <a:r>
              <a:rPr lang="zh-CN" altLang="zh-CN" sz="2800" dirty="0"/>
              <a:t>，初值为</a:t>
            </a:r>
            <a:r>
              <a:rPr lang="en-US" altLang="zh-CN" sz="2800" dirty="0"/>
              <a:t>0</a:t>
            </a:r>
            <a:r>
              <a:rPr lang="zh-CN" altLang="zh-CN" sz="2800" dirty="0"/>
              <a:t>，用于资源计数。</a:t>
            </a:r>
            <a:r>
              <a:rPr lang="en-US" altLang="zh-CN" sz="2800" dirty="0"/>
              <a:t>full</a:t>
            </a:r>
            <a:r>
              <a:rPr lang="zh-CN" altLang="zh-CN" sz="2800" dirty="0"/>
              <a:t>值表示当前缓冲池中</a:t>
            </a:r>
            <a:r>
              <a:rPr lang="en-US" altLang="zh-CN" sz="2800" dirty="0"/>
              <a:t>“</a:t>
            </a:r>
            <a:r>
              <a:rPr lang="zh-CN" altLang="zh-CN" sz="2800" dirty="0"/>
              <a:t>满</a:t>
            </a:r>
            <a:r>
              <a:rPr lang="en-US" altLang="zh-CN" sz="2800" dirty="0"/>
              <a:t>”</a:t>
            </a:r>
            <a:r>
              <a:rPr lang="zh-CN" altLang="zh-CN" sz="2800" dirty="0"/>
              <a:t>缓冲区的个数。</a:t>
            </a:r>
          </a:p>
          <a:p>
            <a:pPr marL="0" indent="0"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3</a:t>
            </a:r>
            <a:r>
              <a:rPr lang="zh-CN" altLang="zh-CN" sz="2800" dirty="0"/>
              <a:t>）信号量</a:t>
            </a:r>
            <a:r>
              <a:rPr lang="en-US" altLang="zh-CN" sz="2800" dirty="0"/>
              <a:t>empty</a:t>
            </a:r>
            <a:r>
              <a:rPr lang="zh-CN" altLang="zh-CN" sz="2800" dirty="0"/>
              <a:t>，初值为</a:t>
            </a:r>
            <a:r>
              <a:rPr lang="en-US" altLang="zh-CN" sz="2800" dirty="0"/>
              <a:t>n</a:t>
            </a:r>
            <a:r>
              <a:rPr lang="zh-CN" altLang="zh-CN" sz="2800" dirty="0"/>
              <a:t>，用于资源计数。</a:t>
            </a:r>
            <a:r>
              <a:rPr lang="en-US" altLang="zh-CN" sz="2800" dirty="0"/>
              <a:t>empty</a:t>
            </a:r>
            <a:r>
              <a:rPr lang="zh-CN" altLang="zh-CN" sz="2800" dirty="0"/>
              <a:t>值表示当前缓冲池中</a:t>
            </a:r>
            <a:r>
              <a:rPr lang="en-US" altLang="zh-CN" sz="2800" dirty="0"/>
              <a:t>“</a:t>
            </a:r>
            <a:r>
              <a:rPr lang="zh-CN" altLang="zh-CN" sz="2800" dirty="0"/>
              <a:t>空</a:t>
            </a:r>
            <a:r>
              <a:rPr lang="en-US" altLang="zh-CN" sz="2800" dirty="0"/>
              <a:t>”</a:t>
            </a:r>
            <a:r>
              <a:rPr lang="zh-CN" altLang="zh-CN" sz="2800" dirty="0"/>
              <a:t>缓冲区的个数。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31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>
            <a:extLst>
              <a:ext uri="{FF2B5EF4-FFF2-40B4-BE49-F238E27FC236}">
                <a16:creationId xmlns:a16="http://schemas.microsoft.com/office/drawing/2014/main" id="{E0451BFB-F484-4D46-8556-B5D3E42D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308" y="65959"/>
            <a:ext cx="4045116" cy="58580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生产者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消费者问题</a:t>
            </a:r>
          </a:p>
        </p:txBody>
      </p:sp>
      <p:sp>
        <p:nvSpPr>
          <p:cNvPr id="51203" name="内容占位符 2">
            <a:extLst>
              <a:ext uri="{FF2B5EF4-FFF2-40B4-BE49-F238E27FC236}">
                <a16:creationId xmlns:a16="http://schemas.microsoft.com/office/drawing/2014/main" id="{E9358C77-94CB-4E83-9238-ACD0FE4D0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19" y="326804"/>
            <a:ext cx="9957412" cy="245628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多缓冲区    </a:t>
            </a:r>
            <a:r>
              <a:rPr lang="en-US" altLang="zh-CN" dirty="0"/>
              <a:t>const int n</a:t>
            </a:r>
            <a:r>
              <a:rPr lang="zh-CN" altLang="en-US" dirty="0"/>
              <a:t>；</a:t>
            </a:r>
            <a:r>
              <a:rPr lang="en-US" altLang="zh-CN" dirty="0"/>
              <a:t>  //buffer size</a:t>
            </a:r>
            <a:endParaRPr lang="en-US" altLang="zh-CN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00050" lvl="1" indent="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int in=0,out=0;        item Buffer[n];</a:t>
            </a:r>
            <a:endParaRPr lang="zh-CN" altLang="zh-CN" dirty="0">
              <a:solidFill>
                <a:srgbClr val="262626"/>
              </a:solidFill>
              <a:latin typeface="Cambria" panose="02040503050406030204" pitchFamily="18" charset="0"/>
            </a:endParaRPr>
          </a:p>
          <a:p>
            <a:pPr marL="400050" lvl="1" indent="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FF"/>
                </a:solidFill>
                <a:latin typeface="Cambria" panose="02040503050406030204" pitchFamily="18" charset="0"/>
              </a:rPr>
              <a:t>semaphore mutex=1;      </a:t>
            </a:r>
            <a:r>
              <a:rPr lang="en-US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//mutex</a:t>
            </a:r>
            <a:r>
              <a:rPr lang="zh-CN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表示互斥访问缓冲区</a:t>
            </a:r>
            <a:r>
              <a:rPr lang="en-US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 </a:t>
            </a:r>
            <a:endParaRPr lang="zh-CN" altLang="zh-CN" dirty="0">
              <a:solidFill>
                <a:srgbClr val="262626"/>
              </a:solidFill>
              <a:latin typeface="Cambria" panose="02040503050406030204" pitchFamily="18" charset="0"/>
            </a:endParaRPr>
          </a:p>
          <a:p>
            <a:pPr marL="400050" lvl="1" indent="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FF"/>
                </a:solidFill>
                <a:latin typeface="Cambria" panose="02040503050406030204" pitchFamily="18" charset="0"/>
              </a:rPr>
              <a:t>semaphore empty=n;      </a:t>
            </a:r>
            <a:r>
              <a:rPr lang="en-US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//empty</a:t>
            </a:r>
            <a:r>
              <a:rPr lang="zh-CN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表示空白缓冲区的个数</a:t>
            </a:r>
            <a:r>
              <a:rPr lang="en-US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 </a:t>
            </a:r>
            <a:endParaRPr lang="zh-CN" altLang="zh-CN" dirty="0">
              <a:solidFill>
                <a:srgbClr val="262626"/>
              </a:solidFill>
              <a:latin typeface="Cambria" panose="02040503050406030204" pitchFamily="18" charset="0"/>
            </a:endParaRPr>
          </a:p>
          <a:p>
            <a:pPr marL="400050" lvl="1" indent="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FF"/>
                </a:solidFill>
                <a:latin typeface="Cambria" panose="02040503050406030204" pitchFamily="18" charset="0"/>
              </a:rPr>
              <a:t>semaphore full=0;           </a:t>
            </a:r>
            <a:r>
              <a:rPr lang="en-US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//full</a:t>
            </a:r>
            <a:r>
              <a:rPr lang="zh-CN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表示有数据的缓存区个数</a:t>
            </a:r>
            <a:r>
              <a:rPr lang="en-US" altLang="zh-CN" dirty="0">
                <a:solidFill>
                  <a:srgbClr val="262626"/>
                </a:solidFill>
                <a:latin typeface="Cambria" panose="02040503050406030204" pitchFamily="18" charset="0"/>
              </a:rPr>
              <a:t> </a:t>
            </a:r>
            <a:endParaRPr lang="zh-CN" altLang="zh-CN" sz="2000" dirty="0">
              <a:solidFill>
                <a:srgbClr val="262626"/>
              </a:solidFill>
              <a:latin typeface="Cambria" panose="020405030504060302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57DA81B-2E74-47A9-8355-0A45421F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01ACB53-5CA0-484B-BB16-B44252009020}"/>
              </a:ext>
            </a:extLst>
          </p:cNvPr>
          <p:cNvSpPr txBox="1">
            <a:spLocks/>
          </p:cNvSpPr>
          <p:nvPr/>
        </p:nvSpPr>
        <p:spPr bwMode="auto">
          <a:xfrm>
            <a:off x="405114" y="2925226"/>
            <a:ext cx="7315200" cy="36771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 marL="342900" indent="-3429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3399"/>
              </a:buClr>
              <a:buSzPct val="90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FF"/>
              </a:buClr>
              <a:buSzPct val="90000"/>
              <a:buFont typeface="Wingdings" pitchFamily="2" charset="2"/>
              <a:buChar char="u"/>
              <a:defRPr sz="2400" kern="1200">
                <a:solidFill>
                  <a:schemeClr val="tx1"/>
                </a:solidFill>
                <a:latin typeface="Cambria" pitchFamily="18" charset="0"/>
                <a:ea typeface="仿宋_GB2312" pitchFamily="49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3333FF"/>
              </a:buClr>
              <a:buSzPct val="90000"/>
              <a:buFont typeface="Wingdings" pitchFamily="2" charset="2"/>
              <a:buChar char="p"/>
              <a:defRPr sz="20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E46C0A"/>
              </a:buClr>
              <a:buSzPct val="90000"/>
              <a:buFont typeface="Wingdings" pitchFamily="2" charset="2"/>
              <a:buChar char="l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»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void producer(){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while(1){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</a:t>
            </a:r>
            <a:r>
              <a:rPr lang="zh-CN" altLang="zh-CN" sz="2200" dirty="0"/>
              <a:t>生产一个产品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wait(empty);     //</a:t>
            </a:r>
            <a:r>
              <a:rPr lang="zh-CN" altLang="en-US" sz="2200" dirty="0"/>
              <a:t>是否有空</a:t>
            </a:r>
            <a:r>
              <a:rPr lang="en-US" altLang="zh-CN" sz="2200" dirty="0" err="1"/>
              <a:t>buf</a:t>
            </a:r>
            <a:r>
              <a:rPr lang="en-US" altLang="zh-CN" sz="2200" dirty="0"/>
              <a:t> 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wait(mutex);  //</a:t>
            </a:r>
            <a:r>
              <a:rPr lang="zh-CN" altLang="en-US" sz="2200" dirty="0"/>
              <a:t>是否能进缓冲池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Buffer[in]=product;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in=(in+1)mod n;    //</a:t>
            </a:r>
            <a:r>
              <a:rPr lang="zh-CN" altLang="en-US" sz="2200" dirty="0"/>
              <a:t>环形缓冲池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signal(mutex);   //</a:t>
            </a:r>
            <a:r>
              <a:rPr lang="zh-CN" altLang="en-US" sz="2200" dirty="0"/>
              <a:t>释放缓冲池使用权</a:t>
            </a:r>
            <a:r>
              <a:rPr lang="en-US" altLang="zh-CN" sz="2200" dirty="0"/>
              <a:t> 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signal(full);   //</a:t>
            </a:r>
            <a:r>
              <a:rPr lang="zh-CN" altLang="en-US" sz="2200" dirty="0"/>
              <a:t>产品数量</a:t>
            </a:r>
            <a:r>
              <a:rPr lang="en-US" altLang="zh-CN" sz="2200" dirty="0"/>
              <a:t>+1,</a:t>
            </a:r>
            <a:r>
              <a:rPr lang="zh-CN" altLang="en-US" sz="2200" dirty="0"/>
              <a:t>可能唤醒消费者</a:t>
            </a:r>
            <a:r>
              <a:rPr lang="en-US" altLang="zh-CN" sz="2200" dirty="0"/>
              <a:t>    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}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}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zh-CN" altLang="zh-CN" sz="22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891D4F5-AE80-4434-A994-CE3E26939FC2}"/>
              </a:ext>
            </a:extLst>
          </p:cNvPr>
          <p:cNvSpPr txBox="1">
            <a:spLocks/>
          </p:cNvSpPr>
          <p:nvPr/>
        </p:nvSpPr>
        <p:spPr bwMode="auto">
          <a:xfrm>
            <a:off x="7946161" y="2823054"/>
            <a:ext cx="4151312" cy="37081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 marL="342900" indent="-3429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3399"/>
              </a:buClr>
              <a:buSzPct val="90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FF"/>
              </a:buClr>
              <a:buSzPct val="90000"/>
              <a:buFont typeface="Wingdings" pitchFamily="2" charset="2"/>
              <a:buChar char="u"/>
              <a:defRPr sz="2400" kern="1200">
                <a:solidFill>
                  <a:schemeClr val="tx1"/>
                </a:solidFill>
                <a:latin typeface="Cambria" pitchFamily="18" charset="0"/>
                <a:ea typeface="仿宋_GB2312" pitchFamily="49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3333FF"/>
              </a:buClr>
              <a:buSzPct val="90000"/>
              <a:buFont typeface="Wingdings" pitchFamily="2" charset="2"/>
              <a:buChar char="p"/>
              <a:defRPr sz="20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E46C0A"/>
              </a:buClr>
              <a:buSzPct val="90000"/>
              <a:buFont typeface="Wingdings" pitchFamily="2" charset="2"/>
              <a:buChar char="l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»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void comsumer( ){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while(1){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 wait(full);    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 wait(mutex); 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 product=Buffer[out];  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 out=(out+1)mod n;    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 signal(mutex);          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 signal(empty);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         </a:t>
            </a:r>
            <a:r>
              <a:rPr lang="zh-CN" altLang="zh-CN" sz="2200" dirty="0"/>
              <a:t>消费该产品</a:t>
            </a:r>
            <a:r>
              <a:rPr lang="en-US" altLang="zh-CN" sz="2200" dirty="0"/>
              <a:t>; 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        }</a:t>
            </a:r>
            <a:endParaRPr lang="zh-CN" altLang="zh-CN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/>
              <a:t>}</a:t>
            </a:r>
            <a:endParaRPr lang="zh-CN" altLang="zh-CN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7E3CBF-DED2-4DE6-A09E-79BCC369A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253" y="4741059"/>
            <a:ext cx="10262870" cy="194472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思考：</a:t>
            </a:r>
            <a:endParaRPr lang="en-US" altLang="zh-CN" sz="2800" dirty="0"/>
          </a:p>
          <a:p>
            <a:pPr marL="457200" indent="-457200">
              <a:buClr>
                <a:schemeClr val="accent1">
                  <a:lumMod val="50000"/>
                </a:schemeClr>
              </a:buClr>
              <a:buSzPct val="101000"/>
              <a:buAutoNum type="arabicPeriod"/>
            </a:pP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wait </a:t>
            </a:r>
            <a:r>
              <a:rPr lang="zh-CN" altLang="en-US" dirty="0"/>
              <a:t>是否可以交换位置？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signal</a:t>
            </a:r>
            <a:r>
              <a:rPr lang="zh-CN" altLang="en-US" dirty="0"/>
              <a:t>是否可以交换？</a:t>
            </a:r>
            <a:endParaRPr lang="en-US" altLang="zh-CN" dirty="0"/>
          </a:p>
          <a:p>
            <a:pPr marL="457200" indent="-457200">
              <a:buClr>
                <a:schemeClr val="accent1">
                  <a:lumMod val="50000"/>
                </a:schemeClr>
              </a:buClr>
              <a:buSzPct val="101000"/>
              <a:buAutoNum type="arabicPeriod"/>
            </a:pPr>
            <a:r>
              <a:rPr lang="zh-CN" altLang="en-US" dirty="0"/>
              <a:t>若生产者之间互斥，消费者间互斥操作，应该怎么设置信号量？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9A65AD-C26A-114A-E154-3DF9CFB97295}"/>
              </a:ext>
            </a:extLst>
          </p:cNvPr>
          <p:cNvSpPr txBox="1"/>
          <p:nvPr/>
        </p:nvSpPr>
        <p:spPr>
          <a:xfrm>
            <a:off x="797253" y="1004492"/>
            <a:ext cx="11017758" cy="3350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实现生产者 </a:t>
            </a:r>
            <a:r>
              <a:rPr lang="en-US" altLang="zh-CN" sz="2400" dirty="0"/>
              <a:t>- </a:t>
            </a:r>
            <a:r>
              <a:rPr lang="zh-CN" altLang="en-US" sz="2400" dirty="0"/>
              <a:t>消费者问题时，若仅使用互斥信号量</a:t>
            </a:r>
            <a:r>
              <a:rPr lang="en-US" altLang="zh-CN" sz="2400" dirty="0"/>
              <a:t>mutex</a:t>
            </a:r>
            <a:r>
              <a:rPr lang="zh-CN" altLang="en-US" sz="2400" dirty="0"/>
              <a:t>（初始值 </a:t>
            </a:r>
            <a:r>
              <a:rPr lang="en-US" altLang="zh-CN" sz="2400" dirty="0"/>
              <a:t>= 1</a:t>
            </a:r>
            <a:r>
              <a:rPr lang="zh-CN" altLang="en-US" sz="2400" dirty="0"/>
              <a:t>），未使用同步信号量</a:t>
            </a:r>
            <a:r>
              <a:rPr lang="en-US" altLang="zh-CN" sz="2400" dirty="0"/>
              <a:t>empty</a:t>
            </a:r>
            <a:r>
              <a:rPr lang="zh-CN" altLang="en-US" sz="2400" dirty="0"/>
              <a:t>和</a:t>
            </a:r>
            <a:r>
              <a:rPr lang="en-US" altLang="zh-CN" sz="2400" dirty="0"/>
              <a:t>full</a:t>
            </a:r>
            <a:r>
              <a:rPr lang="zh-CN" altLang="en-US" sz="2400" dirty="0"/>
              <a:t>，则会导致（ 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400" dirty="0"/>
              <a:t>死锁（生产者和消费者互相等待） 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400" dirty="0"/>
              <a:t>数据不一致（多个生产者同时写缓冲区）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400" dirty="0"/>
              <a:t>资源浪费（生产者无空闲缓冲区仍尝试生产，或消费者无数据仍尝试消费）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400" dirty="0"/>
              <a:t>进程饥饿（某类进程长期无法执行）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2800C3-61A7-90BB-2C16-D5654A80F835}"/>
              </a:ext>
            </a:extLst>
          </p:cNvPr>
          <p:cNvSpPr txBox="1"/>
          <p:nvPr/>
        </p:nvSpPr>
        <p:spPr>
          <a:xfrm>
            <a:off x="1138172" y="17222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思考：</a:t>
            </a:r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214768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8C065-BABE-BE78-8BC8-84DBA70B1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库存管理的例子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4207B3-A3FF-3575-550E-89E1DFA8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1524001"/>
            <a:ext cx="10968990" cy="30585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-- </a:t>
            </a:r>
            <a:r>
              <a:rPr lang="zh-CN" altLang="en-US" dirty="0"/>
              <a:t>事务</a:t>
            </a:r>
            <a:r>
              <a:rPr lang="en-US" altLang="zh-CN" dirty="0"/>
              <a:t>A</a:t>
            </a:r>
            <a:r>
              <a:rPr lang="zh-CN" altLang="en-US" dirty="0"/>
              <a:t>和事务</a:t>
            </a:r>
            <a:r>
              <a:rPr lang="en-US" altLang="zh-CN" dirty="0"/>
              <a:t>B</a:t>
            </a:r>
            <a:r>
              <a:rPr lang="zh-CN" altLang="en-US" dirty="0"/>
              <a:t>同时开始，都读取到库存 </a:t>
            </a:r>
            <a:r>
              <a:rPr lang="en-US" altLang="zh-CN" dirty="0"/>
              <a:t>stock = 10</a:t>
            </a:r>
          </a:p>
          <a:p>
            <a:pPr marL="0" indent="0">
              <a:buNone/>
            </a:pPr>
            <a:r>
              <a:rPr lang="en-US" altLang="zh-CN" dirty="0"/>
              <a:t>-- </a:t>
            </a:r>
            <a:r>
              <a:rPr lang="zh-CN" altLang="en-US" dirty="0"/>
              <a:t>事务</a:t>
            </a:r>
            <a:r>
              <a:rPr lang="en-US" altLang="zh-CN" dirty="0"/>
              <a:t>A</a:t>
            </a:r>
            <a:r>
              <a:rPr lang="zh-CN" altLang="en-US" dirty="0"/>
              <a:t>：卖出</a:t>
            </a:r>
            <a:r>
              <a:rPr lang="en-US" altLang="zh-CN" dirty="0"/>
              <a:t>2</a:t>
            </a:r>
            <a:r>
              <a:rPr lang="zh-CN" altLang="en-US" dirty="0"/>
              <a:t>件</a:t>
            </a:r>
          </a:p>
          <a:p>
            <a:pPr marL="0" indent="0">
              <a:buNone/>
            </a:pPr>
            <a:r>
              <a:rPr lang="en-US" altLang="zh-CN" dirty="0"/>
              <a:t>UPDATE products SET stock = 10 - 2 WHERE id = 1; -- </a:t>
            </a:r>
            <a:r>
              <a:rPr lang="zh-CN" altLang="en-US" dirty="0"/>
              <a:t>结果为</a:t>
            </a:r>
            <a:r>
              <a:rPr lang="en-US" altLang="zh-CN" dirty="0"/>
              <a:t>8</a:t>
            </a:r>
          </a:p>
          <a:p>
            <a:pPr marL="0" indent="0">
              <a:buNone/>
            </a:pPr>
            <a:r>
              <a:rPr lang="en-US" altLang="zh-CN" dirty="0"/>
              <a:t>-- </a:t>
            </a:r>
            <a:r>
              <a:rPr lang="zh-CN" altLang="en-US" dirty="0"/>
              <a:t>事务</a:t>
            </a:r>
            <a:r>
              <a:rPr lang="en-US" altLang="zh-CN" dirty="0"/>
              <a:t>B</a:t>
            </a:r>
            <a:r>
              <a:rPr lang="zh-CN" altLang="en-US" dirty="0"/>
              <a:t>：卖出</a:t>
            </a:r>
            <a:r>
              <a:rPr lang="en-US" altLang="zh-CN" dirty="0"/>
              <a:t>3</a:t>
            </a:r>
            <a:r>
              <a:rPr lang="zh-CN" altLang="en-US" dirty="0"/>
              <a:t>件  </a:t>
            </a:r>
          </a:p>
          <a:p>
            <a:pPr marL="0" indent="0">
              <a:buNone/>
            </a:pPr>
            <a:r>
              <a:rPr lang="en-US" altLang="zh-CN" dirty="0"/>
              <a:t>UPDATE products SET stock = 10 - 3 WHERE id = 1; -- </a:t>
            </a:r>
            <a:r>
              <a:rPr lang="zh-CN" altLang="en-US" dirty="0"/>
              <a:t>结果为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F8506C-0DE1-6BE5-B92A-07D4A0DE4D1B}"/>
              </a:ext>
            </a:extLst>
          </p:cNvPr>
          <p:cNvSpPr txBox="1"/>
          <p:nvPr/>
        </p:nvSpPr>
        <p:spPr>
          <a:xfrm>
            <a:off x="714704" y="5149334"/>
            <a:ext cx="9595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实际卖出了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件商品，但库存只显示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7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，丢失了事务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的更新。</a:t>
            </a:r>
          </a:p>
        </p:txBody>
      </p:sp>
    </p:spTree>
    <p:extLst>
      <p:ext uri="{BB962C8B-B14F-4D97-AF65-F5344CB8AC3E}">
        <p14:creationId xmlns:p14="http://schemas.microsoft.com/office/powerpoint/2010/main" val="84769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.2.2  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901410" y="1000030"/>
            <a:ext cx="10845116" cy="510613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600" dirty="0"/>
              <a:t>      </a:t>
            </a:r>
            <a:r>
              <a:rPr lang="zh-CN" altLang="zh-CN" sz="2600" dirty="0"/>
              <a:t>读者</a:t>
            </a:r>
            <a:r>
              <a:rPr lang="en-US" altLang="zh-CN" sz="2600" dirty="0"/>
              <a:t>-</a:t>
            </a:r>
            <a:r>
              <a:rPr lang="zh-CN" altLang="zh-CN" sz="2600" dirty="0"/>
              <a:t>写者问题描述如下：有一个数据区（数据区可以是一个文件、一块内存空间或一组寄存器）被多个用户共享，其中一部分用户是读者，另一部分是写者。读者对数据区是只读的，写者对数据区是只写的</a:t>
            </a:r>
            <a:r>
              <a:rPr lang="zh-CN" altLang="en-US" sz="2600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解决该问题必须满足的条件如下：</a:t>
            </a:r>
          </a:p>
          <a:p>
            <a:pPr marL="0" indent="0">
              <a:buNone/>
            </a:pPr>
            <a:r>
              <a:rPr lang="zh-CN" altLang="zh-CN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zh-CN" dirty="0">
                <a:solidFill>
                  <a:schemeClr val="accent1">
                    <a:lumMod val="75000"/>
                  </a:schemeClr>
                </a:solidFill>
              </a:rPr>
              <a:t>）任意多个读者可以同时读；</a:t>
            </a:r>
          </a:p>
          <a:p>
            <a:pPr marL="0" indent="0">
              <a:buNone/>
            </a:pPr>
            <a:r>
              <a:rPr lang="zh-CN" altLang="zh-CN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CN" altLang="zh-CN" dirty="0">
                <a:solidFill>
                  <a:schemeClr val="accent1">
                    <a:lumMod val="75000"/>
                  </a:schemeClr>
                </a:solidFill>
              </a:rPr>
              <a:t>）任一时刻只能有一个写者可以写；</a:t>
            </a:r>
          </a:p>
          <a:p>
            <a:pPr marL="0" indent="0">
              <a:buNone/>
            </a:pPr>
            <a:r>
              <a:rPr lang="zh-CN" altLang="zh-CN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zh-CN" altLang="zh-CN" dirty="0">
                <a:solidFill>
                  <a:schemeClr val="accent1">
                    <a:lumMod val="75000"/>
                  </a:schemeClr>
                </a:solidFill>
              </a:rPr>
              <a:t>）如果写者正在写，那么读者就不能读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；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）如果有读者在读，写者不可以写。</a:t>
            </a:r>
            <a:endParaRPr lang="zh-CN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738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.2.2  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72720" y="1046424"/>
            <a:ext cx="10845116" cy="504214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00FF"/>
              </a:buClr>
              <a:buSzPct val="100000"/>
              <a:buNone/>
            </a:pPr>
            <a:r>
              <a:rPr lang="en-US" altLang="zh-CN" sz="2800" dirty="0"/>
              <a:t>  </a:t>
            </a:r>
            <a:r>
              <a:rPr lang="zh-CN" altLang="zh-CN" sz="2800" dirty="0"/>
              <a:t>读者优先的解决方案：</a:t>
            </a:r>
            <a:endParaRPr lang="en-US" altLang="zh-CN" sz="2800" dirty="0"/>
          </a:p>
          <a:p>
            <a:pPr marL="457200" indent="-457200"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en-US" dirty="0"/>
              <a:t>设置</a:t>
            </a:r>
            <a:r>
              <a:rPr lang="zh-CN" altLang="zh-CN" dirty="0"/>
              <a:t>一个互斥信号量</a:t>
            </a:r>
            <a:r>
              <a:rPr lang="en-US" altLang="zh-CN" dirty="0" err="1"/>
              <a:t>wmutex</a:t>
            </a:r>
            <a:r>
              <a:rPr lang="zh-CN" altLang="zh-CN" dirty="0"/>
              <a:t>，实现读者与写者、写者与写者之间的互斥。</a:t>
            </a:r>
            <a:endParaRPr lang="en-US" altLang="zh-CN" dirty="0"/>
          </a:p>
          <a:p>
            <a:pPr marL="457200" indent="-457200"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zh-CN" dirty="0"/>
              <a:t>由于读者可以同时访问数据区，因此我们让第一个准备进入临界区的读者，通过</a:t>
            </a:r>
            <a:r>
              <a:rPr lang="en-US" altLang="zh-CN" dirty="0"/>
              <a:t>wait</a:t>
            </a:r>
            <a:r>
              <a:rPr lang="zh-CN" altLang="zh-CN" dirty="0"/>
              <a:t>（</a:t>
            </a:r>
            <a:r>
              <a:rPr lang="en-US" altLang="zh-CN" dirty="0" err="1"/>
              <a:t>wmutex</a:t>
            </a:r>
            <a:r>
              <a:rPr lang="zh-CN" altLang="zh-CN" dirty="0"/>
              <a:t>）强占临界资源，以便排斥写者访问。当最后一个读者离开临界区时，通过</a:t>
            </a:r>
            <a:r>
              <a:rPr lang="en-US" altLang="zh-CN" dirty="0"/>
              <a:t>signal</a:t>
            </a:r>
            <a:r>
              <a:rPr lang="zh-CN" altLang="zh-CN" dirty="0"/>
              <a:t>（</a:t>
            </a:r>
            <a:r>
              <a:rPr lang="en-US" altLang="zh-CN" dirty="0" err="1"/>
              <a:t>wmutex</a:t>
            </a:r>
            <a:r>
              <a:rPr lang="zh-CN" altLang="zh-CN" dirty="0"/>
              <a:t>）将临界资源释放，以便其它用户使用。</a:t>
            </a:r>
            <a:endParaRPr lang="en-US" altLang="zh-CN" dirty="0"/>
          </a:p>
          <a:p>
            <a:pPr marL="457200" indent="-457200"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zh-CN" dirty="0"/>
              <a:t>设计一个专为读者共享的变量</a:t>
            </a:r>
            <a:r>
              <a:rPr lang="en-US" altLang="zh-CN" dirty="0" err="1"/>
              <a:t>readcounter</a:t>
            </a:r>
            <a:r>
              <a:rPr lang="zh-CN" altLang="zh-CN" dirty="0"/>
              <a:t>，用来记录读数据区的人数。</a:t>
            </a:r>
            <a:r>
              <a:rPr lang="en-US" altLang="zh-CN" dirty="0" err="1"/>
              <a:t>readcounter</a:t>
            </a:r>
            <a:r>
              <a:rPr lang="zh-CN" altLang="zh-CN" dirty="0"/>
              <a:t>应视为临界资源，故应有一个互斥信号量，定义为</a:t>
            </a:r>
            <a:r>
              <a:rPr lang="en-US" altLang="zh-CN" dirty="0" err="1"/>
              <a:t>rmutex</a:t>
            </a:r>
            <a:r>
              <a:rPr lang="zh-CN" altLang="zh-CN" dirty="0"/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288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.2.2  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  <a:r>
              <a:rPr lang="en-US" altLang="zh-CN" dirty="0"/>
              <a:t>——</a:t>
            </a:r>
            <a:r>
              <a:rPr lang="zh-CN" altLang="en-US" dirty="0"/>
              <a:t>读者优先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73274" y="819971"/>
            <a:ext cx="9906486" cy="592366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readcounter</a:t>
            </a:r>
            <a:r>
              <a:rPr lang="en-US" altLang="zh-CN" dirty="0"/>
              <a:t>;            //</a:t>
            </a:r>
            <a:r>
              <a:rPr lang="zh-CN" altLang="en-US" dirty="0"/>
              <a:t>读者人数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semaphore </a:t>
            </a:r>
            <a:r>
              <a:rPr lang="en-US" altLang="zh-CN" dirty="0" err="1"/>
              <a:t>wmutex</a:t>
            </a:r>
            <a:r>
              <a:rPr lang="en-US" altLang="zh-CN" dirty="0"/>
              <a:t>=1;  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读写者之间互斥访问数据区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semaphore </a:t>
            </a:r>
            <a:r>
              <a:rPr lang="en-US" altLang="zh-CN" dirty="0" err="1"/>
              <a:t>rmutex</a:t>
            </a:r>
            <a:r>
              <a:rPr lang="en-US" altLang="zh-CN" dirty="0"/>
              <a:t>=1;   //</a:t>
            </a:r>
            <a:r>
              <a:rPr lang="zh-CN" altLang="zh-CN" dirty="0"/>
              <a:t>对</a:t>
            </a:r>
            <a:r>
              <a:rPr lang="en-US" altLang="zh-CN" dirty="0" err="1"/>
              <a:t>readcounter</a:t>
            </a:r>
            <a:r>
              <a:rPr lang="zh-CN" altLang="zh-CN" dirty="0"/>
              <a:t>的互斥访问</a:t>
            </a: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/>
              <a:t>void reader( )</a:t>
            </a:r>
            <a:endParaRPr lang="zh-CN" altLang="zh-CN" dirty="0"/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/>
              <a:t>{    while(true)     {    </a:t>
            </a:r>
            <a:r>
              <a:rPr lang="en-US" altLang="zh-CN" dirty="0">
                <a:solidFill>
                  <a:srgbClr val="FF0000"/>
                </a:solidFill>
              </a:rPr>
              <a:t>wait(</a:t>
            </a:r>
            <a:r>
              <a:rPr lang="en-US" altLang="zh-CN" dirty="0" err="1">
                <a:solidFill>
                  <a:srgbClr val="FF0000"/>
                </a:solidFill>
              </a:rPr>
              <a:t>rmutex</a:t>
            </a:r>
            <a:r>
              <a:rPr lang="en-US" altLang="zh-CN" dirty="0">
                <a:solidFill>
                  <a:srgbClr val="FF0000"/>
                </a:solidFill>
              </a:rPr>
              <a:t>);   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                </a:t>
            </a:r>
            <a:r>
              <a:rPr lang="en-US" altLang="zh-CN" dirty="0" err="1">
                <a:solidFill>
                  <a:srgbClr val="0000FF"/>
                </a:solidFill>
              </a:rPr>
              <a:t>readcounter</a:t>
            </a:r>
            <a:r>
              <a:rPr lang="en-US" altLang="zh-CN" dirty="0">
                <a:solidFill>
                  <a:srgbClr val="0000FF"/>
                </a:solidFill>
              </a:rPr>
              <a:t>++; 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                </a:t>
            </a:r>
            <a:r>
              <a:rPr lang="en-US" altLang="zh-CN" dirty="0">
                <a:solidFill>
                  <a:srgbClr val="0000FF"/>
                </a:solidFill>
              </a:rPr>
              <a:t>if (</a:t>
            </a:r>
            <a:r>
              <a:rPr lang="en-US" altLang="zh-CN" dirty="0" err="1">
                <a:solidFill>
                  <a:srgbClr val="0000FF"/>
                </a:solidFill>
              </a:rPr>
              <a:t>readcounter</a:t>
            </a:r>
            <a:r>
              <a:rPr lang="en-US" altLang="zh-CN" dirty="0">
                <a:solidFill>
                  <a:srgbClr val="0000FF"/>
                </a:solidFill>
              </a:rPr>
              <a:t>==1)  </a:t>
            </a:r>
            <a:r>
              <a:rPr lang="en-US" altLang="zh-CN" dirty="0">
                <a:solidFill>
                  <a:srgbClr val="FF0000"/>
                </a:solidFill>
              </a:rPr>
              <a:t>wait(</a:t>
            </a:r>
            <a:r>
              <a:rPr lang="en-US" altLang="zh-CN" dirty="0" err="1">
                <a:solidFill>
                  <a:srgbClr val="FF0000"/>
                </a:solidFill>
              </a:rPr>
              <a:t>wmutex</a:t>
            </a:r>
            <a:r>
              <a:rPr lang="en-US" altLang="zh-CN" dirty="0">
                <a:solidFill>
                  <a:srgbClr val="FF0000"/>
                </a:solidFill>
              </a:rPr>
              <a:t>);          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                signal(</a:t>
            </a:r>
            <a:r>
              <a:rPr lang="en-US" altLang="zh-CN" dirty="0" err="1">
                <a:solidFill>
                  <a:srgbClr val="FF0000"/>
                </a:solidFill>
              </a:rPr>
              <a:t>rmutex</a:t>
            </a:r>
            <a:r>
              <a:rPr lang="en-US" altLang="zh-CN" dirty="0">
                <a:solidFill>
                  <a:srgbClr val="FF0000"/>
                </a:solidFill>
              </a:rPr>
              <a:t>);   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      </a:t>
            </a:r>
            <a:r>
              <a:rPr lang="en-US" altLang="zh-CN" dirty="0" err="1">
                <a:solidFill>
                  <a:srgbClr val="0000FF"/>
                </a:solidFill>
              </a:rPr>
              <a:t>readunit</a:t>
            </a:r>
            <a:r>
              <a:rPr lang="en-US" altLang="zh-CN" dirty="0">
                <a:solidFill>
                  <a:srgbClr val="0000FF"/>
                </a:solidFill>
              </a:rPr>
              <a:t>();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/>
              <a:t>     	                      </a:t>
            </a:r>
            <a:r>
              <a:rPr lang="en-US" altLang="zh-CN" dirty="0">
                <a:solidFill>
                  <a:srgbClr val="FF0000"/>
                </a:solidFill>
              </a:rPr>
              <a:t>wait(</a:t>
            </a:r>
            <a:r>
              <a:rPr lang="en-US" altLang="zh-CN" dirty="0" err="1">
                <a:solidFill>
                  <a:srgbClr val="FF0000"/>
                </a:solidFill>
              </a:rPr>
              <a:t>rmutex</a:t>
            </a:r>
            <a:r>
              <a:rPr lang="en-US" altLang="zh-CN" dirty="0">
                <a:solidFill>
                  <a:srgbClr val="FF0000"/>
                </a:solidFill>
              </a:rPr>
              <a:t>);           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	                      </a:t>
            </a:r>
            <a:r>
              <a:rPr lang="en-US" altLang="zh-CN" dirty="0" err="1">
                <a:solidFill>
                  <a:srgbClr val="0000FF"/>
                </a:solidFill>
              </a:rPr>
              <a:t>readcounter</a:t>
            </a:r>
            <a:r>
              <a:rPr lang="en-US" altLang="zh-CN" dirty="0">
                <a:solidFill>
                  <a:srgbClr val="0000FF"/>
                </a:solidFill>
              </a:rPr>
              <a:t>--</a:t>
            </a:r>
            <a:r>
              <a:rPr lang="zh-CN" altLang="zh-CN" dirty="0">
                <a:solidFill>
                  <a:srgbClr val="0000FF"/>
                </a:solidFill>
              </a:rPr>
              <a:t>；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                </a:t>
            </a:r>
            <a:r>
              <a:rPr lang="en-US" altLang="zh-CN" dirty="0">
                <a:solidFill>
                  <a:srgbClr val="0000FF"/>
                </a:solidFill>
              </a:rPr>
              <a:t>if (</a:t>
            </a:r>
            <a:r>
              <a:rPr lang="en-US" altLang="zh-CN" dirty="0" err="1">
                <a:solidFill>
                  <a:srgbClr val="0000FF"/>
                </a:solidFill>
              </a:rPr>
              <a:t>readcount</a:t>
            </a:r>
            <a:r>
              <a:rPr lang="en-US" altLang="zh-CN" dirty="0">
                <a:solidFill>
                  <a:srgbClr val="0000FF"/>
                </a:solidFill>
              </a:rPr>
              <a:t>==0)  </a:t>
            </a:r>
            <a:r>
              <a:rPr lang="en-US" altLang="zh-CN" dirty="0">
                <a:solidFill>
                  <a:srgbClr val="FF0000"/>
                </a:solidFill>
              </a:rPr>
              <a:t>signal(</a:t>
            </a:r>
            <a:r>
              <a:rPr lang="en-US" altLang="zh-CN" dirty="0" err="1">
                <a:solidFill>
                  <a:srgbClr val="FF0000"/>
                </a:solidFill>
              </a:rPr>
              <a:t>wmutex</a:t>
            </a:r>
            <a:r>
              <a:rPr lang="en-US" altLang="zh-CN" dirty="0">
                <a:solidFill>
                  <a:srgbClr val="FF0000"/>
                </a:solidFill>
              </a:rPr>
              <a:t>);     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                signal(</a:t>
            </a:r>
            <a:r>
              <a:rPr lang="en-US" altLang="zh-CN" dirty="0" err="1">
                <a:solidFill>
                  <a:srgbClr val="FF0000"/>
                </a:solidFill>
              </a:rPr>
              <a:t>rmutex</a:t>
            </a:r>
            <a:r>
              <a:rPr lang="en-US" altLang="zh-CN" dirty="0">
                <a:solidFill>
                  <a:srgbClr val="FF0000"/>
                </a:solidFill>
              </a:rPr>
              <a:t>);    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ts val="32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  }</a:t>
            </a:r>
            <a:endParaRPr lang="zh-CN" altLang="zh-CN" dirty="0"/>
          </a:p>
          <a:p>
            <a:pPr marL="0" indent="0">
              <a:lnSpc>
                <a:spcPts val="200"/>
              </a:lnSpc>
              <a:spcAft>
                <a:spcPts val="0"/>
              </a:spcAft>
              <a:buNone/>
            </a:pPr>
            <a:r>
              <a:rPr lang="en-US" altLang="zh-CN" dirty="0"/>
              <a:t>  }	</a:t>
            </a:r>
            <a:endParaRPr lang="zh-CN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010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.2.2  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  <a:r>
              <a:rPr lang="en-US" altLang="zh-CN" dirty="0"/>
              <a:t>——</a:t>
            </a:r>
            <a:r>
              <a:rPr lang="zh-CN" altLang="en-US" dirty="0"/>
              <a:t>读者优先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943613" y="819970"/>
            <a:ext cx="6516553" cy="561428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</a:rPr>
              <a:t>void writer( )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</a:rPr>
              <a:t> {  while(true)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 {    </a:t>
            </a:r>
            <a:r>
              <a:rPr lang="en-US" altLang="zh-CN" dirty="0">
                <a:solidFill>
                  <a:srgbClr val="FF0000"/>
                </a:solidFill>
              </a:rPr>
              <a:t>wait(</a:t>
            </a:r>
            <a:r>
              <a:rPr lang="en-US" altLang="zh-CN" dirty="0" err="1">
                <a:solidFill>
                  <a:srgbClr val="FF0000"/>
                </a:solidFill>
              </a:rPr>
              <a:t>wmutex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0000FF"/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          </a:t>
            </a:r>
            <a:r>
              <a:rPr lang="en-US" altLang="zh-CN" dirty="0" err="1">
                <a:solidFill>
                  <a:srgbClr val="0000FF"/>
                </a:solidFill>
              </a:rPr>
              <a:t>writeunit</a:t>
            </a:r>
            <a:r>
              <a:rPr lang="en-US" altLang="zh-CN" dirty="0">
                <a:solidFill>
                  <a:srgbClr val="0000FF"/>
                </a:solidFill>
              </a:rPr>
              <a:t>();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      </a:t>
            </a:r>
            <a:r>
              <a:rPr lang="en-US" altLang="zh-CN" dirty="0">
                <a:solidFill>
                  <a:srgbClr val="FF0000"/>
                </a:solidFill>
              </a:rPr>
              <a:t>signal(</a:t>
            </a:r>
            <a:r>
              <a:rPr lang="en-US" altLang="zh-CN" dirty="0" err="1">
                <a:solidFill>
                  <a:srgbClr val="FF0000"/>
                </a:solidFill>
              </a:rPr>
              <a:t>wmutex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  }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</a:rPr>
              <a:t>  }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void main( )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{     </a:t>
            </a:r>
            <a:r>
              <a:rPr lang="en-US" altLang="zh-CN" dirty="0" err="1"/>
              <a:t>readcounter</a:t>
            </a:r>
            <a:r>
              <a:rPr lang="en-US" altLang="zh-CN" dirty="0"/>
              <a:t>=0;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parbegin</a:t>
            </a:r>
            <a:r>
              <a:rPr lang="en-US" altLang="zh-CN" dirty="0"/>
              <a:t>(  reader(), writer()   );</a:t>
            </a:r>
            <a:endParaRPr lang="zh-CN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}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	</a:t>
            </a:r>
            <a:endParaRPr lang="zh-CN" altLang="zh-CN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B9A7005-4BEB-493A-81D5-80B3B166B2B1}"/>
              </a:ext>
            </a:extLst>
          </p:cNvPr>
          <p:cNvCxnSpPr/>
          <p:nvPr/>
        </p:nvCxnSpPr>
        <p:spPr>
          <a:xfrm>
            <a:off x="838200" y="4288970"/>
            <a:ext cx="66729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9168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.2.2  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  <a:r>
              <a:rPr lang="en-US" altLang="zh-CN" dirty="0"/>
              <a:t>——</a:t>
            </a:r>
            <a:r>
              <a:rPr lang="zh-CN" altLang="en-US" dirty="0"/>
              <a:t>写者优先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943613" y="819970"/>
            <a:ext cx="9482777" cy="592366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/*program </a:t>
            </a:r>
            <a:r>
              <a:rPr lang="en-US" altLang="zh-CN" sz="2000" dirty="0" err="1"/>
              <a:t>readersandwriters</a:t>
            </a:r>
            <a:r>
              <a:rPr lang="en-US" altLang="zh-CN" sz="2000" dirty="0"/>
              <a:t> */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readcount,writecount</a:t>
            </a:r>
            <a:r>
              <a:rPr lang="en-US" altLang="zh-CN" sz="2000" dirty="0"/>
              <a:t>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fr-FR" altLang="zh-CN" sz="2000" dirty="0"/>
              <a:t>semaphore x=1,y=1,z=1,wsem=1,rsem=1;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void reader( ){   while(true)  {   wait(z);           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wait(</a:t>
            </a:r>
            <a:r>
              <a:rPr lang="en-US" altLang="zh-CN" sz="2000" dirty="0" err="1"/>
              <a:t>rsem</a:t>
            </a:r>
            <a:r>
              <a:rPr lang="en-US" altLang="zh-CN" sz="2000" dirty="0"/>
              <a:t>);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wait(x);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	               </a:t>
            </a:r>
            <a:r>
              <a:rPr lang="en-US" altLang="zh-CN" sz="2000" dirty="0" err="1"/>
              <a:t>readcount</a:t>
            </a:r>
            <a:r>
              <a:rPr lang="en-US" altLang="zh-CN" sz="2000" dirty="0"/>
              <a:t>++;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if (</a:t>
            </a:r>
            <a:r>
              <a:rPr lang="en-US" altLang="zh-CN" sz="2000" dirty="0" err="1"/>
              <a:t>readcount</a:t>
            </a:r>
            <a:r>
              <a:rPr lang="en-US" altLang="zh-CN" sz="2000" dirty="0"/>
              <a:t>==1) wait(</a:t>
            </a:r>
            <a:r>
              <a:rPr lang="en-US" altLang="zh-CN" sz="2000" dirty="0" err="1"/>
              <a:t>wsem</a:t>
            </a:r>
            <a:r>
              <a:rPr lang="en-US" altLang="zh-CN" sz="2000" dirty="0"/>
              <a:t>)</a:t>
            </a:r>
            <a:r>
              <a:rPr lang="zh-CN" altLang="zh-CN" sz="2000" dirty="0"/>
              <a:t>；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signal(x);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signal(</a:t>
            </a:r>
            <a:r>
              <a:rPr lang="en-US" altLang="zh-CN" sz="2000" dirty="0" err="1"/>
              <a:t>rsem</a:t>
            </a:r>
            <a:r>
              <a:rPr lang="en-US" altLang="zh-CN" sz="2000" dirty="0"/>
              <a:t>);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signal(z);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</a:t>
            </a:r>
            <a:r>
              <a:rPr lang="en-US" altLang="zh-CN" sz="2000" dirty="0" err="1"/>
              <a:t>readunit</a:t>
            </a:r>
            <a:r>
              <a:rPr lang="en-US" altLang="zh-CN" sz="2000" dirty="0"/>
              <a:t>();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wait(x);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</a:t>
            </a:r>
            <a:r>
              <a:rPr lang="en-US" altLang="zh-CN" sz="2000" dirty="0" err="1"/>
              <a:t>readcount</a:t>
            </a:r>
            <a:r>
              <a:rPr lang="en-US" altLang="zh-CN" sz="2000" dirty="0"/>
              <a:t>- -;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if (</a:t>
            </a:r>
            <a:r>
              <a:rPr lang="en-US" altLang="zh-CN" sz="2000" dirty="0" err="1"/>
              <a:t>readcount</a:t>
            </a:r>
            <a:r>
              <a:rPr lang="en-US" altLang="zh-CN" sz="2000" dirty="0"/>
              <a:t>==0) signal(</a:t>
            </a:r>
            <a:r>
              <a:rPr lang="en-US" altLang="zh-CN" sz="2000" dirty="0" err="1"/>
              <a:t>wsem</a:t>
            </a:r>
            <a:r>
              <a:rPr lang="en-US" altLang="zh-CN" sz="2000" dirty="0"/>
              <a:t>)</a:t>
            </a:r>
            <a:r>
              <a:rPr lang="zh-CN" altLang="zh-CN" sz="2000" dirty="0"/>
              <a:t>；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  signal(x);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                     }</a:t>
            </a:r>
            <a:endParaRPr lang="zh-CN" altLang="zh-CN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dirty="0"/>
              <a:t>                       }</a:t>
            </a:r>
            <a:r>
              <a:rPr lang="en-US" altLang="zh-CN" sz="2000" b="1" dirty="0"/>
              <a:t>	</a:t>
            </a:r>
            <a:r>
              <a:rPr lang="en-US" altLang="zh-CN" b="1" dirty="0"/>
              <a:t> </a:t>
            </a:r>
            <a:endParaRPr lang="zh-CN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0014132"/>
      </p:ext>
    </p:extLst>
  </p:cSld>
  <p:clrMapOvr>
    <a:masterClrMapping/>
  </p:clrMapOvr>
  <p:transition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.2.2  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  <a:r>
              <a:rPr lang="en-US" altLang="zh-CN" dirty="0"/>
              <a:t>——</a:t>
            </a:r>
            <a:r>
              <a:rPr lang="zh-CN" altLang="en-US" dirty="0"/>
              <a:t>写者优先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943613" y="819970"/>
            <a:ext cx="10845116" cy="523195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void writer( )  {     while(true) {   wait(y);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                      </a:t>
            </a:r>
            <a:r>
              <a:rPr lang="en-US" altLang="zh-CN" sz="2200" dirty="0" err="1"/>
              <a:t>writecount</a:t>
            </a:r>
            <a:r>
              <a:rPr lang="en-US" altLang="zh-CN" sz="2200" dirty="0"/>
              <a:t>++;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                      if (</a:t>
            </a:r>
            <a:r>
              <a:rPr lang="en-US" altLang="zh-CN" sz="2200" dirty="0" err="1"/>
              <a:t>writecount</a:t>
            </a:r>
            <a:r>
              <a:rPr lang="en-US" altLang="zh-CN" sz="2200" dirty="0"/>
              <a:t>==1) wait(</a:t>
            </a:r>
            <a:r>
              <a:rPr lang="en-US" altLang="zh-CN" sz="2200" dirty="0" err="1"/>
              <a:t>rsem</a:t>
            </a:r>
            <a:r>
              <a:rPr lang="en-US" altLang="zh-CN" sz="2200" dirty="0"/>
              <a:t>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                      signal(y);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                      wait(</a:t>
            </a:r>
            <a:r>
              <a:rPr lang="en-US" altLang="zh-CN" sz="2200" dirty="0" err="1"/>
              <a:t>wsem</a:t>
            </a:r>
            <a:r>
              <a:rPr lang="en-US" altLang="zh-CN" sz="2200" dirty="0"/>
              <a:t>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                      </a:t>
            </a:r>
            <a:r>
              <a:rPr lang="en-US" altLang="zh-CN" sz="2200" dirty="0" err="1"/>
              <a:t>writeunit</a:t>
            </a:r>
            <a:r>
              <a:rPr lang="en-US" altLang="zh-CN" sz="2200" dirty="0"/>
              <a:t>();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                      signal(</a:t>
            </a:r>
            <a:r>
              <a:rPr lang="en-US" altLang="zh-CN" sz="2200" dirty="0" err="1"/>
              <a:t>wsem</a:t>
            </a:r>
            <a:r>
              <a:rPr lang="en-US" altLang="zh-CN" sz="2200" dirty="0"/>
              <a:t>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                      wait(y);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                      </a:t>
            </a:r>
            <a:r>
              <a:rPr lang="en-US" altLang="zh-CN" sz="2200" dirty="0" err="1"/>
              <a:t>writecount</a:t>
            </a:r>
            <a:r>
              <a:rPr lang="en-US" altLang="zh-CN" sz="2200" dirty="0"/>
              <a:t>- -;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                      if (</a:t>
            </a:r>
            <a:r>
              <a:rPr lang="en-US" altLang="zh-CN" sz="2200" dirty="0" err="1"/>
              <a:t>writecount</a:t>
            </a:r>
            <a:r>
              <a:rPr lang="en-US" altLang="zh-CN" sz="2200" dirty="0"/>
              <a:t>= =0) </a:t>
            </a:r>
            <a:r>
              <a:rPr lang="fr-FR" altLang="zh-CN" sz="2200" dirty="0"/>
              <a:t>signal(rsem);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fr-FR" altLang="zh-CN" sz="2200" dirty="0"/>
              <a:t>                                                signal(y);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fr-FR" altLang="zh-CN" sz="2200" dirty="0"/>
              <a:t>                                             }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fr-FR" altLang="zh-CN" sz="2200" dirty="0"/>
              <a:t>                      }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fr-FR" altLang="zh-CN" sz="2200" dirty="0"/>
              <a:t>void main( )</a:t>
            </a:r>
            <a:r>
              <a:rPr lang="en-US" altLang="zh-CN" sz="2200" dirty="0"/>
              <a:t>  {     </a:t>
            </a:r>
            <a:r>
              <a:rPr lang="en-US" altLang="zh-CN" sz="2200" dirty="0" err="1"/>
              <a:t>readcount</a:t>
            </a:r>
            <a:r>
              <a:rPr lang="en-US" altLang="zh-CN" sz="2200" dirty="0"/>
              <a:t>=</a:t>
            </a:r>
            <a:r>
              <a:rPr lang="en-US" altLang="zh-CN" sz="2200" dirty="0" err="1"/>
              <a:t>writecount</a:t>
            </a:r>
            <a:r>
              <a:rPr lang="en-US" altLang="zh-CN" sz="2200" dirty="0"/>
              <a:t>=0;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</a:t>
            </a:r>
            <a:r>
              <a:rPr lang="en-US" altLang="zh-CN" sz="2200" dirty="0" err="1"/>
              <a:t>parbegin</a:t>
            </a:r>
            <a:r>
              <a:rPr lang="en-US" altLang="zh-CN" sz="2200" dirty="0"/>
              <a:t>(reader(),writer());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}</a:t>
            </a:r>
            <a:endParaRPr lang="zh-CN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3473422"/>
      </p:ext>
    </p:extLst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.2.3  </a:t>
            </a:r>
            <a:r>
              <a:rPr lang="zh-CN" altLang="en-US" dirty="0">
                <a:sym typeface="+mn-ea"/>
              </a:rPr>
              <a:t>哲学家就餐</a:t>
            </a:r>
            <a:r>
              <a:rPr lang="zh-CN" altLang="en-US" dirty="0"/>
              <a:t>问题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901410" y="1000029"/>
            <a:ext cx="10007241" cy="158705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/>
              <a:t>      </a:t>
            </a:r>
            <a:r>
              <a:rPr lang="en-US" altLang="zh-CN" sz="2800" dirty="0" err="1"/>
              <a:t>Dijkstra</a:t>
            </a:r>
            <a:r>
              <a:rPr lang="zh-CN" altLang="zh-CN" sz="2800" dirty="0"/>
              <a:t>于</a:t>
            </a:r>
            <a:r>
              <a:rPr lang="en-US" altLang="zh-CN" sz="2800" dirty="0"/>
              <a:t>1965</a:t>
            </a:r>
            <a:r>
              <a:rPr lang="zh-CN" altLang="zh-CN" sz="2800" dirty="0"/>
              <a:t>年首先提出并解决了哲学家就餐问题，该问题也是大量并发控制问题中的一个典型例子。</a:t>
            </a:r>
          </a:p>
          <a:p>
            <a:pPr marL="0" indent="0">
              <a:buNone/>
            </a:pPr>
            <a:r>
              <a:rPr lang="en-US" altLang="zh-CN" sz="2800" dirty="0"/>
              <a:t>       </a:t>
            </a:r>
            <a:endParaRPr lang="zh-CN" altLang="zh-CN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178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.2.3  </a:t>
            </a:r>
            <a:r>
              <a:rPr lang="zh-CN" altLang="en-US" dirty="0">
                <a:sym typeface="+mn-ea"/>
              </a:rPr>
              <a:t>哲学家就餐</a:t>
            </a:r>
            <a:r>
              <a:rPr lang="zh-CN" altLang="en-US" dirty="0"/>
              <a:t>问题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96687" y="5512219"/>
            <a:ext cx="10798461" cy="116917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显然，</a:t>
            </a:r>
            <a:r>
              <a:rPr lang="zh-CN" altLang="zh-CN" dirty="0">
                <a:solidFill>
                  <a:schemeClr val="accent1">
                    <a:lumMod val="75000"/>
                  </a:schemeClr>
                </a:solidFill>
              </a:rPr>
              <a:t>筷子是一种临界资源</a:t>
            </a:r>
            <a:r>
              <a:rPr lang="zh-CN" altLang="zh-CN" dirty="0"/>
              <a:t>。设</a:t>
            </a:r>
            <a:r>
              <a:rPr lang="en-US" altLang="zh-CN" dirty="0" err="1"/>
              <a:t>i</a:t>
            </a:r>
            <a:r>
              <a:rPr lang="zh-CN" altLang="zh-CN" dirty="0"/>
              <a:t>号筷子的互斥信号量为</a:t>
            </a:r>
            <a:r>
              <a:rPr lang="en-US" altLang="zh-CN" dirty="0"/>
              <a:t>chopstick[</a:t>
            </a:r>
            <a:r>
              <a:rPr lang="en-US" altLang="zh-CN" dirty="0" err="1"/>
              <a:t>i</a:t>
            </a:r>
            <a:r>
              <a:rPr lang="en-US" altLang="zh-CN" dirty="0"/>
              <a:t>] (</a:t>
            </a:r>
            <a:r>
              <a:rPr lang="en-US" altLang="zh-CN" dirty="0" err="1"/>
              <a:t>i</a:t>
            </a:r>
            <a:r>
              <a:rPr lang="en-US" altLang="zh-CN" dirty="0"/>
              <a:t>=0,1,2,3,4</a:t>
            </a:r>
            <a:r>
              <a:rPr lang="zh-CN" altLang="zh-CN" dirty="0"/>
              <a:t>），初值均为</a:t>
            </a:r>
            <a:r>
              <a:rPr lang="en-US" altLang="zh-CN" dirty="0"/>
              <a:t>1</a:t>
            </a:r>
            <a:r>
              <a:rPr lang="zh-CN" altLang="zh-CN" dirty="0"/>
              <a:t>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69844"/>
              </p:ext>
            </p:extLst>
          </p:nvPr>
        </p:nvGraphicFramePr>
        <p:xfrm>
          <a:off x="5940175" y="819969"/>
          <a:ext cx="4529199" cy="46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067329" imgH="6267626" progId="Visio.Drawing.15">
                  <p:embed/>
                </p:oleObj>
              </mc:Choice>
              <mc:Fallback>
                <p:oleObj name="Visio" r:id="rId3" imgW="6067329" imgH="6267626" progId="Visio.Drawing.15">
                  <p:embed/>
                  <p:pic>
                    <p:nvPicPr>
                      <p:cNvPr id="0" name="对象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75" y="819969"/>
                        <a:ext cx="4529199" cy="4692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3F4043C-DE30-4C6A-92D1-27543DBB6408}"/>
              </a:ext>
            </a:extLst>
          </p:cNvPr>
          <p:cNvSpPr txBox="1">
            <a:spLocks/>
          </p:cNvSpPr>
          <p:nvPr/>
        </p:nvSpPr>
        <p:spPr>
          <a:xfrm>
            <a:off x="285175" y="1091117"/>
            <a:ext cx="5076497" cy="200892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en-US" altLang="zh-CN" dirty="0" err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Dijkstra</a:t>
            </a:r>
            <a:r>
              <a:rPr lang="zh-CN" altLang="zh-CN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于</a:t>
            </a:r>
            <a:r>
              <a:rPr lang="en-US" altLang="zh-CN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1965</a:t>
            </a:r>
            <a:r>
              <a:rPr lang="zh-CN" altLang="zh-CN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年首先提出并解决了哲学家就餐问题，该问题也是大量并发控制问题中的一个典型例子。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endParaRPr lang="zh-CN" altLang="zh-CN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749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.2.3  </a:t>
            </a:r>
            <a:r>
              <a:rPr lang="zh-CN" altLang="en-US" dirty="0">
                <a:sym typeface="+mn-ea"/>
              </a:rPr>
              <a:t>哲学家就餐</a:t>
            </a:r>
            <a:r>
              <a:rPr lang="zh-CN" altLang="en-US" dirty="0"/>
              <a:t>问题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33885" y="1084073"/>
            <a:ext cx="11096112" cy="523195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semaphore chopstick[5]={1,1,1,1,1]; 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void Philosophers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{   while(true)   {	 think( 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   wait(chopstick[</a:t>
            </a:r>
            <a:r>
              <a:rPr lang="en-US" altLang="zh-CN" dirty="0" err="1"/>
              <a:t>i</a:t>
            </a:r>
            <a:r>
              <a:rPr lang="en-US" altLang="zh-CN" dirty="0"/>
              <a:t>] );        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   wait(chopstick[(i+1) mod 5] ); </a:t>
            </a:r>
            <a:r>
              <a:rPr lang="en-US" altLang="zh-CN" b="1" dirty="0"/>
              <a:t>       </a:t>
            </a:r>
            <a:r>
              <a:rPr lang="en-US" altLang="zh-CN" dirty="0"/>
              <a:t>                 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   eat( 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   signal(chopstick[</a:t>
            </a:r>
            <a:r>
              <a:rPr lang="en-US" altLang="zh-CN" dirty="0" err="1"/>
              <a:t>i</a:t>
            </a:r>
            <a:r>
              <a:rPr lang="en-US" altLang="zh-CN" dirty="0"/>
              <a:t>]);   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   signal(chopstick[(i+1) mod 5] );  </a:t>
            </a:r>
            <a:r>
              <a:rPr lang="en-US" altLang="zh-CN" b="1" dirty="0"/>
              <a:t>      </a:t>
            </a:r>
            <a:r>
              <a:rPr lang="en-US" altLang="zh-CN" dirty="0"/>
              <a:t>	 		 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}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}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void main( ) {  </a:t>
            </a:r>
            <a:r>
              <a:rPr lang="en-US" altLang="zh-CN" dirty="0" err="1"/>
              <a:t>parbegin</a:t>
            </a:r>
            <a:r>
              <a:rPr lang="en-US" altLang="zh-CN" dirty="0"/>
              <a:t>( Philosophers(0), Philosophers(1), Philosopher(2),Philosopher(3),Philosopher(4) );  }</a:t>
            </a:r>
            <a:endParaRPr lang="zh-CN" altLang="zh-CN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D16E08F-D375-4BBB-9204-BE8DF4E1A5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592857"/>
              </p:ext>
            </p:extLst>
          </p:nvPr>
        </p:nvGraphicFramePr>
        <p:xfrm>
          <a:off x="7736696" y="0"/>
          <a:ext cx="4051494" cy="4197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067329" imgH="6267626" progId="Visio.Drawing.15">
                  <p:embed/>
                </p:oleObj>
              </mc:Choice>
              <mc:Fallback>
                <p:oleObj name="Visio" r:id="rId3" imgW="6067329" imgH="6267626" progId="Visio.Drawing.15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6696" y="0"/>
                        <a:ext cx="4051494" cy="41973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5521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.2.3  </a:t>
            </a:r>
            <a:r>
              <a:rPr lang="zh-CN" altLang="en-US" dirty="0">
                <a:sym typeface="+mn-ea"/>
              </a:rPr>
              <a:t>哲学家就餐</a:t>
            </a:r>
            <a:r>
              <a:rPr lang="zh-CN" altLang="en-US" dirty="0"/>
              <a:t>问题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87341" y="1112581"/>
            <a:ext cx="10915453" cy="430691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/>
              <a:t>死锁：</a:t>
            </a:r>
            <a:r>
              <a:rPr lang="en-US" altLang="zh-CN" sz="2800" dirty="0"/>
              <a:t> </a:t>
            </a:r>
            <a:r>
              <a:rPr lang="zh-CN" altLang="zh-CN" dirty="0"/>
              <a:t>假如五位哲学家同时饥饿而各自拿起左边的筷子时，就会使五个信号量</a:t>
            </a:r>
            <a:r>
              <a:rPr lang="en-US" altLang="zh-CN" dirty="0"/>
              <a:t>chopstick</a:t>
            </a:r>
            <a:r>
              <a:rPr lang="zh-CN" altLang="zh-CN" dirty="0"/>
              <a:t>均为</a:t>
            </a:r>
            <a:r>
              <a:rPr lang="en-US" altLang="zh-CN" dirty="0"/>
              <a:t>0</a:t>
            </a:r>
            <a:r>
              <a:rPr lang="zh-CN" altLang="zh-CN" dirty="0"/>
              <a:t>；当他们再试图去拿右边的筷子时，都将因无筷子可拿而无限期地等待。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对于这样的死锁问题，可采取如下两种解决方法：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）规定</a:t>
            </a:r>
            <a:r>
              <a:rPr lang="zh-CN" altLang="zh-CN" dirty="0">
                <a:solidFill>
                  <a:srgbClr val="0000FF"/>
                </a:solidFill>
              </a:rPr>
              <a:t>奇数号哲学家先拿他左边的筷子</a:t>
            </a:r>
            <a:r>
              <a:rPr lang="zh-CN" altLang="zh-CN" dirty="0"/>
              <a:t>，然后再去拿右边的筷子；而</a:t>
            </a:r>
            <a:r>
              <a:rPr lang="zh-CN" altLang="zh-CN" dirty="0">
                <a:solidFill>
                  <a:srgbClr val="0000FF"/>
                </a:solidFill>
              </a:rPr>
              <a:t>偶数号哲学家则相反</a:t>
            </a:r>
            <a:r>
              <a:rPr lang="zh-CN" altLang="zh-CN" dirty="0"/>
              <a:t>。按此规定，</a:t>
            </a:r>
            <a:r>
              <a:rPr lang="en-US" altLang="zh-CN" dirty="0"/>
              <a:t>0</a:t>
            </a:r>
            <a:r>
              <a:rPr lang="zh-CN" altLang="zh-CN" dirty="0"/>
              <a:t>、</a:t>
            </a:r>
            <a:r>
              <a:rPr lang="en-US" altLang="zh-CN" dirty="0"/>
              <a:t>1</a:t>
            </a:r>
            <a:r>
              <a:rPr lang="zh-CN" altLang="zh-CN" dirty="0"/>
              <a:t>号哲学家竞争</a:t>
            </a:r>
            <a:r>
              <a:rPr lang="en-US" altLang="zh-CN" dirty="0"/>
              <a:t>1</a:t>
            </a:r>
            <a:r>
              <a:rPr lang="zh-CN" altLang="zh-CN" dirty="0"/>
              <a:t>号筷子；</a:t>
            </a:r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en-US" altLang="zh-CN" dirty="0"/>
              <a:t>3</a:t>
            </a:r>
            <a:r>
              <a:rPr lang="zh-CN" altLang="zh-CN" dirty="0"/>
              <a:t>号哲学家竞争</a:t>
            </a:r>
            <a:r>
              <a:rPr lang="en-US" altLang="zh-CN" dirty="0"/>
              <a:t>3</a:t>
            </a:r>
            <a:r>
              <a:rPr lang="zh-CN" altLang="zh-CN" dirty="0"/>
              <a:t>号筷子。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zh-CN" altLang="zh-CN" dirty="0">
                <a:solidFill>
                  <a:srgbClr val="0000FF"/>
                </a:solidFill>
              </a:rPr>
              <a:t>至多有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zh-CN" dirty="0">
                <a:solidFill>
                  <a:srgbClr val="0000FF"/>
                </a:solidFill>
              </a:rPr>
              <a:t>个哲学家同时拿筷子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endParaRPr lang="zh-CN" altLang="zh-CN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580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.2.3  </a:t>
            </a:r>
            <a:r>
              <a:rPr lang="zh-CN" altLang="en-US" dirty="0">
                <a:sym typeface="+mn-ea"/>
              </a:rPr>
              <a:t>哲学家就餐</a:t>
            </a:r>
            <a:r>
              <a:rPr lang="zh-CN" altLang="en-US" dirty="0"/>
              <a:t>问题</a:t>
            </a:r>
            <a:r>
              <a:rPr lang="en-US" altLang="zh-CN" dirty="0"/>
              <a:t>——</a:t>
            </a:r>
            <a:r>
              <a:rPr lang="zh-CN" altLang="en-US" dirty="0"/>
              <a:t>解决方法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96688" y="1180340"/>
            <a:ext cx="9037244" cy="523195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void Philosophers(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{  while(true)  {   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	 think( 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if( i%2==0)   {   wait(chopstick[</a:t>
            </a:r>
            <a:r>
              <a:rPr lang="en-US" altLang="zh-CN" dirty="0" err="1"/>
              <a:t>i</a:t>
            </a:r>
            <a:r>
              <a:rPr lang="en-US" altLang="zh-CN" dirty="0"/>
              <a:t>] 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         wait(chopstick[(i+1) mod 5]);  }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else   {   wait(chopstick[(i+1) mod 5]);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                 wait(chopstick[</a:t>
            </a:r>
            <a:r>
              <a:rPr lang="en-US" altLang="zh-CN" dirty="0" err="1"/>
              <a:t>i</a:t>
            </a:r>
            <a:r>
              <a:rPr lang="en-US" altLang="zh-CN" dirty="0"/>
              <a:t>]);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           }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eat( 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signal(chopstick[</a:t>
            </a:r>
            <a:r>
              <a:rPr lang="en-US" altLang="zh-CN" dirty="0" err="1"/>
              <a:t>i</a:t>
            </a:r>
            <a:r>
              <a:rPr lang="en-US" altLang="zh-CN" dirty="0"/>
              <a:t>]);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     signal(chopstick[(i+1) mod 5]);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    }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/>
              <a:t>  }</a:t>
            </a:r>
            <a:endParaRPr lang="zh-CN" altLang="zh-CN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77131C-96EA-0042-10E6-AF43A55B2BD1}"/>
              </a:ext>
            </a:extLst>
          </p:cNvPr>
          <p:cNvSpPr txBox="1"/>
          <p:nvPr/>
        </p:nvSpPr>
        <p:spPr>
          <a:xfrm>
            <a:off x="4482791" y="1180340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>
                <a:solidFill>
                  <a:srgbClr val="0000FF"/>
                </a:solidFill>
              </a:rPr>
              <a:t>奇数号哲学家先拿他左边的筷子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zh-CN" altLang="zh-CN" sz="2400" dirty="0">
                <a:solidFill>
                  <a:srgbClr val="0000FF"/>
                </a:solidFill>
              </a:rPr>
              <a:t>偶数号哲学家则相反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434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.2.3  </a:t>
            </a:r>
            <a:r>
              <a:rPr lang="zh-CN" altLang="en-US" dirty="0">
                <a:sym typeface="+mn-ea"/>
              </a:rPr>
              <a:t>哲学家就餐</a:t>
            </a:r>
            <a:r>
              <a:rPr lang="zh-CN" altLang="en-US" dirty="0"/>
              <a:t>问题</a:t>
            </a:r>
            <a:r>
              <a:rPr lang="en-US" altLang="zh-CN" dirty="0"/>
              <a:t>——</a:t>
            </a:r>
            <a:r>
              <a:rPr lang="zh-CN" altLang="en-US" dirty="0"/>
              <a:t>解决方法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87341" y="901560"/>
            <a:ext cx="10915453" cy="523195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semaphore chopstick[5]={1,1,1,1,1];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semaphore room=4;  // </a:t>
            </a:r>
            <a:r>
              <a:rPr lang="zh-CN" altLang="zh-CN" sz="2200" dirty="0"/>
              <a:t>用于控制同时进餐的哲学家位数 </a:t>
            </a:r>
            <a:r>
              <a:rPr lang="en-US" altLang="zh-CN" sz="2200" b="1" dirty="0"/>
              <a:t>     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void Philosophers (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)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{   while(true)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	  {   think( 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wait(room);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wait(chopstick[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]);        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wait(chopstick[(i+1) mod 5] ); </a:t>
            </a:r>
            <a:r>
              <a:rPr lang="en-US" altLang="zh-CN" sz="2200" b="1" dirty="0"/>
              <a:t>       </a:t>
            </a:r>
            <a:r>
              <a:rPr lang="en-US" altLang="zh-CN" sz="2200" dirty="0"/>
              <a:t>                 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eat( 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signal(chopstick[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]);   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signal(chopstick[(i+1) mod 5] );  </a:t>
            </a:r>
            <a:r>
              <a:rPr lang="en-US" altLang="zh-CN" sz="2200" b="1" dirty="0"/>
              <a:t> 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signal(room);  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}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void main( ) {  </a:t>
            </a:r>
            <a:r>
              <a:rPr lang="en-US" altLang="zh-CN" sz="2200" dirty="0" err="1"/>
              <a:t>parbegin</a:t>
            </a:r>
            <a:r>
              <a:rPr lang="en-US" altLang="zh-CN" sz="2200" dirty="0"/>
              <a:t>( Philosophers(0), Philosophers(1), Philosopher(2),Philosopher(3), Philosopher(4) );  }</a:t>
            </a:r>
            <a:endParaRPr lang="zh-CN" altLang="zh-CN" sz="22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33AFC0-66BE-CDCA-A467-16AF5045D2CC}"/>
              </a:ext>
            </a:extLst>
          </p:cNvPr>
          <p:cNvSpPr txBox="1"/>
          <p:nvPr/>
        </p:nvSpPr>
        <p:spPr>
          <a:xfrm>
            <a:off x="7034129" y="865743"/>
            <a:ext cx="4049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>
                <a:solidFill>
                  <a:srgbClr val="0000FF"/>
                </a:solidFill>
              </a:rPr>
              <a:t>至多有</a:t>
            </a:r>
            <a:r>
              <a:rPr lang="en-US" altLang="zh-CN" sz="2400" dirty="0">
                <a:solidFill>
                  <a:srgbClr val="0000FF"/>
                </a:solidFill>
              </a:rPr>
              <a:t>4</a:t>
            </a:r>
            <a:r>
              <a:rPr lang="zh-CN" altLang="zh-CN" sz="2400" dirty="0">
                <a:solidFill>
                  <a:srgbClr val="0000FF"/>
                </a:solidFill>
              </a:rPr>
              <a:t>个哲学家同时拿筷子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611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84EC2-7126-5B46-E030-C222FE08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19" y="782191"/>
            <a:ext cx="8098428" cy="705600"/>
          </a:xfrm>
        </p:spPr>
        <p:txBody>
          <a:bodyPr/>
          <a:lstStyle/>
          <a:p>
            <a:r>
              <a:rPr lang="zh-CN" altLang="en-US" dirty="0"/>
              <a:t>信号量应用练习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629BAB-B8CB-791A-180B-41DAEE54B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2414428"/>
            <a:ext cx="10968990" cy="2979506"/>
          </a:xfrm>
        </p:spPr>
        <p:txBody>
          <a:bodyPr>
            <a:normAutofit/>
          </a:bodyPr>
          <a:lstStyle/>
          <a:p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某工厂有一个可以存放设备的仓库，总共可以存放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台设备。生产的每一台设备都必须入库，销售部门可从仓库提出设备供应客户。设备的入库和出库都必须借助运输工具。现只有一台运输工具，每次只能运输一台设备。请设计一个能协调工作的自动</a:t>
            </a:r>
            <a:r>
              <a:rPr lang="zh-CN" altLang="zh-CN" sz="2800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调度管理系统</a:t>
            </a:r>
            <a:r>
              <a:rPr lang="zh-CN" altLang="en-US" sz="2800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（通过信号量解决）</a:t>
            </a:r>
            <a:r>
              <a:rPr lang="zh-CN" altLang="zh-CN" sz="2800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684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25" y="114300"/>
            <a:ext cx="9387205" cy="70548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4400" dirty="0"/>
              <a:t>3.3  </a:t>
            </a:r>
            <a:r>
              <a:rPr lang="zh-CN" altLang="en-US" sz="4400" dirty="0"/>
              <a:t>管程</a:t>
            </a:r>
            <a:endParaRPr lang="en-US" altLang="zh-CN" sz="4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59018" y="2031047"/>
            <a:ext cx="8165928" cy="2795906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altLang="zh-CN" sz="3200" dirty="0"/>
              <a:t> </a:t>
            </a:r>
            <a:r>
              <a:rPr lang="en-US" altLang="zh-CN" sz="3200" u="dottedHeavy" dirty="0"/>
              <a:t>3</a:t>
            </a:r>
            <a:r>
              <a:rPr lang="en-US" altLang="zh-CN" sz="3200" u="dottedHeavy" dirty="0">
                <a:solidFill>
                  <a:schemeClr val="tx1"/>
                </a:solidFill>
                <a:uFillTx/>
              </a:rPr>
              <a:t>.3.1  </a:t>
            </a:r>
            <a:r>
              <a:rPr lang="zh-CN" altLang="en-US" sz="3200" u="dottedHeavy" dirty="0"/>
              <a:t>管程的基本概念</a:t>
            </a:r>
            <a:endParaRPr sz="3200" u="dottedHeavy" dirty="0">
              <a:solidFill>
                <a:schemeClr val="tx1"/>
              </a:solidFill>
              <a:uFillTx/>
            </a:endParaRPr>
          </a:p>
          <a:p>
            <a:pPr>
              <a:buBlip>
                <a:blip r:embed="rId3"/>
              </a:buBlip>
            </a:pPr>
            <a:r>
              <a:rPr sz="3200" dirty="0"/>
              <a:t> </a:t>
            </a:r>
            <a:r>
              <a:rPr lang="en-US" sz="3200" u="dottedHeavy" dirty="0"/>
              <a:t>3</a:t>
            </a:r>
            <a:r>
              <a:rPr lang="en-US" altLang="zh-CN" sz="3200" u="dottedHeavy" dirty="0"/>
              <a:t>.3.2  </a:t>
            </a:r>
            <a:r>
              <a:rPr lang="zh-CN" altLang="en-US" sz="3200" u="dottedHeavy" dirty="0"/>
              <a:t>用管程解决生产者</a:t>
            </a:r>
            <a:r>
              <a:rPr lang="en-US" altLang="zh-CN" sz="3200" u="dottedHeavy" dirty="0"/>
              <a:t>-</a:t>
            </a:r>
            <a:r>
              <a:rPr lang="zh-CN" altLang="en-US" sz="3200" u="dottedHeavy" dirty="0"/>
              <a:t>消费者问题</a:t>
            </a:r>
            <a:endParaRPr lang="en-US" altLang="zh-CN" sz="3200" u="dottedHeavy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698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.3.1  </a:t>
            </a:r>
            <a:r>
              <a:rPr lang="zh-CN" altLang="en-US" dirty="0">
                <a:sym typeface="+mn-ea"/>
              </a:rPr>
              <a:t>管程的基本概念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23747" y="1126273"/>
            <a:ext cx="11364980" cy="4852506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/>
              <a:t>  </a:t>
            </a:r>
            <a:r>
              <a:rPr lang="en-US" altLang="zh-CN" sz="2800" b="1" dirty="0"/>
              <a:t>1. </a:t>
            </a:r>
            <a:r>
              <a:rPr lang="zh-CN" altLang="zh-CN" sz="2800" b="1" dirty="0"/>
              <a:t>管程的引入</a:t>
            </a:r>
            <a:endParaRPr lang="zh-CN" altLang="zh-CN" sz="2800" dirty="0"/>
          </a:p>
          <a:p>
            <a:pPr marL="0" indent="0">
              <a:buNone/>
            </a:pPr>
            <a:r>
              <a:rPr lang="en-US" altLang="zh-CN" sz="2800" dirty="0"/>
              <a:t>      </a:t>
            </a:r>
            <a:r>
              <a:rPr lang="zh-CN" altLang="zh-CN" sz="2800" dirty="0"/>
              <a:t>信号量机制是一种既方便又有效的进程同步机制，但采用信号量机制来编写并发程序，对临界区的执行会分散在各个进程中，易读性差</a:t>
            </a:r>
            <a:r>
              <a:rPr lang="zh-CN" altLang="en-US" sz="2800" dirty="0"/>
              <a:t>、</a:t>
            </a:r>
            <a:r>
              <a:rPr lang="zh-CN" altLang="zh-CN" sz="2800" dirty="0"/>
              <a:t>不利于修改和维护</a:t>
            </a:r>
            <a:r>
              <a:rPr lang="zh-CN" altLang="en-US" sz="2800" dirty="0"/>
              <a:t>、</a:t>
            </a:r>
            <a:r>
              <a:rPr lang="zh-CN" altLang="zh-CN" sz="2800" dirty="0"/>
              <a:t>正确性难以保证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  </a:t>
            </a:r>
            <a:r>
              <a:rPr lang="zh-CN" altLang="zh-CN" sz="2800" dirty="0"/>
              <a:t>这不仅给系统的管理带来了麻烦，而且还会因同步操作的使用不当而导致系统死锁。为了解决这一问题，著名学者</a:t>
            </a:r>
            <a:r>
              <a:rPr lang="en-US" altLang="zh-CN" sz="2800" dirty="0"/>
              <a:t>Hoare</a:t>
            </a:r>
            <a:r>
              <a:rPr lang="zh-CN" altLang="zh-CN" sz="2800" dirty="0"/>
              <a:t>于</a:t>
            </a:r>
            <a:r>
              <a:rPr lang="en-US" altLang="zh-CN" sz="2800" dirty="0"/>
              <a:t>1974</a:t>
            </a:r>
            <a:r>
              <a:rPr lang="zh-CN" altLang="zh-CN" sz="2800" dirty="0"/>
              <a:t>年提出了一种</a:t>
            </a:r>
            <a:r>
              <a:rPr lang="zh-CN" altLang="zh-CN" sz="2800" dirty="0">
                <a:solidFill>
                  <a:srgbClr val="0000FF"/>
                </a:solidFill>
              </a:rPr>
              <a:t>具有面向对象程序设计思想的同步机制</a:t>
            </a:r>
            <a:r>
              <a:rPr lang="en-US" altLang="zh-CN" sz="2800" dirty="0">
                <a:solidFill>
                  <a:srgbClr val="0000FF"/>
                </a:solidFill>
              </a:rPr>
              <a:t>——</a:t>
            </a:r>
            <a:r>
              <a:rPr lang="zh-CN" altLang="zh-CN" sz="2800" dirty="0">
                <a:solidFill>
                  <a:srgbClr val="0000FF"/>
                </a:solidFill>
              </a:rPr>
              <a:t>管程。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75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.3.1  </a:t>
            </a:r>
            <a:r>
              <a:rPr lang="zh-CN" altLang="en-US" dirty="0">
                <a:sym typeface="+mn-ea"/>
              </a:rPr>
              <a:t>管程的基本概念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8183" y="956827"/>
            <a:ext cx="10915453" cy="523195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600" dirty="0"/>
              <a:t>  </a:t>
            </a:r>
            <a:r>
              <a:rPr lang="en-US" altLang="zh-CN" sz="2600" b="1" dirty="0"/>
              <a:t>2. </a:t>
            </a:r>
            <a:r>
              <a:rPr lang="zh-CN" altLang="zh-CN" sz="2600" b="1" dirty="0"/>
              <a:t>管程的</a:t>
            </a:r>
            <a:r>
              <a:rPr lang="zh-CN" altLang="en-US" sz="2600" b="1" dirty="0"/>
              <a:t>概念</a:t>
            </a:r>
            <a:endParaRPr lang="zh-CN" altLang="zh-CN" sz="2600" dirty="0"/>
          </a:p>
          <a:p>
            <a:pPr marL="0" indent="0">
              <a:buNone/>
            </a:pPr>
            <a:r>
              <a:rPr lang="en-US" altLang="zh-CN" sz="2600" b="1" dirty="0"/>
              <a:t>      </a:t>
            </a:r>
            <a:r>
              <a:rPr lang="zh-CN" altLang="zh-CN" sz="2600" b="1" dirty="0"/>
              <a:t>管程</a:t>
            </a:r>
            <a:r>
              <a:rPr lang="zh-CN" altLang="zh-CN" sz="2600" dirty="0"/>
              <a:t>是一种并发性的结构，是由一个或多个过程、一个初始化序列和局部数据组成的软件模块。如图</a:t>
            </a:r>
            <a:r>
              <a:rPr lang="en-US" altLang="zh-CN" sz="2600" dirty="0"/>
              <a:t>3-3</a:t>
            </a:r>
            <a:r>
              <a:rPr lang="zh-CN" altLang="zh-CN" sz="2600" dirty="0"/>
              <a:t>所示，其主要由</a:t>
            </a:r>
            <a:r>
              <a:rPr lang="en-US" altLang="zh-CN" sz="2600" dirty="0"/>
              <a:t>4</a:t>
            </a:r>
            <a:r>
              <a:rPr lang="zh-CN" altLang="zh-CN" sz="2600" dirty="0"/>
              <a:t>部分组成：</a:t>
            </a:r>
          </a:p>
          <a:p>
            <a:pPr marL="0" indent="0">
              <a:buNone/>
            </a:pPr>
            <a:r>
              <a:rPr lang="zh-CN" altLang="zh-CN" sz="2600" dirty="0"/>
              <a:t>（</a:t>
            </a:r>
            <a:r>
              <a:rPr lang="en-US" altLang="zh-CN" sz="2600" dirty="0"/>
              <a:t>1</a:t>
            </a:r>
            <a:r>
              <a:rPr lang="zh-CN" altLang="zh-CN" sz="2600" dirty="0"/>
              <a:t>）管程名；</a:t>
            </a:r>
          </a:p>
          <a:p>
            <a:pPr marL="0" indent="0">
              <a:buNone/>
            </a:pPr>
            <a:r>
              <a:rPr lang="zh-CN" altLang="zh-CN" sz="2600" dirty="0"/>
              <a:t>（</a:t>
            </a:r>
            <a:r>
              <a:rPr lang="en-US" altLang="zh-CN" sz="2600" dirty="0"/>
              <a:t>2</a:t>
            </a:r>
            <a:r>
              <a:rPr lang="zh-CN" altLang="zh-CN" sz="2600" dirty="0"/>
              <a:t>）局部于管程的共享变量说明；</a:t>
            </a:r>
          </a:p>
          <a:p>
            <a:pPr marL="0" indent="0">
              <a:buNone/>
            </a:pPr>
            <a:r>
              <a:rPr lang="zh-CN" altLang="zh-CN" sz="2600" dirty="0"/>
              <a:t>（</a:t>
            </a:r>
            <a:r>
              <a:rPr lang="en-US" altLang="zh-CN" sz="2600" dirty="0"/>
              <a:t>3</a:t>
            </a:r>
            <a:r>
              <a:rPr lang="zh-CN" altLang="zh-CN" sz="2600" dirty="0"/>
              <a:t>）对该数据结构进行操作的一组过程</a:t>
            </a:r>
            <a:r>
              <a:rPr lang="en-US" altLang="zh-CN" sz="2600" dirty="0"/>
              <a:t>/</a:t>
            </a:r>
            <a:r>
              <a:rPr lang="zh-CN" altLang="zh-CN" sz="2600" dirty="0"/>
              <a:t>函数；</a:t>
            </a:r>
          </a:p>
          <a:p>
            <a:pPr marL="0" indent="0">
              <a:buNone/>
            </a:pPr>
            <a:r>
              <a:rPr lang="zh-CN" altLang="zh-CN" sz="2600" dirty="0"/>
              <a:t>（</a:t>
            </a:r>
            <a:r>
              <a:rPr lang="en-US" altLang="zh-CN" sz="2600" dirty="0"/>
              <a:t>4</a:t>
            </a:r>
            <a:r>
              <a:rPr lang="zh-CN" altLang="zh-CN" sz="2600" dirty="0"/>
              <a:t>）对局部于管程的数据设置初始值的语句。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5" name="组合 2185"/>
          <p:cNvGrpSpPr>
            <a:grpSpLocks/>
          </p:cNvGrpSpPr>
          <p:nvPr/>
        </p:nvGrpSpPr>
        <p:grpSpPr bwMode="auto">
          <a:xfrm>
            <a:off x="7817581" y="2523321"/>
            <a:ext cx="4206236" cy="4220309"/>
            <a:chOff x="3773" y="5974"/>
            <a:chExt cx="4064" cy="4070"/>
          </a:xfrm>
        </p:grpSpPr>
        <p:sp>
          <p:nvSpPr>
            <p:cNvPr id="7" name="文本框 2186"/>
            <p:cNvSpPr txBox="1">
              <a:spLocks noChangeArrowheads="1"/>
            </p:cNvSpPr>
            <p:nvPr/>
          </p:nvSpPr>
          <p:spPr bwMode="auto">
            <a:xfrm>
              <a:off x="4754" y="9498"/>
              <a:ext cx="2468" cy="5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          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图</a:t>
              </a:r>
              <a:r>
                <a: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3-3  </a:t>
              </a:r>
              <a:r>
                <a: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管程的示意图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8" name="画布 2187"/>
            <p:cNvGrpSpPr>
              <a:grpSpLocks noChangeAspect="1"/>
            </p:cNvGrpSpPr>
            <p:nvPr/>
          </p:nvGrpSpPr>
          <p:grpSpPr bwMode="auto">
            <a:xfrm>
              <a:off x="3773" y="5974"/>
              <a:ext cx="4064" cy="3656"/>
              <a:chOff x="3773" y="5974"/>
              <a:chExt cx="4064" cy="3656"/>
            </a:xfrm>
          </p:grpSpPr>
          <p:sp>
            <p:nvSpPr>
              <p:cNvPr id="9" name="AutoShape 43"/>
              <p:cNvSpPr>
                <a:spLocks noChangeAspect="1" noChangeArrowheads="1" noTextEdit="1"/>
              </p:cNvSpPr>
              <p:nvPr/>
            </p:nvSpPr>
            <p:spPr bwMode="auto">
              <a:xfrm>
                <a:off x="3773" y="5974"/>
                <a:ext cx="4064" cy="36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grpSp>
            <p:nvGrpSpPr>
              <p:cNvPr id="10" name="组合 2189"/>
              <p:cNvGrpSpPr>
                <a:grpSpLocks/>
              </p:cNvGrpSpPr>
              <p:nvPr/>
            </p:nvGrpSpPr>
            <p:grpSpPr bwMode="auto">
              <a:xfrm>
                <a:off x="4148" y="6106"/>
                <a:ext cx="3439" cy="3076"/>
                <a:chOff x="3938" y="6106"/>
                <a:chExt cx="3607" cy="3164"/>
              </a:xfrm>
            </p:grpSpPr>
            <p:sp>
              <p:nvSpPr>
                <p:cNvPr id="11" name="任意多边形 2190"/>
                <p:cNvSpPr>
                  <a:spLocks/>
                </p:cNvSpPr>
                <p:nvPr/>
              </p:nvSpPr>
              <p:spPr bwMode="auto">
                <a:xfrm>
                  <a:off x="4840" y="6681"/>
                  <a:ext cx="1990" cy="2589"/>
                </a:xfrm>
                <a:custGeom>
                  <a:avLst/>
                  <a:gdLst>
                    <a:gd name="T0" fmla="*/ 0 w 1990"/>
                    <a:gd name="T1" fmla="*/ 1295 h 2589"/>
                    <a:gd name="T2" fmla="*/ 24 w 1990"/>
                    <a:gd name="T3" fmla="*/ 1055 h 2589"/>
                    <a:gd name="T4" fmla="*/ 72 w 1990"/>
                    <a:gd name="T5" fmla="*/ 815 h 2589"/>
                    <a:gd name="T6" fmla="*/ 156 w 1990"/>
                    <a:gd name="T7" fmla="*/ 612 h 2589"/>
                    <a:gd name="T8" fmla="*/ 264 w 1990"/>
                    <a:gd name="T9" fmla="*/ 420 h 2589"/>
                    <a:gd name="T10" fmla="*/ 396 w 1990"/>
                    <a:gd name="T11" fmla="*/ 252 h 2589"/>
                    <a:gd name="T12" fmla="*/ 551 w 1990"/>
                    <a:gd name="T13" fmla="*/ 120 h 2589"/>
                    <a:gd name="T14" fmla="*/ 719 w 1990"/>
                    <a:gd name="T15" fmla="*/ 36 h 2589"/>
                    <a:gd name="T16" fmla="*/ 899 w 1990"/>
                    <a:gd name="T17" fmla="*/ 0 h 2589"/>
                    <a:gd name="T18" fmla="*/ 1091 w 1990"/>
                    <a:gd name="T19" fmla="*/ 0 h 2589"/>
                    <a:gd name="T20" fmla="*/ 1271 w 1990"/>
                    <a:gd name="T21" fmla="*/ 36 h 2589"/>
                    <a:gd name="T22" fmla="*/ 1439 w 1990"/>
                    <a:gd name="T23" fmla="*/ 120 h 2589"/>
                    <a:gd name="T24" fmla="*/ 1594 w 1990"/>
                    <a:gd name="T25" fmla="*/ 252 h 2589"/>
                    <a:gd name="T26" fmla="*/ 1726 w 1990"/>
                    <a:gd name="T27" fmla="*/ 420 h 2589"/>
                    <a:gd name="T28" fmla="*/ 1834 w 1990"/>
                    <a:gd name="T29" fmla="*/ 612 h 2589"/>
                    <a:gd name="T30" fmla="*/ 1918 w 1990"/>
                    <a:gd name="T31" fmla="*/ 815 h 2589"/>
                    <a:gd name="T32" fmla="*/ 1966 w 1990"/>
                    <a:gd name="T33" fmla="*/ 1055 h 2589"/>
                    <a:gd name="T34" fmla="*/ 1990 w 1990"/>
                    <a:gd name="T35" fmla="*/ 1295 h 2589"/>
                    <a:gd name="T36" fmla="*/ 1966 w 1990"/>
                    <a:gd name="T37" fmla="*/ 1535 h 2589"/>
                    <a:gd name="T38" fmla="*/ 1918 w 1990"/>
                    <a:gd name="T39" fmla="*/ 1762 h 2589"/>
                    <a:gd name="T40" fmla="*/ 1834 w 1990"/>
                    <a:gd name="T41" fmla="*/ 1978 h 2589"/>
                    <a:gd name="T42" fmla="*/ 1726 w 1990"/>
                    <a:gd name="T43" fmla="*/ 2170 h 2589"/>
                    <a:gd name="T44" fmla="*/ 1594 w 1990"/>
                    <a:gd name="T45" fmla="*/ 2326 h 2589"/>
                    <a:gd name="T46" fmla="*/ 1439 w 1990"/>
                    <a:gd name="T47" fmla="*/ 2458 h 2589"/>
                    <a:gd name="T48" fmla="*/ 1271 w 1990"/>
                    <a:gd name="T49" fmla="*/ 2541 h 2589"/>
                    <a:gd name="T50" fmla="*/ 1091 w 1990"/>
                    <a:gd name="T51" fmla="*/ 2589 h 2589"/>
                    <a:gd name="T52" fmla="*/ 899 w 1990"/>
                    <a:gd name="T53" fmla="*/ 2589 h 2589"/>
                    <a:gd name="T54" fmla="*/ 719 w 1990"/>
                    <a:gd name="T55" fmla="*/ 2541 h 2589"/>
                    <a:gd name="T56" fmla="*/ 551 w 1990"/>
                    <a:gd name="T57" fmla="*/ 2458 h 2589"/>
                    <a:gd name="T58" fmla="*/ 396 w 1990"/>
                    <a:gd name="T59" fmla="*/ 2326 h 2589"/>
                    <a:gd name="T60" fmla="*/ 264 w 1990"/>
                    <a:gd name="T61" fmla="*/ 2170 h 2589"/>
                    <a:gd name="T62" fmla="*/ 156 w 1990"/>
                    <a:gd name="T63" fmla="*/ 1978 h 2589"/>
                    <a:gd name="T64" fmla="*/ 72 w 1990"/>
                    <a:gd name="T65" fmla="*/ 1762 h 2589"/>
                    <a:gd name="T66" fmla="*/ 24 w 1990"/>
                    <a:gd name="T67" fmla="*/ 1535 h 2589"/>
                    <a:gd name="T68" fmla="*/ 0 w 1990"/>
                    <a:gd name="T69" fmla="*/ 1295 h 25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990" h="2589">
                      <a:moveTo>
                        <a:pt x="0" y="1295"/>
                      </a:moveTo>
                      <a:lnTo>
                        <a:pt x="24" y="1055"/>
                      </a:lnTo>
                      <a:lnTo>
                        <a:pt x="72" y="815"/>
                      </a:lnTo>
                      <a:lnTo>
                        <a:pt x="156" y="612"/>
                      </a:lnTo>
                      <a:lnTo>
                        <a:pt x="264" y="420"/>
                      </a:lnTo>
                      <a:lnTo>
                        <a:pt x="396" y="252"/>
                      </a:lnTo>
                      <a:lnTo>
                        <a:pt x="551" y="120"/>
                      </a:lnTo>
                      <a:lnTo>
                        <a:pt x="719" y="36"/>
                      </a:lnTo>
                      <a:lnTo>
                        <a:pt x="899" y="0"/>
                      </a:lnTo>
                      <a:lnTo>
                        <a:pt x="1091" y="0"/>
                      </a:lnTo>
                      <a:lnTo>
                        <a:pt x="1271" y="36"/>
                      </a:lnTo>
                      <a:lnTo>
                        <a:pt x="1439" y="120"/>
                      </a:lnTo>
                      <a:lnTo>
                        <a:pt x="1594" y="252"/>
                      </a:lnTo>
                      <a:lnTo>
                        <a:pt x="1726" y="420"/>
                      </a:lnTo>
                      <a:lnTo>
                        <a:pt x="1834" y="612"/>
                      </a:lnTo>
                      <a:lnTo>
                        <a:pt x="1918" y="815"/>
                      </a:lnTo>
                      <a:lnTo>
                        <a:pt x="1966" y="1055"/>
                      </a:lnTo>
                      <a:lnTo>
                        <a:pt x="1990" y="1295"/>
                      </a:lnTo>
                      <a:lnTo>
                        <a:pt x="1966" y="1535"/>
                      </a:lnTo>
                      <a:lnTo>
                        <a:pt x="1918" y="1762"/>
                      </a:lnTo>
                      <a:lnTo>
                        <a:pt x="1834" y="1978"/>
                      </a:lnTo>
                      <a:lnTo>
                        <a:pt x="1726" y="2170"/>
                      </a:lnTo>
                      <a:lnTo>
                        <a:pt x="1594" y="2326"/>
                      </a:lnTo>
                      <a:lnTo>
                        <a:pt x="1439" y="2458"/>
                      </a:lnTo>
                      <a:lnTo>
                        <a:pt x="1271" y="2541"/>
                      </a:lnTo>
                      <a:lnTo>
                        <a:pt x="1091" y="2589"/>
                      </a:lnTo>
                      <a:lnTo>
                        <a:pt x="899" y="2589"/>
                      </a:lnTo>
                      <a:lnTo>
                        <a:pt x="719" y="2541"/>
                      </a:lnTo>
                      <a:lnTo>
                        <a:pt x="551" y="2458"/>
                      </a:lnTo>
                      <a:lnTo>
                        <a:pt x="396" y="2326"/>
                      </a:lnTo>
                      <a:lnTo>
                        <a:pt x="264" y="2170"/>
                      </a:lnTo>
                      <a:lnTo>
                        <a:pt x="156" y="1978"/>
                      </a:lnTo>
                      <a:lnTo>
                        <a:pt x="72" y="1762"/>
                      </a:lnTo>
                      <a:lnTo>
                        <a:pt x="24" y="1535"/>
                      </a:lnTo>
                      <a:lnTo>
                        <a:pt x="0" y="1295"/>
                      </a:lnTo>
                    </a:path>
                  </a:pathLst>
                </a:custGeom>
                <a:noFill/>
                <a:ln w="76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/>
                </a:p>
              </p:txBody>
            </p:sp>
            <p:sp>
              <p:nvSpPr>
                <p:cNvPr id="12" name="直线 2191"/>
                <p:cNvSpPr>
                  <a:spLocks noChangeShapeType="1"/>
                </p:cNvSpPr>
                <p:nvPr/>
              </p:nvSpPr>
              <p:spPr bwMode="auto">
                <a:xfrm>
                  <a:off x="4900" y="7580"/>
                  <a:ext cx="1870" cy="0"/>
                </a:xfrm>
                <a:prstGeom prst="line">
                  <a:avLst/>
                </a:prstGeom>
                <a:noFill/>
                <a:ln w="76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/>
                </a:p>
              </p:txBody>
            </p:sp>
            <p:sp>
              <p:nvSpPr>
                <p:cNvPr id="13" name="直线 2192"/>
                <p:cNvSpPr>
                  <a:spLocks noChangeShapeType="1"/>
                </p:cNvSpPr>
                <p:nvPr/>
              </p:nvSpPr>
              <p:spPr bwMode="auto">
                <a:xfrm>
                  <a:off x="5083" y="8827"/>
                  <a:ext cx="1480" cy="1"/>
                </a:xfrm>
                <a:prstGeom prst="line">
                  <a:avLst/>
                </a:prstGeom>
                <a:noFill/>
                <a:ln w="76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/>
                </a:p>
              </p:txBody>
            </p:sp>
            <p:grpSp>
              <p:nvGrpSpPr>
                <p:cNvPr id="14" name="组合 2193"/>
                <p:cNvGrpSpPr>
                  <a:grpSpLocks/>
                </p:cNvGrpSpPr>
                <p:nvPr/>
              </p:nvGrpSpPr>
              <p:grpSpPr bwMode="auto">
                <a:xfrm>
                  <a:off x="5008" y="7688"/>
                  <a:ext cx="1642" cy="1074"/>
                  <a:chOff x="5008" y="7688"/>
                  <a:chExt cx="1642" cy="1074"/>
                </a:xfrm>
              </p:grpSpPr>
              <p:grpSp>
                <p:nvGrpSpPr>
                  <p:cNvPr id="43" name="组合 2194"/>
                  <p:cNvGrpSpPr>
                    <a:grpSpLocks/>
                  </p:cNvGrpSpPr>
                  <p:nvPr/>
                </p:nvGrpSpPr>
                <p:grpSpPr bwMode="auto">
                  <a:xfrm>
                    <a:off x="5008" y="7688"/>
                    <a:ext cx="1642" cy="683"/>
                    <a:chOff x="5008" y="7688"/>
                    <a:chExt cx="1642" cy="683"/>
                  </a:xfrm>
                </p:grpSpPr>
                <p:sp>
                  <p:nvSpPr>
                    <p:cNvPr id="45" name="矩形 21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8" y="7688"/>
                      <a:ext cx="287" cy="56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46" name="矩形 21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3" y="7688"/>
                      <a:ext cx="288" cy="56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47" name="矩形 21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14" y="7688"/>
                      <a:ext cx="288" cy="56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48" name="矩形 21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55" y="7892"/>
                      <a:ext cx="170" cy="36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0" tIns="0" rIns="0" bIns="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9" name="任意多边形 2199"/>
                    <p:cNvSpPr>
                      <a:spLocks/>
                    </p:cNvSpPr>
                    <p:nvPr/>
                  </p:nvSpPr>
                  <p:spPr bwMode="auto">
                    <a:xfrm>
                      <a:off x="5008" y="8251"/>
                      <a:ext cx="1642" cy="120"/>
                    </a:xfrm>
                    <a:custGeom>
                      <a:avLst/>
                      <a:gdLst>
                        <a:gd name="T0" fmla="*/ 1642 w 1642"/>
                        <a:gd name="T1" fmla="*/ 0 h 120"/>
                        <a:gd name="T2" fmla="*/ 1630 w 1642"/>
                        <a:gd name="T3" fmla="*/ 48 h 120"/>
                        <a:gd name="T4" fmla="*/ 1594 w 1642"/>
                        <a:gd name="T5" fmla="*/ 60 h 120"/>
                        <a:gd name="T6" fmla="*/ 887 w 1642"/>
                        <a:gd name="T7" fmla="*/ 60 h 120"/>
                        <a:gd name="T8" fmla="*/ 839 w 1642"/>
                        <a:gd name="T9" fmla="*/ 72 h 120"/>
                        <a:gd name="T10" fmla="*/ 827 w 1642"/>
                        <a:gd name="T11" fmla="*/ 120 h 120"/>
                        <a:gd name="T12" fmla="*/ 815 w 1642"/>
                        <a:gd name="T13" fmla="*/ 72 h 120"/>
                        <a:gd name="T14" fmla="*/ 767 w 1642"/>
                        <a:gd name="T15" fmla="*/ 60 h 120"/>
                        <a:gd name="T16" fmla="*/ 60 w 1642"/>
                        <a:gd name="T17" fmla="*/ 60 h 120"/>
                        <a:gd name="T18" fmla="*/ 24 w 1642"/>
                        <a:gd name="T19" fmla="*/ 48 h 120"/>
                        <a:gd name="T20" fmla="*/ 0 w 1642"/>
                        <a:gd name="T21" fmla="*/ 0 h 12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642" h="120">
                          <a:moveTo>
                            <a:pt x="1642" y="0"/>
                          </a:moveTo>
                          <a:lnTo>
                            <a:pt x="1630" y="48"/>
                          </a:lnTo>
                          <a:lnTo>
                            <a:pt x="1594" y="60"/>
                          </a:lnTo>
                          <a:lnTo>
                            <a:pt x="887" y="60"/>
                          </a:lnTo>
                          <a:lnTo>
                            <a:pt x="839" y="72"/>
                          </a:lnTo>
                          <a:lnTo>
                            <a:pt x="827" y="120"/>
                          </a:lnTo>
                          <a:lnTo>
                            <a:pt x="815" y="72"/>
                          </a:lnTo>
                          <a:lnTo>
                            <a:pt x="767" y="60"/>
                          </a:lnTo>
                          <a:lnTo>
                            <a:pt x="60" y="60"/>
                          </a:lnTo>
                          <a:lnTo>
                            <a:pt x="24" y="4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</p:grpSp>
              <p:sp>
                <p:nvSpPr>
                  <p:cNvPr id="44" name="矩形 2200"/>
                  <p:cNvSpPr>
                    <a:spLocks noChangeArrowheads="1"/>
                  </p:cNvSpPr>
                  <p:nvPr/>
                </p:nvSpPr>
                <p:spPr bwMode="auto">
                  <a:xfrm>
                    <a:off x="5367" y="8395"/>
                    <a:ext cx="1120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一组操作过程</a:t>
                    </a:r>
                    <a:endParaRPr kumimoji="0" lang="zh-CN" altLang="zh-CN" sz="1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" name="矩形 2201"/>
                <p:cNvSpPr>
                  <a:spLocks noChangeArrowheads="1"/>
                </p:cNvSpPr>
                <p:nvPr/>
              </p:nvSpPr>
              <p:spPr bwMode="auto">
                <a:xfrm>
                  <a:off x="5409" y="8896"/>
                  <a:ext cx="930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zh-CN" sz="14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  <a:cs typeface="宋体" panose="02010600030101010101" pitchFamily="2" charset="-122"/>
                    </a:rPr>
                    <a:t>初始化代码</a:t>
                  </a:r>
                  <a:endParaRPr kumimoji="0" lang="zh-CN" altLang="zh-CN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" name="矩形 2202"/>
                <p:cNvSpPr>
                  <a:spLocks noChangeArrowheads="1"/>
                </p:cNvSpPr>
                <p:nvPr/>
              </p:nvSpPr>
              <p:spPr bwMode="auto">
                <a:xfrm>
                  <a:off x="3938" y="6738"/>
                  <a:ext cx="1300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zh-CN" sz="14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  <a:cs typeface="宋体" panose="02010600030101010101" pitchFamily="2" charset="-122"/>
                    </a:rPr>
                    <a:t>条件</a:t>
                  </a:r>
                  <a:r>
                    <a:rPr kumimoji="0" lang="en-US" altLang="zh-CN" sz="14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  <a:cs typeface="宋体" panose="02010600030101010101" pitchFamily="2" charset="-122"/>
                    </a:rPr>
                    <a:t>(</a:t>
                  </a:r>
                  <a:r>
                    <a:rPr kumimoji="0" lang="zh-CN" altLang="en-US" sz="14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  <a:cs typeface="宋体" panose="02010600030101010101" pitchFamily="2" charset="-122"/>
                    </a:rPr>
                    <a:t>不忙</a:t>
                  </a:r>
                  <a:r>
                    <a:rPr kumimoji="0" lang="en-US" altLang="zh-CN" sz="14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  <a:cs typeface="宋体" panose="02010600030101010101" pitchFamily="2" charset="-122"/>
                    </a:rPr>
                    <a:t>)</a:t>
                  </a:r>
                  <a:r>
                    <a:rPr kumimoji="0" lang="zh-CN" altLang="en-US" sz="14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  <a:cs typeface="宋体" panose="02010600030101010101" pitchFamily="2" charset="-122"/>
                    </a:rPr>
                    <a:t>队列</a:t>
                  </a:r>
                  <a:endParaRPr kumimoji="0" lang="zh-CN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7" name="组合 2203"/>
                <p:cNvGrpSpPr>
                  <a:grpSpLocks/>
                </p:cNvGrpSpPr>
                <p:nvPr/>
              </p:nvGrpSpPr>
              <p:grpSpPr bwMode="auto">
                <a:xfrm>
                  <a:off x="5188" y="6873"/>
                  <a:ext cx="1186" cy="528"/>
                  <a:chOff x="5188" y="6873"/>
                  <a:chExt cx="1186" cy="527"/>
                </a:xfrm>
              </p:grpSpPr>
              <p:sp>
                <p:nvSpPr>
                  <p:cNvPr id="32" name="矩形 2204"/>
                  <p:cNvSpPr>
                    <a:spLocks noChangeArrowheads="1"/>
                  </p:cNvSpPr>
                  <p:nvPr/>
                </p:nvSpPr>
                <p:spPr bwMode="auto">
                  <a:xfrm>
                    <a:off x="5487" y="6873"/>
                    <a:ext cx="749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共享数据</a:t>
                    </a:r>
                    <a:endParaRPr kumimoji="0" lang="zh-CN" altLang="zh-CN" sz="1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33" name="组合 2205"/>
                  <p:cNvGrpSpPr>
                    <a:grpSpLocks/>
                  </p:cNvGrpSpPr>
                  <p:nvPr/>
                </p:nvGrpSpPr>
                <p:grpSpPr bwMode="auto">
                  <a:xfrm>
                    <a:off x="5188" y="7233"/>
                    <a:ext cx="1186" cy="167"/>
                    <a:chOff x="5188" y="7233"/>
                    <a:chExt cx="1186" cy="167"/>
                  </a:xfrm>
                </p:grpSpPr>
                <p:sp>
                  <p:nvSpPr>
                    <p:cNvPr id="34" name="矩形 22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88" y="7233"/>
                      <a:ext cx="167" cy="167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35" name="直线 22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55" y="7317"/>
                      <a:ext cx="228" cy="0"/>
                    </a:xfrm>
                    <a:prstGeom prst="line">
                      <a:avLst/>
                    </a:prstGeom>
                    <a:noFill/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36" name="任意多边形 2208"/>
                    <p:cNvSpPr>
                      <a:spLocks/>
                    </p:cNvSpPr>
                    <p:nvPr/>
                  </p:nvSpPr>
                  <p:spPr bwMode="auto">
                    <a:xfrm>
                      <a:off x="5427" y="7293"/>
                      <a:ext cx="156" cy="59"/>
                    </a:xfrm>
                    <a:custGeom>
                      <a:avLst/>
                      <a:gdLst>
                        <a:gd name="T0" fmla="*/ 0 w 156"/>
                        <a:gd name="T1" fmla="*/ 0 h 59"/>
                        <a:gd name="T2" fmla="*/ 36 w 156"/>
                        <a:gd name="T3" fmla="*/ 24 h 59"/>
                        <a:gd name="T4" fmla="*/ 0 w 156"/>
                        <a:gd name="T5" fmla="*/ 59 h 59"/>
                        <a:gd name="T6" fmla="*/ 156 w 156"/>
                        <a:gd name="T7" fmla="*/ 24 h 59"/>
                        <a:gd name="T8" fmla="*/ 0 w 156"/>
                        <a:gd name="T9" fmla="*/ 0 h 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6" h="59">
                          <a:moveTo>
                            <a:pt x="0" y="0"/>
                          </a:moveTo>
                          <a:lnTo>
                            <a:pt x="36" y="24"/>
                          </a:lnTo>
                          <a:lnTo>
                            <a:pt x="0" y="59"/>
                          </a:lnTo>
                          <a:lnTo>
                            <a:pt x="156" y="2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37" name="矩形 22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83" y="7233"/>
                      <a:ext cx="168" cy="167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38" name="直线 22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51" y="7317"/>
                      <a:ext cx="228" cy="0"/>
                    </a:xfrm>
                    <a:prstGeom prst="line">
                      <a:avLst/>
                    </a:prstGeom>
                    <a:noFill/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39" name="任意多边形 2211"/>
                    <p:cNvSpPr>
                      <a:spLocks/>
                    </p:cNvSpPr>
                    <p:nvPr/>
                  </p:nvSpPr>
                  <p:spPr bwMode="auto">
                    <a:xfrm>
                      <a:off x="5835" y="7293"/>
                      <a:ext cx="144" cy="59"/>
                    </a:xfrm>
                    <a:custGeom>
                      <a:avLst/>
                      <a:gdLst>
                        <a:gd name="T0" fmla="*/ 0 w 144"/>
                        <a:gd name="T1" fmla="*/ 0 h 59"/>
                        <a:gd name="T2" fmla="*/ 24 w 144"/>
                        <a:gd name="T3" fmla="*/ 24 h 59"/>
                        <a:gd name="T4" fmla="*/ 0 w 144"/>
                        <a:gd name="T5" fmla="*/ 59 h 59"/>
                        <a:gd name="T6" fmla="*/ 144 w 144"/>
                        <a:gd name="T7" fmla="*/ 24 h 59"/>
                        <a:gd name="T8" fmla="*/ 0 w 144"/>
                        <a:gd name="T9" fmla="*/ 0 h 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44" h="59">
                          <a:moveTo>
                            <a:pt x="0" y="0"/>
                          </a:moveTo>
                          <a:lnTo>
                            <a:pt x="24" y="24"/>
                          </a:lnTo>
                          <a:lnTo>
                            <a:pt x="0" y="59"/>
                          </a:lnTo>
                          <a:lnTo>
                            <a:pt x="144" y="2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40" name="矩形 22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79" y="7233"/>
                      <a:ext cx="168" cy="167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41" name="直线 22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147" y="7317"/>
                      <a:ext cx="227" cy="0"/>
                    </a:xfrm>
                    <a:prstGeom prst="line">
                      <a:avLst/>
                    </a:prstGeom>
                    <a:noFill/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42" name="任意多边形 2214"/>
                    <p:cNvSpPr>
                      <a:spLocks/>
                    </p:cNvSpPr>
                    <p:nvPr/>
                  </p:nvSpPr>
                  <p:spPr bwMode="auto">
                    <a:xfrm>
                      <a:off x="6231" y="7293"/>
                      <a:ext cx="143" cy="59"/>
                    </a:xfrm>
                    <a:custGeom>
                      <a:avLst/>
                      <a:gdLst>
                        <a:gd name="T0" fmla="*/ 0 w 143"/>
                        <a:gd name="T1" fmla="*/ 0 h 59"/>
                        <a:gd name="T2" fmla="*/ 24 w 143"/>
                        <a:gd name="T3" fmla="*/ 24 h 59"/>
                        <a:gd name="T4" fmla="*/ 0 w 143"/>
                        <a:gd name="T5" fmla="*/ 59 h 59"/>
                        <a:gd name="T6" fmla="*/ 143 w 143"/>
                        <a:gd name="T7" fmla="*/ 24 h 59"/>
                        <a:gd name="T8" fmla="*/ 0 w 143"/>
                        <a:gd name="T9" fmla="*/ 0 h 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43" h="59">
                          <a:moveTo>
                            <a:pt x="0" y="0"/>
                          </a:moveTo>
                          <a:lnTo>
                            <a:pt x="24" y="24"/>
                          </a:lnTo>
                          <a:lnTo>
                            <a:pt x="0" y="59"/>
                          </a:lnTo>
                          <a:lnTo>
                            <a:pt x="143" y="2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</p:grpSp>
            </p:grpSp>
            <p:grpSp>
              <p:nvGrpSpPr>
                <p:cNvPr id="18" name="组合 2215"/>
                <p:cNvGrpSpPr>
                  <a:grpSpLocks/>
                </p:cNvGrpSpPr>
                <p:nvPr/>
              </p:nvGrpSpPr>
              <p:grpSpPr bwMode="auto">
                <a:xfrm>
                  <a:off x="6354" y="6106"/>
                  <a:ext cx="1191" cy="755"/>
                  <a:chOff x="6354" y="6106"/>
                  <a:chExt cx="1206" cy="755"/>
                </a:xfrm>
              </p:grpSpPr>
              <p:sp>
                <p:nvSpPr>
                  <p:cNvPr id="19" name="矩形 2216"/>
                  <p:cNvSpPr>
                    <a:spLocks noChangeArrowheads="1"/>
                  </p:cNvSpPr>
                  <p:nvPr/>
                </p:nvSpPr>
                <p:spPr bwMode="auto">
                  <a:xfrm>
                    <a:off x="6809" y="6484"/>
                    <a:ext cx="75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进入队列</a:t>
                    </a:r>
                    <a:endParaRPr kumimoji="0" lang="zh-CN" altLang="zh-CN" sz="1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0" name="组合 2217"/>
                  <p:cNvGrpSpPr>
                    <a:grpSpLocks/>
                  </p:cNvGrpSpPr>
                  <p:nvPr/>
                </p:nvGrpSpPr>
                <p:grpSpPr bwMode="auto">
                  <a:xfrm>
                    <a:off x="6354" y="6106"/>
                    <a:ext cx="899" cy="755"/>
                    <a:chOff x="6354" y="6106"/>
                    <a:chExt cx="899" cy="755"/>
                  </a:xfrm>
                </p:grpSpPr>
                <p:sp>
                  <p:nvSpPr>
                    <p:cNvPr id="21" name="任意多边形 2218"/>
                    <p:cNvSpPr>
                      <a:spLocks/>
                    </p:cNvSpPr>
                    <p:nvPr/>
                  </p:nvSpPr>
                  <p:spPr bwMode="auto">
                    <a:xfrm>
                      <a:off x="6710" y="6310"/>
                      <a:ext cx="204" cy="203"/>
                    </a:xfrm>
                    <a:custGeom>
                      <a:avLst/>
                      <a:gdLst>
                        <a:gd name="T0" fmla="*/ 0 w 204"/>
                        <a:gd name="T1" fmla="*/ 84 h 203"/>
                        <a:gd name="T2" fmla="*/ 120 w 204"/>
                        <a:gd name="T3" fmla="*/ 203 h 203"/>
                        <a:gd name="T4" fmla="*/ 204 w 204"/>
                        <a:gd name="T5" fmla="*/ 119 h 203"/>
                        <a:gd name="T6" fmla="*/ 84 w 204"/>
                        <a:gd name="T7" fmla="*/ 0 h 203"/>
                        <a:gd name="T8" fmla="*/ 0 w 204"/>
                        <a:gd name="T9" fmla="*/ 84 h 20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4" h="203">
                          <a:moveTo>
                            <a:pt x="0" y="84"/>
                          </a:moveTo>
                          <a:lnTo>
                            <a:pt x="120" y="203"/>
                          </a:lnTo>
                          <a:lnTo>
                            <a:pt x="204" y="119"/>
                          </a:lnTo>
                          <a:lnTo>
                            <a:pt x="84" y="0"/>
                          </a:lnTo>
                          <a:lnTo>
                            <a:pt x="0" y="8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22" name="任意多边形 2219"/>
                    <p:cNvSpPr>
                      <a:spLocks/>
                    </p:cNvSpPr>
                    <p:nvPr/>
                  </p:nvSpPr>
                  <p:spPr bwMode="auto">
                    <a:xfrm>
                      <a:off x="6890" y="6142"/>
                      <a:ext cx="192" cy="192"/>
                    </a:xfrm>
                    <a:custGeom>
                      <a:avLst/>
                      <a:gdLst>
                        <a:gd name="T0" fmla="*/ 0 w 192"/>
                        <a:gd name="T1" fmla="*/ 72 h 192"/>
                        <a:gd name="T2" fmla="*/ 120 w 192"/>
                        <a:gd name="T3" fmla="*/ 192 h 192"/>
                        <a:gd name="T4" fmla="*/ 192 w 192"/>
                        <a:gd name="T5" fmla="*/ 120 h 192"/>
                        <a:gd name="T6" fmla="*/ 72 w 192"/>
                        <a:gd name="T7" fmla="*/ 0 h 192"/>
                        <a:gd name="T8" fmla="*/ 0 w 192"/>
                        <a:gd name="T9" fmla="*/ 72 h 19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92" h="192">
                          <a:moveTo>
                            <a:pt x="0" y="72"/>
                          </a:moveTo>
                          <a:lnTo>
                            <a:pt x="120" y="192"/>
                          </a:lnTo>
                          <a:lnTo>
                            <a:pt x="192" y="120"/>
                          </a:lnTo>
                          <a:lnTo>
                            <a:pt x="72" y="0"/>
                          </a:lnTo>
                          <a:lnTo>
                            <a:pt x="0" y="7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23" name="任意多边形 2220"/>
                    <p:cNvSpPr>
                      <a:spLocks/>
                    </p:cNvSpPr>
                    <p:nvPr/>
                  </p:nvSpPr>
                  <p:spPr bwMode="auto">
                    <a:xfrm>
                      <a:off x="6362" y="6657"/>
                      <a:ext cx="204" cy="204"/>
                    </a:xfrm>
                    <a:custGeom>
                      <a:avLst/>
                      <a:gdLst>
                        <a:gd name="T0" fmla="*/ 0 w 204"/>
                        <a:gd name="T1" fmla="*/ 84 h 204"/>
                        <a:gd name="T2" fmla="*/ 120 w 204"/>
                        <a:gd name="T3" fmla="*/ 204 h 204"/>
                        <a:gd name="T4" fmla="*/ 204 w 204"/>
                        <a:gd name="T5" fmla="*/ 120 h 204"/>
                        <a:gd name="T6" fmla="*/ 84 w 204"/>
                        <a:gd name="T7" fmla="*/ 0 h 204"/>
                        <a:gd name="T8" fmla="*/ 0 w 204"/>
                        <a:gd name="T9" fmla="*/ 84 h 20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4" h="204">
                          <a:moveTo>
                            <a:pt x="0" y="84"/>
                          </a:moveTo>
                          <a:lnTo>
                            <a:pt x="120" y="204"/>
                          </a:lnTo>
                          <a:lnTo>
                            <a:pt x="204" y="120"/>
                          </a:lnTo>
                          <a:lnTo>
                            <a:pt x="84" y="0"/>
                          </a:lnTo>
                          <a:lnTo>
                            <a:pt x="0" y="8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24" name="任意多边形 2221"/>
                    <p:cNvSpPr>
                      <a:spLocks/>
                    </p:cNvSpPr>
                    <p:nvPr/>
                  </p:nvSpPr>
                  <p:spPr bwMode="auto">
                    <a:xfrm>
                      <a:off x="6542" y="6489"/>
                      <a:ext cx="192" cy="192"/>
                    </a:xfrm>
                    <a:custGeom>
                      <a:avLst/>
                      <a:gdLst>
                        <a:gd name="T0" fmla="*/ 0 w 192"/>
                        <a:gd name="T1" fmla="*/ 72 h 192"/>
                        <a:gd name="T2" fmla="*/ 120 w 192"/>
                        <a:gd name="T3" fmla="*/ 192 h 192"/>
                        <a:gd name="T4" fmla="*/ 192 w 192"/>
                        <a:gd name="T5" fmla="*/ 120 h 192"/>
                        <a:gd name="T6" fmla="*/ 72 w 192"/>
                        <a:gd name="T7" fmla="*/ 0 h 192"/>
                        <a:gd name="T8" fmla="*/ 0 w 192"/>
                        <a:gd name="T9" fmla="*/ 72 h 19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92" h="192">
                          <a:moveTo>
                            <a:pt x="0" y="72"/>
                          </a:moveTo>
                          <a:lnTo>
                            <a:pt x="120" y="192"/>
                          </a:lnTo>
                          <a:lnTo>
                            <a:pt x="192" y="120"/>
                          </a:lnTo>
                          <a:lnTo>
                            <a:pt x="72" y="0"/>
                          </a:lnTo>
                          <a:lnTo>
                            <a:pt x="0" y="7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25" name="直线 22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130" y="6106"/>
                      <a:ext cx="84" cy="84"/>
                    </a:xfrm>
                    <a:prstGeom prst="line">
                      <a:avLst/>
                    </a:prstGeom>
                    <a:noFill/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26" name="直线 222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169" y="6160"/>
                      <a:ext cx="84" cy="60"/>
                    </a:xfrm>
                    <a:prstGeom prst="line">
                      <a:avLst/>
                    </a:prstGeom>
                    <a:noFill/>
                    <a:ln w="762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27" name="直线 2224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6354" y="6798"/>
                      <a:ext cx="62" cy="54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28" name="直线 222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6516" y="6627"/>
                      <a:ext cx="96" cy="84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stealth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29" name="直线 222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6684" y="6459"/>
                      <a:ext cx="96" cy="84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stealth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30" name="直线 2227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6864" y="6279"/>
                      <a:ext cx="96" cy="84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stealth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  <p:sp>
                  <p:nvSpPr>
                    <p:cNvPr id="31" name="直线 2228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7029" y="6108"/>
                      <a:ext cx="99" cy="8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400"/>
                    </a:p>
                  </p:txBody>
                </p:sp>
              </p:grpSp>
            </p:grp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59358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.3.1  </a:t>
            </a:r>
            <a:r>
              <a:rPr lang="zh-CN" altLang="en-US" dirty="0">
                <a:sym typeface="+mn-ea"/>
              </a:rPr>
              <a:t>管程的基本概念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73273" y="929706"/>
            <a:ext cx="10915453" cy="523195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/>
              <a:t>    </a:t>
            </a:r>
            <a:r>
              <a:rPr lang="zh-CN" altLang="zh-CN" sz="2800" dirty="0"/>
              <a:t>管程最主要的特点如下：</a:t>
            </a:r>
          </a:p>
          <a:p>
            <a:r>
              <a:rPr lang="zh-CN" altLang="zh-CN" sz="2800" dirty="0"/>
              <a:t>（</a:t>
            </a:r>
            <a:r>
              <a:rPr lang="en-US" altLang="zh-CN" sz="2800" dirty="0"/>
              <a:t>1</a:t>
            </a:r>
            <a:r>
              <a:rPr lang="zh-CN" altLang="zh-CN" sz="2800" dirty="0"/>
              <a:t>）只能通过管程中的过程而不能用其他外部过程访问其局部数据变量。</a:t>
            </a:r>
          </a:p>
          <a:p>
            <a:r>
              <a:rPr lang="zh-CN" altLang="zh-CN" sz="2800" dirty="0"/>
              <a:t>（</a:t>
            </a:r>
            <a:r>
              <a:rPr lang="en-US" altLang="zh-CN" sz="2800" dirty="0"/>
              <a:t>2</a:t>
            </a:r>
            <a:r>
              <a:rPr lang="zh-CN" altLang="zh-CN" sz="2800" dirty="0"/>
              <a:t>）进程通过调用管程的过程而进入管程。</a:t>
            </a:r>
          </a:p>
          <a:p>
            <a:r>
              <a:rPr lang="zh-CN" altLang="zh-CN" sz="2800" dirty="0"/>
              <a:t>（</a:t>
            </a:r>
            <a:r>
              <a:rPr lang="en-US" altLang="zh-CN" sz="2800" dirty="0"/>
              <a:t>3</a:t>
            </a:r>
            <a:r>
              <a:rPr lang="zh-CN" altLang="zh-CN" sz="2800" dirty="0"/>
              <a:t>）</a:t>
            </a:r>
            <a:r>
              <a:rPr lang="zh-CN" altLang="zh-CN" sz="2800" dirty="0">
                <a:solidFill>
                  <a:srgbClr val="FF0000"/>
                </a:solidFill>
              </a:rPr>
              <a:t>每一时刻只能有一个进程在管程中执行</a:t>
            </a:r>
            <a:r>
              <a:rPr lang="zh-CN" altLang="zh-CN" sz="2800" dirty="0"/>
              <a:t>，任何其他调用管程的进程将被挂起直至管程可用为止。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286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.3.1  </a:t>
            </a:r>
            <a:r>
              <a:rPr lang="zh-CN" altLang="en-US" dirty="0">
                <a:sym typeface="+mn-ea"/>
              </a:rPr>
              <a:t>管程的基本概念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73273" y="1126650"/>
            <a:ext cx="10915453" cy="523195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/>
              <a:t>3. </a:t>
            </a:r>
            <a:r>
              <a:rPr lang="zh-CN" altLang="en-US" sz="2800" b="1" dirty="0"/>
              <a:t>条件变量（用于区分阻塞的原因）</a:t>
            </a:r>
            <a:endParaRPr lang="zh-CN" altLang="zh-CN" sz="2800" dirty="0"/>
          </a:p>
          <a:p>
            <a:pPr marL="0" indent="0">
              <a:buNone/>
            </a:pPr>
            <a:r>
              <a:rPr lang="en-US" altLang="zh-CN" sz="2800" dirty="0"/>
              <a:t>       </a:t>
            </a:r>
            <a:r>
              <a:rPr lang="zh-CN" altLang="zh-CN" sz="2800" dirty="0"/>
              <a:t>管程可使用条件变量支持同步，这些变量保存在管程中并且只能在管程内部访问。用以下两个原语操作条件变量。</a:t>
            </a:r>
          </a:p>
          <a:p>
            <a:pPr marL="0" indent="0">
              <a:buNone/>
            </a:pPr>
            <a:r>
              <a:rPr lang="en-US" altLang="zh-CN" sz="2800" dirty="0" err="1"/>
              <a:t>c.wait</a:t>
            </a:r>
            <a:r>
              <a:rPr lang="en-US" altLang="zh-CN" sz="2800" dirty="0"/>
              <a:t>()</a:t>
            </a:r>
            <a:r>
              <a:rPr lang="zh-CN" altLang="zh-CN" sz="2800" dirty="0"/>
              <a:t>：用来将执行进程排在与条件变量</a:t>
            </a:r>
            <a:r>
              <a:rPr lang="en-US" altLang="zh-CN" sz="2800" dirty="0"/>
              <a:t>c</a:t>
            </a:r>
            <a:r>
              <a:rPr lang="zh-CN" altLang="zh-CN" sz="2800" dirty="0"/>
              <a:t>相应的等待队列上。</a:t>
            </a:r>
          </a:p>
          <a:p>
            <a:pPr marL="0" indent="0">
              <a:buNone/>
            </a:pPr>
            <a:r>
              <a:rPr lang="en-US" altLang="zh-CN" sz="2800" dirty="0" err="1"/>
              <a:t>c.signal</a:t>
            </a:r>
            <a:r>
              <a:rPr lang="en-US" altLang="zh-CN" sz="2800" dirty="0"/>
              <a:t>( )</a:t>
            </a:r>
            <a:r>
              <a:rPr lang="zh-CN" altLang="zh-CN" sz="2800" dirty="0"/>
              <a:t>：用来唤醒与</a:t>
            </a:r>
            <a:r>
              <a:rPr lang="en-US" altLang="zh-CN" sz="2800" dirty="0"/>
              <a:t>c</a:t>
            </a:r>
            <a:r>
              <a:rPr lang="zh-CN" altLang="zh-CN" sz="2800" dirty="0"/>
              <a:t>相应的等待队列上的一个进程。若没有等待进程，则</a:t>
            </a:r>
            <a:r>
              <a:rPr lang="en-US" altLang="zh-CN" sz="2800" dirty="0" err="1"/>
              <a:t>c.signal</a:t>
            </a:r>
            <a:r>
              <a:rPr lang="en-US" altLang="zh-CN" sz="2800" dirty="0"/>
              <a:t>( )</a:t>
            </a:r>
            <a:r>
              <a:rPr lang="zh-CN" altLang="zh-CN" sz="2800" dirty="0"/>
              <a:t>不起任何作用，什么都不做。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312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.3.2  </a:t>
            </a:r>
            <a:r>
              <a:rPr lang="zh-CN" altLang="en-US" dirty="0">
                <a:sym typeface="+mn-ea"/>
              </a:rPr>
              <a:t>用管程解决生产者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消费者问题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15693" y="1148952"/>
            <a:ext cx="11360614" cy="523195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在利用管程方法来解决生产者</a:t>
            </a:r>
            <a:r>
              <a:rPr lang="en-US" altLang="zh-CN" dirty="0"/>
              <a:t>-</a:t>
            </a:r>
            <a:r>
              <a:rPr lang="zh-CN" altLang="zh-CN" dirty="0"/>
              <a:t>消费者问题时，首先便是为它们建立一个管程，并命名为</a:t>
            </a:r>
            <a:r>
              <a:rPr lang="en-US" altLang="zh-CN" dirty="0"/>
              <a:t>Producer-Consumer, </a:t>
            </a:r>
            <a:r>
              <a:rPr lang="zh-CN" altLang="zh-CN" dirty="0"/>
              <a:t>简称为</a:t>
            </a:r>
            <a:r>
              <a:rPr lang="en-US" altLang="zh-CN" dirty="0"/>
              <a:t>PC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）管程中有两个条件变量：</a:t>
            </a:r>
          </a:p>
          <a:p>
            <a:r>
              <a:rPr lang="en-US" altLang="zh-CN" dirty="0" err="1"/>
              <a:t>notfull</a:t>
            </a:r>
            <a:r>
              <a:rPr lang="zh-CN" altLang="zh-CN" dirty="0"/>
              <a:t>：缓冲区未全满即缓冲区中还有空位置时，变量值为</a:t>
            </a:r>
            <a:r>
              <a:rPr lang="en-US" altLang="zh-CN" dirty="0"/>
              <a:t>true</a:t>
            </a:r>
            <a:r>
              <a:rPr lang="zh-CN" altLang="zh-CN" dirty="0"/>
              <a:t>；</a:t>
            </a:r>
            <a:r>
              <a:rPr lang="en-US" altLang="zh-CN" dirty="0">
                <a:solidFill>
                  <a:srgbClr val="0000FF"/>
                </a:solidFill>
              </a:rPr>
              <a:t>——empty</a:t>
            </a:r>
            <a:endParaRPr lang="zh-CN" altLang="zh-CN" dirty="0">
              <a:solidFill>
                <a:srgbClr val="0000FF"/>
              </a:solidFill>
            </a:endParaRPr>
          </a:p>
          <a:p>
            <a:r>
              <a:rPr lang="en-US" altLang="zh-CN" dirty="0" err="1"/>
              <a:t>notempty</a:t>
            </a:r>
            <a:r>
              <a:rPr lang="zh-CN" altLang="zh-CN" dirty="0"/>
              <a:t>：缓冲区未全空即缓冲区中至少有一个产品存在，则变量值为</a:t>
            </a:r>
            <a:r>
              <a:rPr lang="en-US" altLang="zh-CN" dirty="0"/>
              <a:t>true</a:t>
            </a:r>
            <a:r>
              <a:rPr lang="zh-CN" altLang="zh-CN" dirty="0"/>
              <a:t>。</a:t>
            </a:r>
            <a:r>
              <a:rPr lang="en-US" altLang="zh-CN" dirty="0">
                <a:solidFill>
                  <a:srgbClr val="0000FF"/>
                </a:solidFill>
              </a:rPr>
              <a:t>——full</a:t>
            </a: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）为该管程定义两个函数</a:t>
            </a:r>
            <a:r>
              <a:rPr lang="en-US" altLang="zh-CN" dirty="0"/>
              <a:t> </a:t>
            </a:r>
            <a:r>
              <a:rPr lang="zh-CN" altLang="zh-CN" dirty="0"/>
              <a:t>：</a:t>
            </a:r>
          </a:p>
          <a:p>
            <a:r>
              <a:rPr lang="zh-CN" altLang="zh-CN" dirty="0"/>
              <a:t>放产品：</a:t>
            </a:r>
            <a:r>
              <a:rPr lang="en-US" altLang="zh-CN" dirty="0"/>
              <a:t>append(item x)</a:t>
            </a:r>
            <a:endParaRPr lang="zh-CN" altLang="zh-CN" dirty="0"/>
          </a:p>
          <a:p>
            <a:r>
              <a:rPr lang="zh-CN" altLang="zh-CN" dirty="0"/>
              <a:t>取产品：</a:t>
            </a:r>
            <a:r>
              <a:rPr lang="en-US" altLang="zh-CN" dirty="0"/>
              <a:t>take(item x)</a:t>
            </a:r>
            <a:endParaRPr lang="zh-CN" altLang="zh-CN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345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98416F51-B212-4CB6-9177-A91C0FD54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管程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CFB123-F0C4-4672-B710-C5B268C33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9105" y="198461"/>
            <a:ext cx="4813935" cy="621509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buNone/>
              <a:defRPr/>
            </a:pPr>
            <a:r>
              <a:rPr lang="zh-CN" altLang="en-US" sz="36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应用</a:t>
            </a:r>
            <a:r>
              <a:rPr lang="zh-CN" altLang="en-US" sz="3200" dirty="0"/>
              <a:t>：生产者</a:t>
            </a:r>
            <a:r>
              <a:rPr lang="en-US" altLang="zh-CN" sz="3200" dirty="0"/>
              <a:t>-</a:t>
            </a:r>
            <a:r>
              <a:rPr lang="zh-CN" altLang="en-US" sz="3200" dirty="0"/>
              <a:t>消费者问题</a:t>
            </a:r>
            <a:endParaRPr lang="en-US" altLang="zh-CN" sz="32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DF04E2E-7F58-4587-9BEC-35F66CCA077B}"/>
              </a:ext>
            </a:extLst>
          </p:cNvPr>
          <p:cNvSpPr txBox="1">
            <a:spLocks/>
          </p:cNvSpPr>
          <p:nvPr/>
        </p:nvSpPr>
        <p:spPr bwMode="auto">
          <a:xfrm>
            <a:off x="322483" y="936574"/>
            <a:ext cx="5353244" cy="560919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/>
          <a:lstStyle>
            <a:lvl1pPr marL="342900" indent="-3429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3399"/>
              </a:buClr>
              <a:buSzPct val="90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FF"/>
              </a:buClr>
              <a:buSzPct val="90000"/>
              <a:buFont typeface="Wingdings" pitchFamily="2" charset="2"/>
              <a:buChar char="u"/>
              <a:defRPr sz="2400" kern="1200">
                <a:solidFill>
                  <a:schemeClr val="tx1"/>
                </a:solidFill>
                <a:latin typeface="Cambria" pitchFamily="18" charset="0"/>
                <a:ea typeface="仿宋_GB2312" pitchFamily="49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3333FF"/>
              </a:buClr>
              <a:buSzPct val="90000"/>
              <a:buFont typeface="Wingdings" pitchFamily="2" charset="2"/>
              <a:buChar char="p"/>
              <a:defRPr sz="20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E46C0A"/>
              </a:buClr>
              <a:buSzPct val="90000"/>
              <a:buFont typeface="Wingdings" pitchFamily="2" charset="2"/>
              <a:buChar char="l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»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/>
              <a:t>Monitor Producer-Consumer{</a:t>
            </a:r>
            <a:endParaRPr lang="zh-CN" altLang="zh-CN" sz="2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/>
              <a:t>    item buffer[N];</a:t>
            </a:r>
            <a:endParaRPr lang="zh-CN" altLang="zh-CN" sz="2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/>
              <a:t>    int in, out, count;</a:t>
            </a:r>
            <a:endParaRPr lang="zh-CN" altLang="zh-CN" sz="2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/>
              <a:t>    condition notfull, notempty;</a:t>
            </a:r>
            <a:endParaRPr lang="zh-CN" altLang="zh-CN" sz="2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/>
              <a:t>    public:</a:t>
            </a:r>
            <a:endParaRPr lang="zh-CN" altLang="zh-CN" sz="2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</a:t>
            </a:r>
            <a:r>
              <a:rPr lang="en-US" altLang="zh-CN" sz="2600" dirty="0"/>
              <a:t>void </a:t>
            </a:r>
            <a:r>
              <a:rPr lang="en-US" altLang="zh-CN" sz="2600" dirty="0">
                <a:solidFill>
                  <a:srgbClr val="FF0000"/>
                </a:solidFill>
              </a:rPr>
              <a:t>append</a:t>
            </a:r>
            <a:r>
              <a:rPr lang="en-US" altLang="zh-CN" sz="2600" dirty="0"/>
              <a:t>(item x)</a:t>
            </a:r>
            <a:r>
              <a:rPr lang="en-US" altLang="zh-CN" sz="2600" dirty="0">
                <a:solidFill>
                  <a:srgbClr val="1C45F4"/>
                </a:solidFill>
              </a:rPr>
              <a:t>{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 if(count&gt;=N) </a:t>
            </a:r>
            <a:r>
              <a:rPr lang="en-US" altLang="zh-CN" sz="2600" dirty="0" err="1">
                <a:solidFill>
                  <a:srgbClr val="1C45F4"/>
                </a:solidFill>
              </a:rPr>
              <a:t>notfull.wait</a:t>
            </a:r>
            <a:r>
              <a:rPr lang="en-US" altLang="zh-CN" sz="2600" dirty="0">
                <a:solidFill>
                  <a:srgbClr val="1C45F4"/>
                </a:solidFill>
              </a:rPr>
              <a:t>();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 buffer[in]=x;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 in =(in+1)%N;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 count++;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</a:t>
            </a:r>
            <a:r>
              <a:rPr lang="en-US" altLang="zh-CN" sz="2600" dirty="0" err="1">
                <a:solidFill>
                  <a:srgbClr val="1C45F4"/>
                </a:solidFill>
              </a:rPr>
              <a:t>notempty.signal</a:t>
            </a:r>
            <a:r>
              <a:rPr lang="en-US" altLang="zh-CN" sz="2600" dirty="0">
                <a:solidFill>
                  <a:srgbClr val="1C45F4"/>
                </a:solidFill>
              </a:rPr>
              <a:t>();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}</a:t>
            </a:r>
            <a:endParaRPr lang="zh-CN" altLang="zh-CN" sz="2600" dirty="0">
              <a:solidFill>
                <a:srgbClr val="1C45F4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26AF942-75B1-4D49-B507-90D95CF16FB5}"/>
              </a:ext>
            </a:extLst>
          </p:cNvPr>
          <p:cNvSpPr txBox="1">
            <a:spLocks/>
          </p:cNvSpPr>
          <p:nvPr/>
        </p:nvSpPr>
        <p:spPr bwMode="auto">
          <a:xfrm>
            <a:off x="6096000" y="936574"/>
            <a:ext cx="5435600" cy="54134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/>
          <a:lstStyle>
            <a:lvl1pPr marL="342900" indent="-3429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3399"/>
              </a:buClr>
              <a:buSzPct val="90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FF"/>
              </a:buClr>
              <a:buSzPct val="90000"/>
              <a:buFont typeface="Wingdings" pitchFamily="2" charset="2"/>
              <a:buChar char="u"/>
              <a:defRPr sz="2400" kern="1200">
                <a:solidFill>
                  <a:schemeClr val="tx1"/>
                </a:solidFill>
                <a:latin typeface="Cambria" pitchFamily="18" charset="0"/>
                <a:ea typeface="仿宋_GB2312" pitchFamily="49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3333FF"/>
              </a:buClr>
              <a:buSzPct val="90000"/>
              <a:buFont typeface="Wingdings" pitchFamily="2" charset="2"/>
              <a:buChar char="p"/>
              <a:defRPr sz="20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E46C0A"/>
              </a:buClr>
              <a:buSzPct val="90000"/>
              <a:buFont typeface="Wingdings" pitchFamily="2" charset="2"/>
              <a:buChar char="l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»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</a:t>
            </a:r>
            <a:r>
              <a:rPr lang="en-US" altLang="zh-CN" sz="2600" dirty="0"/>
              <a:t>void </a:t>
            </a:r>
            <a:r>
              <a:rPr lang="en-US" altLang="zh-CN" sz="2600" dirty="0">
                <a:solidFill>
                  <a:srgbClr val="FF0000"/>
                </a:solidFill>
              </a:rPr>
              <a:t>take</a:t>
            </a:r>
            <a:r>
              <a:rPr lang="en-US" altLang="zh-CN" sz="2600" dirty="0"/>
              <a:t>(item x)</a:t>
            </a:r>
            <a:r>
              <a:rPr lang="en-US" altLang="zh-CN" sz="2600" dirty="0">
                <a:solidFill>
                  <a:srgbClr val="1C45F4"/>
                </a:solidFill>
              </a:rPr>
              <a:t>{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 if(count&lt;=0) </a:t>
            </a:r>
            <a:r>
              <a:rPr lang="en-US" altLang="zh-CN" sz="2600" dirty="0" err="1">
                <a:solidFill>
                  <a:srgbClr val="1C45F4"/>
                </a:solidFill>
              </a:rPr>
              <a:t>notempty.wait</a:t>
            </a:r>
            <a:r>
              <a:rPr lang="en-US" altLang="zh-CN" sz="2600" dirty="0">
                <a:solidFill>
                  <a:srgbClr val="1C45F4"/>
                </a:solidFill>
              </a:rPr>
              <a:t>( );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 x=buffer[out];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 out =(out+1)%N;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 count--;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    </a:t>
            </a:r>
            <a:r>
              <a:rPr lang="en-US" altLang="zh-CN" sz="2600" dirty="0" err="1">
                <a:solidFill>
                  <a:srgbClr val="1C45F4"/>
                </a:solidFill>
              </a:rPr>
              <a:t>notfull.signal</a:t>
            </a:r>
            <a:r>
              <a:rPr lang="en-US" altLang="zh-CN" sz="2600" dirty="0">
                <a:solidFill>
                  <a:srgbClr val="1C45F4"/>
                </a:solidFill>
              </a:rPr>
              <a:t>();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srgbClr val="1C45F4"/>
                </a:solidFill>
              </a:rPr>
              <a:t>       }</a:t>
            </a:r>
            <a:endParaRPr lang="zh-CN" altLang="zh-CN" sz="2600" dirty="0">
              <a:solidFill>
                <a:srgbClr val="1C45F4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/>
              <a:t>       void init( ){</a:t>
            </a:r>
            <a:endParaRPr lang="zh-CN" altLang="zh-CN" sz="2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/>
              <a:t>           count=0;  in=0;  out=0;</a:t>
            </a:r>
            <a:endParaRPr lang="zh-CN" altLang="zh-CN" sz="2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/>
              <a:t>       }</a:t>
            </a:r>
            <a:endParaRPr lang="zh-CN" altLang="zh-CN" sz="2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600" dirty="0"/>
              <a:t>} </a:t>
            </a:r>
            <a:r>
              <a:rPr lang="en-US" altLang="zh-CN" sz="2600" b="1" dirty="0">
                <a:solidFill>
                  <a:srgbClr val="FF0066"/>
                </a:solidFill>
              </a:rPr>
              <a:t>PC</a:t>
            </a:r>
            <a:r>
              <a:rPr lang="en-US" altLang="zh-CN" sz="2600" dirty="0"/>
              <a:t>;</a:t>
            </a:r>
            <a:endParaRPr lang="zh-CN" altLang="zh-CN" sz="2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zh-CN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5910CD67-B4A3-420C-B7E1-F38F6081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管程</a:t>
            </a:r>
          </a:p>
        </p:txBody>
      </p:sp>
      <p:sp>
        <p:nvSpPr>
          <p:cNvPr id="54275" name="内容占位符 2">
            <a:extLst>
              <a:ext uri="{FF2B5EF4-FFF2-40B4-BE49-F238E27FC236}">
                <a16:creationId xmlns:a16="http://schemas.microsoft.com/office/drawing/2014/main" id="{143F9784-A2BA-4538-9699-00791D6F0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3" y="819971"/>
            <a:ext cx="10968990" cy="1397464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zh-CN" sz="28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管程</a:t>
            </a:r>
            <a:r>
              <a:rPr lang="zh-CN" altLang="en-US" sz="28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的应用</a:t>
            </a:r>
            <a:r>
              <a:rPr lang="zh-CN" altLang="en-US" dirty="0"/>
              <a:t>：生产者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  <a:endParaRPr lang="en-US" altLang="zh-CN" dirty="0"/>
          </a:p>
          <a:p>
            <a:pPr marL="457200" lvl="1" indent="0">
              <a:buNone/>
              <a:defRPr/>
            </a:pPr>
            <a:r>
              <a:rPr lang="zh-CN" altLang="en-US" dirty="0">
                <a:latin typeface="仿宋_GB2312" pitchFamily="49" charset="-122"/>
              </a:rPr>
              <a:t>    生产者模块                          消费者模块</a:t>
            </a:r>
            <a:endParaRPr lang="en-US" altLang="zh-CN" dirty="0">
              <a:latin typeface="仿宋_GB2312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771392D-C389-47BE-A152-2464A2CE2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9C1E7D-3168-470F-A607-CDCF0E5C7E0D}"/>
              </a:ext>
            </a:extLst>
          </p:cNvPr>
          <p:cNvSpPr txBox="1">
            <a:spLocks/>
          </p:cNvSpPr>
          <p:nvPr/>
        </p:nvSpPr>
        <p:spPr bwMode="auto">
          <a:xfrm>
            <a:off x="934379" y="2216691"/>
            <a:ext cx="4749026" cy="4227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3399"/>
              </a:buClr>
              <a:buSzPct val="90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FF"/>
              </a:buClr>
              <a:buSzPct val="90000"/>
              <a:buFont typeface="Wingdings" pitchFamily="2" charset="2"/>
              <a:buChar char="u"/>
              <a:defRPr sz="2400" kern="1200">
                <a:solidFill>
                  <a:schemeClr val="tx1"/>
                </a:solidFill>
                <a:latin typeface="Cambria" pitchFamily="18" charset="0"/>
                <a:ea typeface="仿宋_GB2312" pitchFamily="49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3333FF"/>
              </a:buClr>
              <a:buSzPct val="90000"/>
              <a:buFont typeface="Wingdings" pitchFamily="2" charset="2"/>
              <a:buChar char="p"/>
              <a:defRPr sz="20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E46C0A"/>
              </a:buClr>
              <a:buSzPct val="90000"/>
              <a:buFont typeface="Wingdings" pitchFamily="2" charset="2"/>
              <a:buChar char="l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»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void producer_i() {     //i=1,2,...m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item x;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while(TRUE){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 ......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</a:t>
            </a:r>
            <a:r>
              <a:rPr lang="zh-CN" altLang="zh-CN" sz="2400" dirty="0"/>
              <a:t>产生</a:t>
            </a:r>
            <a:r>
              <a:rPr lang="en-US" altLang="zh-CN" sz="2400" dirty="0"/>
              <a:t>x;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      </a:t>
            </a:r>
            <a:r>
              <a:rPr lang="en-US" altLang="zh-CN" sz="2400" dirty="0">
                <a:solidFill>
                  <a:srgbClr val="1C45F4"/>
                </a:solidFill>
              </a:rPr>
              <a:t>PC.</a:t>
            </a:r>
            <a:r>
              <a:rPr lang="en-US" altLang="zh-CN" sz="2400" dirty="0"/>
              <a:t> append(x) :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       }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/>
              <a:t>}</a:t>
            </a:r>
            <a:endParaRPr lang="zh-CN" altLang="zh-CN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zh-CN" altLang="zh-CN" sz="24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1F06A8A-DDEA-4E93-B34A-87A163793F66}"/>
              </a:ext>
            </a:extLst>
          </p:cNvPr>
          <p:cNvSpPr txBox="1">
            <a:spLocks/>
          </p:cNvSpPr>
          <p:nvPr/>
        </p:nvSpPr>
        <p:spPr bwMode="auto">
          <a:xfrm>
            <a:off x="6634976" y="2216691"/>
            <a:ext cx="4802341" cy="4227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3399"/>
              </a:buClr>
              <a:buSzPct val="90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FF"/>
              </a:buClr>
              <a:buSzPct val="90000"/>
              <a:buFont typeface="Wingdings" pitchFamily="2" charset="2"/>
              <a:buChar char="u"/>
              <a:defRPr sz="2400" kern="1200">
                <a:solidFill>
                  <a:schemeClr val="tx1"/>
                </a:solidFill>
                <a:latin typeface="Cambria" pitchFamily="18" charset="0"/>
                <a:ea typeface="仿宋_GB2312" pitchFamily="49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3333FF"/>
              </a:buClr>
              <a:buSzPct val="90000"/>
              <a:buFont typeface="Wingdings" pitchFamily="2" charset="2"/>
              <a:buChar char="p"/>
              <a:defRPr sz="2000"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E46C0A"/>
              </a:buClr>
              <a:buSzPct val="90000"/>
              <a:buFont typeface="Wingdings" pitchFamily="2" charset="2"/>
              <a:buChar char="l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»"/>
              <a:defRPr kern="1200">
                <a:solidFill>
                  <a:schemeClr val="tx1"/>
                </a:solidFill>
                <a:latin typeface="Cambria" pitchFamily="18" charset="0"/>
                <a:ea typeface="黑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dirty="0"/>
              <a:t>void comsumer_i() {</a:t>
            </a:r>
            <a:endParaRPr lang="zh-CN" altLang="zh-CN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dirty="0"/>
              <a:t>      item x;</a:t>
            </a:r>
            <a:endParaRPr lang="zh-CN" altLang="zh-CN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dirty="0"/>
              <a:t>      while(TRUE){</a:t>
            </a:r>
            <a:endParaRPr lang="zh-CN" altLang="zh-CN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dirty="0"/>
              <a:t>             </a:t>
            </a:r>
            <a:r>
              <a:rPr lang="en-US" altLang="zh-CN" dirty="0">
                <a:solidFill>
                  <a:srgbClr val="1C45F4"/>
                </a:solidFill>
              </a:rPr>
              <a:t>PC.</a:t>
            </a:r>
            <a:r>
              <a:rPr lang="en-US" altLang="zh-CN" dirty="0"/>
              <a:t> take(x); </a:t>
            </a:r>
            <a:r>
              <a:rPr lang="en-US" altLang="zh-CN" dirty="0">
                <a:solidFill>
                  <a:srgbClr val="1C45F4"/>
                </a:solidFill>
              </a:rPr>
              <a:t>:</a:t>
            </a:r>
            <a:endParaRPr lang="zh-CN" altLang="zh-CN" dirty="0">
              <a:solidFill>
                <a:srgbClr val="1C45F4"/>
              </a:solidFill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dirty="0"/>
              <a:t>              </a:t>
            </a:r>
            <a:r>
              <a:rPr lang="zh-CN" altLang="en-US" dirty="0"/>
              <a:t>消费</a:t>
            </a:r>
            <a:r>
              <a:rPr lang="en-US" altLang="zh-CN" dirty="0"/>
              <a:t>x......</a:t>
            </a:r>
            <a:endParaRPr lang="zh-CN" altLang="zh-CN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dirty="0"/>
              <a:t>      }    </a:t>
            </a:r>
            <a:endParaRPr lang="zh-CN" altLang="zh-CN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dirty="0"/>
              <a:t>}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D62C9-19E6-2CAB-1767-75B0D176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205" y="255530"/>
            <a:ext cx="5668948" cy="705600"/>
          </a:xfrm>
        </p:spPr>
        <p:txBody>
          <a:bodyPr>
            <a:normAutofit/>
          </a:bodyPr>
          <a:lstStyle/>
          <a:p>
            <a:r>
              <a:rPr lang="zh-CN" altLang="en-US" dirty="0"/>
              <a:t>支持管程的编程语言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44E561-A8DA-3DDF-F017-1064834E0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1227455"/>
            <a:ext cx="10700801" cy="4069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Java</a:t>
            </a:r>
            <a:r>
              <a:rPr lang="zh-CN" altLang="en-US" dirty="0"/>
              <a:t>：</a:t>
            </a:r>
            <a:r>
              <a:rPr lang="en-US" altLang="zh-CN" dirty="0"/>
              <a:t>synchronized </a:t>
            </a:r>
            <a:r>
              <a:rPr lang="zh-CN" altLang="en-US" dirty="0"/>
              <a:t>方法和代码块，结合 </a:t>
            </a:r>
            <a:r>
              <a:rPr lang="en-US" altLang="zh-CN" dirty="0"/>
              <a:t>wait()/notify()</a:t>
            </a:r>
            <a:r>
              <a:rPr lang="zh-CN" altLang="en-US" dirty="0"/>
              <a:t>，构成了管程。</a:t>
            </a:r>
            <a:r>
              <a:rPr lang="en-US" altLang="zh-CN" b="1" dirty="0"/>
              <a:t>C#</a:t>
            </a:r>
            <a:r>
              <a:rPr lang="zh-CN" altLang="en-US" dirty="0"/>
              <a:t>：使用 </a:t>
            </a:r>
            <a:r>
              <a:rPr lang="en-US" altLang="zh-CN" dirty="0"/>
              <a:t>lock </a:t>
            </a:r>
            <a:r>
              <a:rPr lang="zh-CN" altLang="en-US" dirty="0"/>
              <a:t>语句实现互斥，条件变量通过 </a:t>
            </a:r>
            <a:r>
              <a:rPr lang="en-US" altLang="zh-CN" dirty="0"/>
              <a:t>Monitor </a:t>
            </a:r>
            <a:r>
              <a:rPr lang="zh-CN" altLang="en-US" dirty="0"/>
              <a:t>类的静态方法 </a:t>
            </a:r>
            <a:r>
              <a:rPr lang="en-US" altLang="zh-CN" dirty="0"/>
              <a:t>Wait(), Pulse(), </a:t>
            </a:r>
            <a:r>
              <a:rPr lang="en-US" altLang="zh-CN" dirty="0" err="1"/>
              <a:t>PulseAll</a:t>
            </a:r>
            <a:r>
              <a:rPr lang="en-US" altLang="zh-CN" dirty="0"/>
              <a:t>() </a:t>
            </a:r>
            <a:r>
              <a:rPr lang="zh-CN" altLang="en-US" dirty="0"/>
              <a:t>来实现。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Python</a:t>
            </a:r>
            <a:r>
              <a:rPr lang="zh-CN" altLang="en-US" b="1" dirty="0"/>
              <a:t>：</a:t>
            </a:r>
            <a:r>
              <a:rPr lang="zh-CN" altLang="en-US" dirty="0"/>
              <a:t>使用 </a:t>
            </a:r>
            <a:r>
              <a:rPr lang="en-US" altLang="zh-CN" dirty="0"/>
              <a:t>threading </a:t>
            </a:r>
            <a:r>
              <a:rPr lang="zh-CN" altLang="en-US" dirty="0"/>
              <a:t>模块中的 </a:t>
            </a:r>
            <a:r>
              <a:rPr lang="en-US" altLang="zh-CN" dirty="0"/>
              <a:t>Lock </a:t>
            </a:r>
            <a:r>
              <a:rPr lang="zh-CN" altLang="en-US" dirty="0"/>
              <a:t>和 </a:t>
            </a:r>
            <a:r>
              <a:rPr lang="en-US" altLang="zh-CN" dirty="0"/>
              <a:t>Condition </a:t>
            </a:r>
            <a:r>
              <a:rPr lang="zh-CN" altLang="en-US" dirty="0"/>
              <a:t>来构建管程。</a:t>
            </a:r>
          </a:p>
          <a:p>
            <a:pPr marL="0" indent="0">
              <a:buNone/>
            </a:pPr>
            <a:r>
              <a:rPr lang="en-US" altLang="zh-CN" b="1" dirty="0"/>
              <a:t>Go</a:t>
            </a:r>
            <a:r>
              <a:rPr lang="zh-CN" altLang="en-US" dirty="0"/>
              <a:t>：虽然语法不同，但其核心并发原语 </a:t>
            </a:r>
            <a:r>
              <a:rPr lang="en-US" altLang="zh-CN" b="1" dirty="0"/>
              <a:t>Goroutine</a:t>
            </a:r>
            <a:r>
              <a:rPr lang="en-US" altLang="zh-CN" dirty="0"/>
              <a:t> </a:t>
            </a:r>
            <a:r>
              <a:rPr lang="zh-CN" altLang="en-US" dirty="0"/>
              <a:t>和 </a:t>
            </a:r>
            <a:r>
              <a:rPr lang="en-US" altLang="zh-CN" b="1" dirty="0"/>
              <a:t>Channel</a:t>
            </a:r>
            <a:r>
              <a:rPr lang="en-US" altLang="zh-CN" dirty="0"/>
              <a:t> </a:t>
            </a:r>
            <a:r>
              <a:rPr lang="zh-CN" altLang="en-US" dirty="0"/>
              <a:t>的设计哲学深受管程（</a:t>
            </a:r>
            <a:r>
              <a:rPr lang="en-US" altLang="zh-CN" dirty="0"/>
              <a:t>Tony Hoare</a:t>
            </a:r>
            <a:r>
              <a:rPr lang="zh-CN" altLang="en-US" dirty="0"/>
              <a:t>的</a:t>
            </a:r>
            <a:r>
              <a:rPr lang="en-US" altLang="zh-CN" dirty="0"/>
              <a:t>CSP</a:t>
            </a:r>
            <a:r>
              <a:rPr lang="zh-CN" altLang="en-US" dirty="0"/>
              <a:t>理论）影响，可以看作是一种分布式管程。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457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295EE-17D8-B228-8383-3C66DBBFC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2C8560-2244-5BF5-D471-C0BDDC1D7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1849822"/>
            <a:ext cx="10968990" cy="3048000"/>
          </a:xfrm>
        </p:spPr>
        <p:txBody>
          <a:bodyPr/>
          <a:lstStyle/>
          <a:p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下列关于管程的叙述中，错误的是（ ）。</a:t>
            </a:r>
            <a:b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</a:b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A.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管程只能用于实现进程的互斥</a:t>
            </a:r>
            <a:b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</a:b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B.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管程是由编程语言支持的进程同步机制</a:t>
            </a:r>
            <a:b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</a:b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C.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任何时候只能有一个进程在管程中执行</a:t>
            </a:r>
            <a:b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</a:b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D.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管程中定义的变量只能被管程内的过程访问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629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25" y="114300"/>
            <a:ext cx="9387205" cy="705485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3.4  </a:t>
            </a:r>
            <a:r>
              <a:rPr lang="zh-CN" altLang="en-US" sz="4000" dirty="0"/>
              <a:t>进程通信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6325" y="3429000"/>
            <a:ext cx="10763374" cy="2318649"/>
          </a:xfrm>
        </p:spPr>
        <p:txBody>
          <a:bodyPr>
            <a:normAutofit fontScale="77500" lnSpcReduction="20000"/>
          </a:bodyPr>
          <a:lstStyle/>
          <a:p>
            <a:pPr>
              <a:buBlip>
                <a:blip r:embed="rId3"/>
              </a:buBlip>
            </a:pPr>
            <a:r>
              <a:rPr lang="en-US" altLang="zh-CN" sz="3200" dirty="0"/>
              <a:t> </a:t>
            </a:r>
            <a:r>
              <a:rPr lang="en-US" altLang="zh-CN" sz="3200" u="dottedHeavy" dirty="0"/>
              <a:t>3</a:t>
            </a:r>
            <a:r>
              <a:rPr lang="en-US" altLang="zh-CN" sz="3200" u="dottedHeavy" dirty="0">
                <a:solidFill>
                  <a:schemeClr val="tx1"/>
                </a:solidFill>
                <a:uFillTx/>
              </a:rPr>
              <a:t>.4.1  </a:t>
            </a:r>
            <a:r>
              <a:rPr lang="zh-CN" altLang="en-US" sz="3200" u="dottedHeavy" dirty="0"/>
              <a:t>共享存储器系统</a:t>
            </a:r>
            <a:endParaRPr lang="en-US" altLang="zh-CN" sz="3200" u="dottedHeavy" dirty="0"/>
          </a:p>
          <a:p>
            <a:pPr lvl="1">
              <a:buBlip>
                <a:blip r:embed="rId3"/>
              </a:buBlip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DeepSeek-CJK-patch"/>
              </a:rPr>
              <a:t>适用于需要高速数据交换的场景，如科学计算、实时图像处理（例如 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DeepSeek-CJK-patch"/>
              </a:rPr>
              <a:t>GPU 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DeepSeek-CJK-patch"/>
              </a:rPr>
              <a:t>与 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DeepSeek-CJK-patch"/>
              </a:rPr>
              <a:t>CPU 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DeepSeek-CJK-patch"/>
              </a:rPr>
              <a:t>共享显存）</a:t>
            </a:r>
            <a:endParaRPr lang="en-US" altLang="zh-CN" sz="3200" u="dottedHeavy" dirty="0"/>
          </a:p>
          <a:p>
            <a:pPr>
              <a:buBlip>
                <a:blip r:embed="rId3"/>
              </a:buBlip>
            </a:pPr>
            <a:r>
              <a:rPr sz="3200" dirty="0"/>
              <a:t> </a:t>
            </a:r>
            <a:r>
              <a:rPr lang="en-US" sz="3200" u="dottedHeavy" dirty="0"/>
              <a:t>3</a:t>
            </a:r>
            <a:r>
              <a:rPr lang="en-US" altLang="zh-CN" sz="3200" u="dottedHeavy" dirty="0"/>
              <a:t>.4.2  </a:t>
            </a:r>
            <a:r>
              <a:rPr lang="zh-CN" altLang="en-US" sz="3200" u="dottedHeavy" dirty="0"/>
              <a:t>管道通信系统</a:t>
            </a:r>
            <a:endParaRPr lang="en-US" altLang="zh-CN" sz="3200" u="dottedHeavy" dirty="0"/>
          </a:p>
          <a:p>
            <a:pPr>
              <a:buBlip>
                <a:blip r:embed="rId3"/>
              </a:buBlip>
            </a:pPr>
            <a:r>
              <a:rPr lang="en-US" altLang="zh-CN" sz="3200" u="dottedHeavy" dirty="0"/>
              <a:t> 3.4.3  </a:t>
            </a:r>
            <a:r>
              <a:rPr lang="zh-CN" altLang="en-US" sz="3200" u="dottedHeavy" dirty="0"/>
              <a:t>消息传递系统</a:t>
            </a:r>
            <a:endParaRPr lang="en-US" altLang="zh-CN" sz="3200" u="dottedHeavy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E464AC-45CF-4731-99A7-C1FF7D90730C}"/>
              </a:ext>
            </a:extLst>
          </p:cNvPr>
          <p:cNvSpPr txBox="1"/>
          <p:nvPr/>
        </p:nvSpPr>
        <p:spPr>
          <a:xfrm>
            <a:off x="1076325" y="1038673"/>
            <a:ext cx="9193530" cy="1954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</a:rPr>
              <a:t>根据通信内容分：</a:t>
            </a:r>
            <a:endParaRPr lang="en-US" altLang="zh-CN" sz="28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</a:rPr>
              <a:t>进程间控制信息的传递</a:t>
            </a: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</a:rPr>
              <a:t>——</a:t>
            </a: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</a:rPr>
              <a:t>低级通信，如信号量</a:t>
            </a:r>
            <a:endParaRPr lang="en-US" altLang="zh-CN" sz="28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</a:rPr>
              <a:t>进程间大批量数据传送</a:t>
            </a: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</a:rPr>
              <a:t>——</a:t>
            </a: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</a:rPr>
              <a:t>高级通信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728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.4.1  </a:t>
            </a:r>
            <a:r>
              <a:rPr lang="zh-CN" altLang="en-US" dirty="0"/>
              <a:t>共享存储器系统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81306"/>
            <a:ext cx="10968990" cy="5630507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CN" sz="2500" dirty="0"/>
              <a:t>      </a:t>
            </a:r>
            <a:r>
              <a:rPr lang="zh-CN" altLang="zh-CN" sz="2500" dirty="0"/>
              <a:t>共享存储器系统（</a:t>
            </a:r>
            <a:r>
              <a:rPr lang="en-US" altLang="zh-CN" sz="2500" dirty="0"/>
              <a:t>Shared-Memory System</a:t>
            </a:r>
            <a:r>
              <a:rPr lang="zh-CN" altLang="zh-CN" sz="2500" dirty="0"/>
              <a:t>）需要在内存中开辟一个共享的存储空间，供进程之间进行数据传递。两个需要互相交换信息的进程通过对同一共享数据区（</a:t>
            </a:r>
            <a:r>
              <a:rPr lang="en-US" altLang="zh-CN" sz="2500" dirty="0"/>
              <a:t>shared memory </a:t>
            </a:r>
            <a:r>
              <a:rPr lang="zh-CN" altLang="zh-CN" sz="2500" dirty="0"/>
              <a:t>）的操作来达到互相通信的目的，而这个共享数据区是每个互相通信进程的一个组成部分。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638753"/>
              </p:ext>
            </p:extLst>
          </p:nvPr>
        </p:nvGraphicFramePr>
        <p:xfrm>
          <a:off x="3300589" y="3003361"/>
          <a:ext cx="4740811" cy="3608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87746" imgH="2272382" progId="Visio.Drawing.11">
                  <p:embed/>
                </p:oleObj>
              </mc:Choice>
              <mc:Fallback>
                <p:oleObj name="Visio" r:id="rId3" imgW="2987746" imgH="2272382" progId="Visio.Drawing.11">
                  <p:embed/>
                  <p:pic>
                    <p:nvPicPr>
                      <p:cNvPr id="0" name="对象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589" y="3003361"/>
                        <a:ext cx="4740811" cy="3608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F1DBC-8BC8-B134-624D-43DDD2E2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A0FE7-C884-9495-C7E5-1B4F7AD8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819971"/>
            <a:ext cx="10968990" cy="5429700"/>
          </a:xfrm>
        </p:spPr>
        <p:txBody>
          <a:bodyPr>
            <a:normAutofit/>
          </a:bodyPr>
          <a:lstStyle/>
          <a:p>
            <a:pPr marL="0" lvl="0" indent="0" algn="just">
              <a:buNone/>
              <a:tabLst>
                <a:tab pos="270510" algn="l"/>
              </a:tabLst>
            </a:pP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共享存储器系统：消息的通信或传输步骤如下</a:t>
            </a:r>
          </a:p>
          <a:p>
            <a:pPr marL="742950" lvl="1" indent="-285750" algn="just">
              <a:buFont typeface="Wingdings" panose="05000000000000000000" pitchFamily="2" charset="2"/>
              <a:buChar char=""/>
              <a:tabLst>
                <a:tab pos="914400" algn="l"/>
              </a:tabLst>
            </a:pPr>
            <a:r>
              <a:rPr lang="zh-CN" altLang="zh-CN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申请共享存储区块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：进程通信之前先向系统申请共享存储区中的一个区块，并为它指定一个区块关键字。若该区块已分配给了其它进程，则将该区块的关键字返回给该进程；</a:t>
            </a:r>
          </a:p>
          <a:p>
            <a:pPr marL="742950" lvl="1" indent="-285750" algn="just">
              <a:buFont typeface="Wingdings" panose="05000000000000000000" pitchFamily="2" charset="2"/>
              <a:buChar char=""/>
              <a:tabLst>
                <a:tab pos="914400" algn="l"/>
              </a:tabLst>
            </a:pPr>
            <a:r>
              <a:rPr lang="zh-CN" altLang="zh-CN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合并分配的存储区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：申请进程把获得的共享存储区的区块链接到本进程上；</a:t>
            </a:r>
          </a:p>
          <a:p>
            <a:pPr marL="742950" lvl="1" indent="-285750" algn="just">
              <a:buFont typeface="Wingdings" panose="05000000000000000000" pitchFamily="2" charset="2"/>
              <a:buChar char=""/>
              <a:tabLst>
                <a:tab pos="914400" algn="l"/>
              </a:tabLst>
            </a:pPr>
            <a:r>
              <a:rPr lang="zh-CN" altLang="zh-CN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读写公用存储区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：进程可以像读写普通存储器一样，读、写这一共享的存储区块，实现信息的传递。</a:t>
            </a:r>
          </a:p>
          <a:p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6885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933CE9-A009-B3AD-C852-5C4D681CD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共享存储器系统的特点：</a:t>
            </a:r>
          </a:p>
          <a:p>
            <a:pPr marL="742950" lvl="1" indent="-285750" algn="just">
              <a:buFont typeface="Wingdings" panose="05000000000000000000" pitchFamily="2" charset="2"/>
              <a:buChar char=""/>
              <a:tabLst>
                <a:tab pos="914400" algn="l"/>
              </a:tabLst>
            </a:pP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通过将共享的存储区块直接附加到进程的虚拟地址空间中来实现的；</a:t>
            </a:r>
          </a:p>
          <a:p>
            <a:pPr marL="742950" lvl="1" indent="-285750" algn="just">
              <a:buFont typeface="Wingdings" panose="05000000000000000000" pitchFamily="2" charset="2"/>
              <a:buChar char=""/>
              <a:tabLst>
                <a:tab pos="914400" algn="l"/>
              </a:tabLst>
            </a:pP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通信进程之间读写操作需利用同步机制解决；</a:t>
            </a:r>
          </a:p>
          <a:p>
            <a:pPr marL="742950" lvl="1" indent="-285750" algn="just">
              <a:buFont typeface="Wingdings" panose="05000000000000000000" pitchFamily="2" charset="2"/>
              <a:buChar char=""/>
              <a:tabLst>
                <a:tab pos="914400" algn="l"/>
              </a:tabLst>
            </a:pP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该方式只适用于同一个计算机系统中的进程通信，不适合网络通信</a:t>
            </a:r>
          </a:p>
          <a:p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31190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.4.2  </a:t>
            </a:r>
            <a:r>
              <a:rPr lang="zh-CN" altLang="en-US" dirty="0"/>
              <a:t>管道通信系统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7875" y="1134736"/>
            <a:ext cx="10968990" cy="3282885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所谓</a:t>
            </a:r>
            <a:r>
              <a:rPr lang="en-US" altLang="zh-CN" b="1" dirty="0"/>
              <a:t>“</a:t>
            </a:r>
            <a:r>
              <a:rPr lang="zh-CN" altLang="zh-CN" b="1" dirty="0"/>
              <a:t>管道</a:t>
            </a:r>
            <a:r>
              <a:rPr lang="en-US" altLang="zh-CN" b="1" dirty="0"/>
              <a:t>”</a:t>
            </a:r>
            <a:r>
              <a:rPr lang="zh-CN" altLang="zh-CN" dirty="0"/>
              <a:t>，是指用于连接一个读进程和一个写进程以实现他们之间数据通信的</a:t>
            </a:r>
            <a:r>
              <a:rPr lang="zh-CN" altLang="zh-CN" dirty="0">
                <a:solidFill>
                  <a:srgbClr val="FF0000"/>
                </a:solidFill>
              </a:rPr>
              <a:t>一个共享文件，又名</a:t>
            </a:r>
            <a:r>
              <a:rPr lang="en-US" altLang="zh-CN" dirty="0">
                <a:solidFill>
                  <a:srgbClr val="FF0000"/>
                </a:solidFill>
              </a:rPr>
              <a:t>pipe</a:t>
            </a:r>
            <a:r>
              <a:rPr lang="zh-CN" altLang="zh-CN" dirty="0">
                <a:solidFill>
                  <a:srgbClr val="FF0000"/>
                </a:solidFill>
              </a:rPr>
              <a:t>文件</a:t>
            </a:r>
            <a:r>
              <a:rPr lang="zh-CN" altLang="zh-CN" dirty="0"/>
              <a:t>。</a:t>
            </a:r>
            <a:r>
              <a:rPr lang="en-US" altLang="zh-CN" dirty="0"/>
              <a:t> </a:t>
            </a:r>
            <a:r>
              <a:rPr lang="zh-CN" altLang="zh-CN" dirty="0"/>
              <a:t>利用管道进行通信的方式被称为</a:t>
            </a:r>
            <a:r>
              <a:rPr lang="zh-CN" altLang="zh-CN" b="1" dirty="0"/>
              <a:t>管道通信</a:t>
            </a:r>
            <a:r>
              <a:rPr lang="zh-CN" altLang="zh-CN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在该方式中，向管道提供输入的发送进程</a:t>
            </a:r>
            <a:r>
              <a:rPr lang="en-US" altLang="zh-CN" dirty="0"/>
              <a:t>(</a:t>
            </a:r>
            <a:r>
              <a:rPr lang="zh-CN" altLang="zh-CN" dirty="0"/>
              <a:t>即写进程</a:t>
            </a:r>
            <a:r>
              <a:rPr lang="en-US" altLang="zh-CN" dirty="0"/>
              <a:t>)</a:t>
            </a:r>
            <a:r>
              <a:rPr lang="zh-CN" altLang="zh-CN" dirty="0"/>
              <a:t>，以字符流的形式将大量的数据写入管道；而接收管道输出的接收进程</a:t>
            </a:r>
            <a:r>
              <a:rPr lang="en-US" altLang="zh-CN" dirty="0"/>
              <a:t>(</a:t>
            </a:r>
            <a:r>
              <a:rPr lang="zh-CN" altLang="zh-CN" dirty="0"/>
              <a:t>即读进程</a:t>
            </a:r>
            <a:r>
              <a:rPr lang="en-US" altLang="zh-CN" dirty="0"/>
              <a:t>)</a:t>
            </a:r>
            <a:r>
              <a:rPr lang="zh-CN" altLang="zh-CN" dirty="0"/>
              <a:t>，则从管道中读取数据。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BADDA6-DCD5-CFC5-6835-752771244EFF}"/>
              </a:ext>
            </a:extLst>
          </p:cNvPr>
          <p:cNvSpPr txBox="1"/>
          <p:nvPr/>
        </p:nvSpPr>
        <p:spPr>
          <a:xfrm>
            <a:off x="725135" y="4298868"/>
            <a:ext cx="10741730" cy="102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匿名管道（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Anonymous Pipe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）：仅用于有亲缘关系的进程（如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Unix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|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操作符）。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命名管道（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Named Pipe/FIFO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）：通过文件系统路径标识，允许无亲缘关系进程通信。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087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AC7D5-16EE-49DA-80B2-E8493EBAA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82" y="1650250"/>
            <a:ext cx="10611011" cy="313522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   </a:t>
            </a:r>
            <a:r>
              <a:rPr lang="zh-CN" altLang="zh-CN" sz="2800" dirty="0"/>
              <a:t>最简单的一种管道，可能是批处理命令中使用管道符号</a:t>
            </a:r>
            <a:r>
              <a:rPr lang="en-US" altLang="zh-CN" sz="2800" dirty="0"/>
              <a:t>“|”</a:t>
            </a:r>
            <a:r>
              <a:rPr lang="zh-CN" altLang="zh-CN" sz="2800" dirty="0"/>
              <a:t>建立的那种。例如：</a:t>
            </a:r>
            <a:r>
              <a:rPr lang="en-US" altLang="zh-CN" sz="2800" dirty="0"/>
              <a:t>   </a:t>
            </a:r>
            <a:r>
              <a:rPr lang="en-US" altLang="zh-CN" sz="2800" dirty="0" err="1"/>
              <a:t>who|sort</a:t>
            </a:r>
            <a:endParaRPr lang="zh-CN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   who</a:t>
            </a:r>
            <a:r>
              <a:rPr lang="zh-CN" altLang="zh-CN" sz="2800" dirty="0"/>
              <a:t>的输出数据经管道传递给</a:t>
            </a:r>
            <a:r>
              <a:rPr lang="en-US" altLang="zh-CN" sz="2800" dirty="0"/>
              <a:t>sort</a:t>
            </a:r>
            <a:r>
              <a:rPr lang="zh-CN" altLang="zh-CN" sz="2800" dirty="0"/>
              <a:t>作为输入。这样，一个管道连接了两个命令，形成了一个管道行，数据流从左向右呈</a:t>
            </a:r>
            <a:r>
              <a:rPr lang="zh-CN" altLang="zh-CN" sz="2800" dirty="0">
                <a:solidFill>
                  <a:srgbClr val="FF0000"/>
                </a:solidFill>
              </a:rPr>
              <a:t>单向流动</a:t>
            </a:r>
            <a:r>
              <a:rPr lang="zh-CN" altLang="zh-CN" sz="2800" dirty="0"/>
              <a:t>。</a:t>
            </a:r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5749BEA-47EF-4459-B418-B51B962D0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5" y="114300"/>
            <a:ext cx="10007600" cy="706438"/>
          </a:xfrm>
        </p:spPr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.4.2  </a:t>
            </a:r>
            <a:r>
              <a:rPr lang="zh-CN" altLang="en-US" dirty="0"/>
              <a:t>管道通信系统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7D82E5-41DF-24DD-B5C1-B2A6D64FC586}"/>
              </a:ext>
            </a:extLst>
          </p:cNvPr>
          <p:cNvSpPr txBox="1"/>
          <p:nvPr/>
        </p:nvSpPr>
        <p:spPr>
          <a:xfrm>
            <a:off x="1529750" y="4785475"/>
            <a:ext cx="9908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404040"/>
                </a:solidFill>
                <a:effectLst/>
                <a:latin typeface="DeepSeek-CJK-patch"/>
              </a:rPr>
              <a:t>管道实现的是单向通信，双向通信需创建两个管道。</a:t>
            </a:r>
          </a:p>
        </p:txBody>
      </p:sp>
    </p:spTree>
    <p:extLst>
      <p:ext uri="{BB962C8B-B14F-4D97-AF65-F5344CB8AC3E}">
        <p14:creationId xmlns:p14="http://schemas.microsoft.com/office/powerpoint/2010/main" val="179020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10250-7F78-A944-460A-077D9C376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276" y="837162"/>
            <a:ext cx="6980354" cy="564364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sz="3200" dirty="0"/>
              <a:t>创建管道：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dirty="0"/>
              <a:t>   	int </a:t>
            </a:r>
            <a:r>
              <a:rPr lang="en-US" altLang="zh-CN" dirty="0" err="1"/>
              <a:t>fd</a:t>
            </a:r>
            <a:r>
              <a:rPr lang="en-US" altLang="zh-CN" dirty="0"/>
              <a:t> [2];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	 </a:t>
            </a:r>
            <a:r>
              <a:rPr lang="en-US" altLang="zh-CN" dirty="0">
                <a:solidFill>
                  <a:srgbClr val="0000FF"/>
                </a:solidFill>
              </a:rPr>
              <a:t>pipe (</a:t>
            </a:r>
            <a:r>
              <a:rPr lang="en-US" altLang="zh-CN" dirty="0" err="1">
                <a:solidFill>
                  <a:srgbClr val="0000FF"/>
                </a:solidFill>
              </a:rPr>
              <a:t>fd</a:t>
            </a:r>
            <a:r>
              <a:rPr lang="en-US" altLang="zh-CN" dirty="0">
                <a:solidFill>
                  <a:srgbClr val="0000FF"/>
                </a:solidFill>
              </a:rPr>
              <a:t>);</a:t>
            </a:r>
          </a:p>
          <a:p>
            <a:pPr marL="0" indent="0">
              <a:buNone/>
            </a:pPr>
            <a:endParaRPr lang="zh-CN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sz="3200" dirty="0"/>
              <a:t>写：</a:t>
            </a:r>
            <a:r>
              <a:rPr lang="en-US" altLang="zh-CN" sz="3200" dirty="0"/>
              <a:t>	</a:t>
            </a:r>
            <a:r>
              <a:rPr lang="en-US" altLang="zh-CN" dirty="0"/>
              <a:t>char </a:t>
            </a:r>
            <a:r>
              <a:rPr lang="en-US" altLang="zh-CN" dirty="0" err="1"/>
              <a:t>bufw</a:t>
            </a:r>
            <a:r>
              <a:rPr lang="en-US" altLang="zh-CN" dirty="0"/>
              <a:t>[] = "Hello, world";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00FF"/>
                </a:solidFill>
              </a:rPr>
              <a:t>write(</a:t>
            </a:r>
            <a:r>
              <a:rPr lang="en-US" altLang="zh-CN" dirty="0" err="1">
                <a:solidFill>
                  <a:srgbClr val="0000FF"/>
                </a:solidFill>
              </a:rPr>
              <a:t>fd</a:t>
            </a:r>
            <a:r>
              <a:rPr lang="en-US" altLang="zh-CN" dirty="0">
                <a:solidFill>
                  <a:srgbClr val="0000FF"/>
                </a:solidFill>
              </a:rPr>
              <a:t>[1], </a:t>
            </a:r>
            <a:r>
              <a:rPr lang="en-US" altLang="zh-CN" dirty="0" err="1">
                <a:solidFill>
                  <a:srgbClr val="0000FF"/>
                </a:solidFill>
              </a:rPr>
              <a:t>bufw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dirty="0" err="1">
                <a:solidFill>
                  <a:srgbClr val="0000FF"/>
                </a:solidFill>
              </a:rPr>
              <a:t>strlen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dirty="0" err="1">
                <a:solidFill>
                  <a:srgbClr val="0000FF"/>
                </a:solidFill>
              </a:rPr>
              <a:t>bufw</a:t>
            </a:r>
            <a:r>
              <a:rPr lang="en-US" altLang="zh-CN" dirty="0">
                <a:solidFill>
                  <a:srgbClr val="0000FF"/>
                </a:solidFill>
              </a:rPr>
              <a:t>));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en-US" altLang="zh-CN" dirty="0" err="1"/>
              <a:t>Writebuf</a:t>
            </a:r>
            <a:r>
              <a:rPr lang="en-US" altLang="zh-CN" dirty="0"/>
              <a:t>: %s\n", </a:t>
            </a:r>
            <a:r>
              <a:rPr lang="en-US" altLang="zh-CN" dirty="0" err="1"/>
              <a:t>bufw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200" dirty="0"/>
              <a:t>读：</a:t>
            </a:r>
            <a:r>
              <a:rPr lang="en-US" altLang="zh-CN" sz="3200" dirty="0"/>
              <a:t>	</a:t>
            </a:r>
            <a:r>
              <a:rPr lang="en-US" altLang="zh-CN" dirty="0"/>
              <a:t>char </a:t>
            </a:r>
            <a:r>
              <a:rPr lang="en-US" altLang="zh-CN" dirty="0" err="1"/>
              <a:t>bufr</a:t>
            </a:r>
            <a:r>
              <a:rPr lang="en-US" altLang="zh-CN" dirty="0"/>
              <a:t>[l00];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00FF"/>
                </a:solidFill>
              </a:rPr>
              <a:t>read(</a:t>
            </a:r>
            <a:r>
              <a:rPr lang="en-US" altLang="zh-CN" dirty="0" err="1">
                <a:solidFill>
                  <a:srgbClr val="0000FF"/>
                </a:solidFill>
              </a:rPr>
              <a:t>fd</a:t>
            </a:r>
            <a:r>
              <a:rPr lang="en-US" altLang="zh-CN" dirty="0">
                <a:solidFill>
                  <a:srgbClr val="0000FF"/>
                </a:solidFill>
              </a:rPr>
              <a:t>[0]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 err="1">
                <a:solidFill>
                  <a:srgbClr val="0000FF"/>
                </a:solidFill>
              </a:rPr>
              <a:t>bufr</a:t>
            </a:r>
            <a:r>
              <a:rPr lang="zh-CN" altLang="en-US" dirty="0">
                <a:solidFill>
                  <a:srgbClr val="0000FF"/>
                </a:solidFill>
              </a:rPr>
              <a:t>， </a:t>
            </a:r>
            <a:r>
              <a:rPr lang="en-US" altLang="zh-CN" dirty="0">
                <a:solidFill>
                  <a:srgbClr val="0000FF"/>
                </a:solidFill>
              </a:rPr>
              <a:t>100);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en-US" altLang="zh-CN" dirty="0" err="1"/>
              <a:t>Readbuf</a:t>
            </a:r>
            <a:r>
              <a:rPr lang="en-US" altLang="zh-CN" dirty="0"/>
              <a:t>: %s\n"</a:t>
            </a:r>
            <a:r>
              <a:rPr lang="zh-CN" altLang="en-US" dirty="0"/>
              <a:t>， </a:t>
            </a:r>
            <a:r>
              <a:rPr lang="en-US" altLang="zh-CN" dirty="0" err="1"/>
              <a:t>bufr</a:t>
            </a:r>
            <a:r>
              <a:rPr lang="en-US" altLang="zh-CN" dirty="0"/>
              <a:t>);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40F3BF-CCA5-123D-918D-2E3501A2D26B}"/>
              </a:ext>
            </a:extLst>
          </p:cNvPr>
          <p:cNvSpPr txBox="1"/>
          <p:nvPr/>
        </p:nvSpPr>
        <p:spPr>
          <a:xfrm>
            <a:off x="6743700" y="851364"/>
            <a:ext cx="3851910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/>
              <a:t>if (pipe(</a:t>
            </a:r>
            <a:r>
              <a:rPr lang="en-US" altLang="zh-CN" sz="2000" dirty="0" err="1"/>
              <a:t>fd</a:t>
            </a:r>
            <a:r>
              <a:rPr lang="en-US" altLang="zh-CN" sz="2000" dirty="0"/>
              <a:t>) == -1) {        </a:t>
            </a:r>
            <a:r>
              <a:rPr lang="en-US" altLang="zh-CN" sz="2000" dirty="0" err="1"/>
              <a:t>perror</a:t>
            </a:r>
            <a:r>
              <a:rPr lang="en-US" altLang="zh-CN" sz="2000" dirty="0"/>
              <a:t>("pipe");        </a:t>
            </a:r>
          </a:p>
          <a:p>
            <a:r>
              <a:rPr lang="en-US" altLang="zh-CN" sz="2000" dirty="0"/>
              <a:t>         return EXIT_FAILURE;   </a:t>
            </a:r>
          </a:p>
          <a:p>
            <a:r>
              <a:rPr lang="en-US" altLang="zh-CN" sz="2000" dirty="0"/>
              <a:t> 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8471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+mn-ea"/>
              </a:rPr>
              <a:t>.4.3  </a:t>
            </a:r>
            <a:r>
              <a:rPr lang="zh-CN" altLang="en-US" dirty="0"/>
              <a:t>消息传递系统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70156"/>
            <a:ext cx="10968990" cy="4100608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在消息传递系统中，进程间的数据交换是以格式化的消息</a:t>
            </a:r>
            <a:r>
              <a:rPr lang="en-US" altLang="zh-CN" dirty="0"/>
              <a:t>(message)</a:t>
            </a:r>
            <a:r>
              <a:rPr lang="zh-CN" altLang="zh-CN" dirty="0"/>
              <a:t>为单位的；在计算机网络中，</a:t>
            </a:r>
            <a:r>
              <a:rPr lang="en-US" altLang="zh-CN" dirty="0"/>
              <a:t> message</a:t>
            </a:r>
            <a:r>
              <a:rPr lang="zh-CN" altLang="zh-CN" dirty="0"/>
              <a:t>又称为报文。</a:t>
            </a:r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消息传递中的管理机制由操作系统提供，程序员可以直接利用系统提供的一组通信原语进行通信。主要有以下两个原语：</a:t>
            </a:r>
          </a:p>
          <a:p>
            <a:r>
              <a:rPr lang="zh-CN" altLang="zh-CN" b="1" dirty="0"/>
              <a:t>发送原语：</a:t>
            </a:r>
            <a:r>
              <a:rPr lang="en-US" altLang="zh-CN" dirty="0"/>
              <a:t>send(destination, message)</a:t>
            </a:r>
            <a:r>
              <a:rPr lang="zh-CN" altLang="zh-CN" dirty="0"/>
              <a:t>，其中，</a:t>
            </a:r>
            <a:r>
              <a:rPr lang="en-US" altLang="zh-CN" dirty="0"/>
              <a:t>destination</a:t>
            </a:r>
            <a:r>
              <a:rPr lang="zh-CN" altLang="zh-CN" dirty="0"/>
              <a:t>为消息的目的地（接收进程名）。该原语表示发送消息到进程</a:t>
            </a:r>
            <a:r>
              <a:rPr lang="en-US" altLang="zh-CN" dirty="0"/>
              <a:t>destination</a:t>
            </a:r>
            <a:r>
              <a:rPr lang="zh-CN" altLang="zh-CN" dirty="0"/>
              <a:t>。</a:t>
            </a:r>
          </a:p>
          <a:p>
            <a:r>
              <a:rPr lang="zh-CN" altLang="zh-CN" b="1" dirty="0"/>
              <a:t>接收原语：</a:t>
            </a:r>
            <a:r>
              <a:rPr lang="en-US" altLang="zh-CN" dirty="0"/>
              <a:t>receive(source, message)</a:t>
            </a:r>
            <a:r>
              <a:rPr lang="zh-CN" altLang="zh-CN" dirty="0"/>
              <a:t>，其中，</a:t>
            </a:r>
            <a:r>
              <a:rPr lang="en-US" altLang="zh-CN" dirty="0"/>
              <a:t>source</a:t>
            </a:r>
            <a:r>
              <a:rPr lang="zh-CN" altLang="zh-CN" dirty="0"/>
              <a:t>是消息发出地（发送进程名）。该原语表示从进程</a:t>
            </a:r>
            <a:r>
              <a:rPr lang="en-US" altLang="zh-CN" dirty="0"/>
              <a:t>source</a:t>
            </a:r>
            <a:r>
              <a:rPr lang="zh-CN" altLang="zh-CN" dirty="0"/>
              <a:t>接收消息。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AF05DA-D84F-9DC7-A58A-F7C529BCAA53}"/>
              </a:ext>
            </a:extLst>
          </p:cNvPr>
          <p:cNvSpPr txBox="1"/>
          <p:nvPr/>
        </p:nvSpPr>
        <p:spPr>
          <a:xfrm>
            <a:off x="884976" y="5220950"/>
            <a:ext cx="10692344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0070C0"/>
                </a:solidFill>
                <a:effectLst/>
                <a:latin typeface="Inter"/>
              </a:rPr>
              <a:t>使用场景：</a:t>
            </a:r>
            <a:endParaRPr lang="en-US" altLang="zh-CN" b="1" i="0" dirty="0">
              <a:solidFill>
                <a:srgbClr val="0070C0"/>
              </a:solidFill>
              <a:effectLst/>
              <a:latin typeface="Inter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0070C0"/>
                </a:solidFill>
                <a:effectLst/>
                <a:latin typeface="Inter"/>
              </a:rPr>
              <a:t>例如，在一个电商系统中，订单生成服务可以将消息发送到消息队列，库存管理服务和物流服务等可以从队列中获取消息并进行相应处理。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668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en-US" altLang="zh-CN" dirty="0">
                <a:sym typeface="+mn-ea"/>
              </a:rPr>
              <a:t>  </a:t>
            </a:r>
            <a:r>
              <a:rPr lang="zh-CN" altLang="en-US" dirty="0"/>
              <a:t>直接通信方式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22871"/>
            <a:ext cx="10968990" cy="4709577"/>
          </a:xfrm>
        </p:spPr>
        <p:txBody>
          <a:bodyPr>
            <a:normAutofit fontScale="97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   </a:t>
            </a:r>
            <a:r>
              <a:rPr lang="zh-CN" altLang="zh-CN" sz="2800" dirty="0"/>
              <a:t>这是指发送进程利用</a:t>
            </a:r>
            <a:r>
              <a:rPr lang="en-US" altLang="zh-CN" sz="2800" dirty="0"/>
              <a:t>OS</a:t>
            </a:r>
            <a:r>
              <a:rPr lang="zh-CN" altLang="zh-CN" sz="2800" dirty="0"/>
              <a:t>所提供的发送命令，</a:t>
            </a:r>
            <a:r>
              <a:rPr lang="zh-CN" altLang="zh-CN" sz="2800" dirty="0">
                <a:solidFill>
                  <a:srgbClr val="FF0000"/>
                </a:solidFill>
              </a:rPr>
              <a:t>直接把消息发送给目标进程</a:t>
            </a:r>
            <a:r>
              <a:rPr lang="zh-CN" altLang="zh-CN" sz="2800" dirty="0"/>
              <a:t>。此时，要求发送进程和接收进程都以显式方式提供对方的标识符。通常，系统提供下述两条通信命令</a:t>
            </a:r>
            <a:r>
              <a:rPr lang="en-US" altLang="zh-CN" sz="2800" dirty="0"/>
              <a:t>(</a:t>
            </a:r>
            <a:r>
              <a:rPr lang="zh-CN" altLang="zh-CN" sz="2800" dirty="0"/>
              <a:t>原语</a:t>
            </a:r>
            <a:r>
              <a:rPr lang="en-US" altLang="zh-CN" sz="2800" dirty="0"/>
              <a:t>)</a:t>
            </a:r>
            <a:r>
              <a:rPr lang="zh-CN" altLang="zh-CN" sz="2800" dirty="0"/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Send(Receiver, message); </a:t>
            </a:r>
            <a:r>
              <a:rPr lang="zh-CN" altLang="zh-CN" sz="2800" dirty="0"/>
              <a:t>发送一个消息给接收进程；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Receive(Sender, message); </a:t>
            </a:r>
            <a:r>
              <a:rPr lang="zh-CN" altLang="zh-CN" sz="2800" dirty="0"/>
              <a:t>接收</a:t>
            </a:r>
            <a:r>
              <a:rPr lang="en-US" altLang="zh-CN" sz="2800" dirty="0"/>
              <a:t>Sender</a:t>
            </a:r>
            <a:r>
              <a:rPr lang="zh-CN" altLang="zh-CN" sz="2800" dirty="0"/>
              <a:t>发来的消息；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489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利用直接通信原语解决生产者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359" y="1106684"/>
            <a:ext cx="10884975" cy="50222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2200" dirty="0"/>
              <a:t>当生产者生产出一个产品</a:t>
            </a:r>
            <a:r>
              <a:rPr lang="en-US" altLang="zh-CN" sz="2200" dirty="0"/>
              <a:t>(</a:t>
            </a:r>
            <a:r>
              <a:rPr lang="zh-CN" altLang="zh-CN" sz="2200" dirty="0"/>
              <a:t>消息</a:t>
            </a:r>
            <a:r>
              <a:rPr lang="en-US" altLang="zh-CN" sz="2200" dirty="0"/>
              <a:t>)</a:t>
            </a:r>
            <a:r>
              <a:rPr lang="zh-CN" altLang="zh-CN" sz="2200" dirty="0"/>
              <a:t>后，便用</a:t>
            </a:r>
            <a:r>
              <a:rPr lang="en-US" altLang="zh-CN" sz="2200" dirty="0"/>
              <a:t>Send</a:t>
            </a:r>
            <a:r>
              <a:rPr lang="zh-CN" altLang="zh-CN" sz="2200" dirty="0"/>
              <a:t>原语将消息发送给消费者进程；而消费者进程则利用</a:t>
            </a:r>
            <a:r>
              <a:rPr lang="en-US" altLang="zh-CN" sz="2200" dirty="0"/>
              <a:t>Receive</a:t>
            </a:r>
            <a:r>
              <a:rPr lang="zh-CN" altLang="zh-CN" sz="2200" dirty="0"/>
              <a:t>原语来得到一个消息。如果消息尚未生产出来，消费者必须等待，直至生产者进程将消息发送过来。生产者</a:t>
            </a:r>
            <a:r>
              <a:rPr lang="en-US" altLang="zh-CN" sz="2200" dirty="0"/>
              <a:t>-</a:t>
            </a:r>
            <a:r>
              <a:rPr lang="zh-CN" altLang="zh-CN" sz="2200" dirty="0"/>
              <a:t>消费者的通信过程可分别描述如下：</a:t>
            </a:r>
            <a:r>
              <a:rPr lang="en-US" altLang="zh-CN" sz="2200" b="1" dirty="0"/>
              <a:t> 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dirty="0"/>
              <a:t>void producer(  )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dirty="0"/>
              <a:t> {	do{    …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dirty="0"/>
              <a:t>                produce an item in </a:t>
            </a:r>
            <a:r>
              <a:rPr lang="en-US" altLang="zh-CN" sz="2200" dirty="0" err="1"/>
              <a:t>nextp</a:t>
            </a:r>
            <a:r>
              <a:rPr lang="zh-CN" altLang="en-US" sz="2200" dirty="0"/>
              <a:t>；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dirty="0"/>
              <a:t>                send(consumer, </a:t>
            </a:r>
            <a:r>
              <a:rPr lang="en-US" altLang="zh-CN" sz="2200" dirty="0" err="1"/>
              <a:t>nextp</a:t>
            </a:r>
            <a:r>
              <a:rPr lang="en-US" altLang="zh-CN" sz="2200" dirty="0"/>
              <a:t>)</a:t>
            </a:r>
            <a:r>
              <a:rPr lang="zh-CN" altLang="en-US" sz="2200" dirty="0"/>
              <a:t>；</a:t>
            </a:r>
            <a:endParaRPr lang="en-US" altLang="zh-CN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dirty="0"/>
              <a:t>              }while (true);</a:t>
            </a:r>
            <a:endParaRPr lang="zh-CN" altLang="zh-CN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dirty="0"/>
              <a:t>   }</a:t>
            </a:r>
            <a:endParaRPr lang="zh-CN" altLang="zh-CN" sz="2200" dirty="0"/>
          </a:p>
          <a:p>
            <a:pPr>
              <a:lnSpc>
                <a:spcPct val="100000"/>
              </a:lnSpc>
            </a:pP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6278429" y="3214737"/>
            <a:ext cx="5711483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buClr>
                <a:srgbClr val="2094CE"/>
              </a:buClr>
              <a:buSzPct val="80000"/>
            </a:pPr>
            <a:r>
              <a:rPr lang="en-US" altLang="zh-CN" sz="2200" spc="150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void consumer(  )</a:t>
            </a:r>
            <a:endParaRPr lang="zh-CN" altLang="zh-CN" sz="2200" spc="150" noProof="1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spcAft>
                <a:spcPts val="1000"/>
              </a:spcAft>
              <a:buClr>
                <a:srgbClr val="2094CE"/>
              </a:buClr>
              <a:buSzPct val="80000"/>
            </a:pPr>
            <a:r>
              <a:rPr lang="en-US" altLang="zh-CN" sz="2200" spc="150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{    do{       …</a:t>
            </a:r>
            <a:endParaRPr lang="zh-CN" altLang="zh-CN" sz="2200" spc="150" noProof="1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spcAft>
                <a:spcPts val="1000"/>
              </a:spcAft>
              <a:buClr>
                <a:srgbClr val="2094CE"/>
              </a:buClr>
              <a:buSzPct val="80000"/>
            </a:pPr>
            <a:r>
              <a:rPr lang="en-US" altLang="zh-CN" sz="2200" spc="150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receive(producer, nextc);</a:t>
            </a:r>
            <a:endParaRPr lang="zh-CN" altLang="zh-CN" sz="2200" spc="150" noProof="1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spcAft>
                <a:spcPts val="1000"/>
              </a:spcAft>
              <a:buClr>
                <a:srgbClr val="2094CE"/>
              </a:buClr>
              <a:buSzPct val="80000"/>
            </a:pPr>
            <a:r>
              <a:rPr lang="en-US" altLang="zh-CN" sz="2200" spc="150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     consume the item in nextc;</a:t>
            </a:r>
            <a:endParaRPr lang="zh-CN" altLang="zh-CN" sz="2200" spc="150" noProof="1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spcAft>
                <a:spcPts val="1000"/>
              </a:spcAft>
              <a:buClr>
                <a:srgbClr val="2094CE"/>
              </a:buClr>
              <a:buSzPct val="80000"/>
            </a:pPr>
            <a:r>
              <a:rPr lang="en-US" altLang="zh-CN" sz="2200" spc="150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}while (true); </a:t>
            </a:r>
            <a:endParaRPr lang="zh-CN" altLang="zh-CN" sz="2200" spc="150" noProof="1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spcAft>
                <a:spcPts val="1000"/>
              </a:spcAft>
              <a:buClr>
                <a:srgbClr val="2094CE"/>
              </a:buClr>
              <a:buSzPct val="80000"/>
            </a:pPr>
            <a:r>
              <a:rPr lang="en-US" altLang="zh-CN" sz="2200" spc="150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}</a:t>
            </a:r>
            <a:endParaRPr lang="zh-CN" altLang="zh-CN" sz="2200" spc="150" noProof="1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866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 </a:t>
            </a:r>
            <a:r>
              <a:rPr lang="zh-CN" altLang="en-US" dirty="0"/>
              <a:t>间接通信方式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29" y="1114911"/>
            <a:ext cx="10884975" cy="50222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通过共享的数据结构作为</a:t>
            </a:r>
            <a:r>
              <a:rPr lang="zh-CN" altLang="zh-CN" dirty="0">
                <a:solidFill>
                  <a:srgbClr val="FF0000"/>
                </a:solidFill>
              </a:rPr>
              <a:t>中间实体来暂存发送进程发送给目标进程的消息</a:t>
            </a:r>
            <a:r>
              <a:rPr lang="zh-CN" altLang="zh-CN" dirty="0"/>
              <a:t>。该中间实体称为信箱，接收进程从中取出对方发送给自己的消息。</a:t>
            </a:r>
            <a:r>
              <a:rPr lang="en-US" altLang="zh-CN" dirty="0"/>
              <a:t>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系统提供了若干条原语用于信箱通信，如下所示：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）信箱的创建和撤消。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）消息的发送和接收。</a:t>
            </a:r>
            <a:r>
              <a:rPr lang="en-US" altLang="zh-CN" dirty="0"/>
              <a:t>       </a:t>
            </a:r>
          </a:p>
          <a:p>
            <a:pPr marL="0" indent="0">
              <a:buNone/>
            </a:pPr>
            <a:r>
              <a:rPr lang="en-US" altLang="zh-CN" dirty="0"/>
              <a:t>           Send(mailbox, message)</a:t>
            </a:r>
            <a:r>
              <a:rPr lang="zh-CN" altLang="zh-CN" dirty="0"/>
              <a:t>： 将一个消息发送到指定信箱；</a:t>
            </a:r>
            <a:r>
              <a:rPr lang="en-US" altLang="zh-CN" dirty="0"/>
              <a:t>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   Receive(mailbox, message)</a:t>
            </a:r>
            <a:r>
              <a:rPr lang="zh-CN" altLang="zh-CN" dirty="0"/>
              <a:t>：从指定信箱中接收一个消息；</a:t>
            </a:r>
            <a:r>
              <a:rPr lang="en-US" altLang="zh-CN" dirty="0"/>
              <a:t> </a:t>
            </a:r>
            <a:endParaRPr lang="zh-CN" altLang="zh-CN" dirty="0"/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027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784066-7848-4254-B957-6A014CEDB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344" y="1305514"/>
            <a:ext cx="10007600" cy="3154974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/>
              <a:t>信箱的属性：</a:t>
            </a:r>
            <a:endParaRPr lang="en-US" altLang="zh-CN" sz="2800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sz="2800" dirty="0"/>
              <a:t>私有信箱：只有</a:t>
            </a:r>
            <a:r>
              <a:rPr lang="zh-CN" altLang="en-US" sz="2800" dirty="0">
                <a:solidFill>
                  <a:srgbClr val="0000FF"/>
                </a:solidFill>
              </a:rPr>
              <a:t>信箱所有者</a:t>
            </a:r>
            <a:r>
              <a:rPr lang="zh-CN" altLang="en-US" sz="2800" dirty="0"/>
              <a:t>可以从信箱读消息，其他进程只能发送；</a:t>
            </a:r>
            <a:endParaRPr lang="en-US" altLang="zh-CN" sz="2800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sz="2800" dirty="0"/>
              <a:t>公共信箱：系统创建，</a:t>
            </a:r>
            <a:r>
              <a:rPr lang="zh-CN" altLang="en-US" sz="2800" dirty="0">
                <a:solidFill>
                  <a:srgbClr val="0000FF"/>
                </a:solidFill>
              </a:rPr>
              <a:t>所有进程</a:t>
            </a:r>
            <a:r>
              <a:rPr lang="zh-CN" altLang="en-US" sz="2800" dirty="0"/>
              <a:t>可以使用；</a:t>
            </a:r>
            <a:endParaRPr lang="en-US" altLang="zh-CN" sz="2800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sz="2800" dirty="0"/>
              <a:t>共享信箱：某进程创建，指明哪些用户进程可以共享使用。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9520D78-4D31-4597-A117-F326FCDC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5" y="114300"/>
            <a:ext cx="10007600" cy="706438"/>
          </a:xfrm>
        </p:spPr>
        <p:txBody>
          <a:bodyPr/>
          <a:lstStyle/>
          <a:p>
            <a:r>
              <a:rPr lang="en-US" altLang="zh-CN" dirty="0"/>
              <a:t>2.  </a:t>
            </a:r>
            <a:r>
              <a:rPr lang="zh-CN" altLang="en-US" dirty="0"/>
              <a:t>间接通信方式</a:t>
            </a:r>
          </a:p>
        </p:txBody>
      </p:sp>
    </p:spTree>
    <p:extLst>
      <p:ext uri="{BB962C8B-B14F-4D97-AF65-F5344CB8AC3E}">
        <p14:creationId xmlns:p14="http://schemas.microsoft.com/office/powerpoint/2010/main" val="43609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0250" y="910931"/>
            <a:ext cx="10968990" cy="555454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zh-CN" sz="2200" dirty="0"/>
              <a:t>生产者：从</a:t>
            </a:r>
            <a:r>
              <a:rPr lang="en-US" altLang="zh-CN" sz="2200" dirty="0" err="1"/>
              <a:t>producemail</a:t>
            </a:r>
            <a:r>
              <a:rPr lang="zh-CN" altLang="zh-CN" sz="2200" dirty="0"/>
              <a:t>中接收空消息。若接收到，则生产产品（消息），并将它发送到信箱</a:t>
            </a:r>
            <a:r>
              <a:rPr lang="en-US" altLang="zh-CN" sz="2200" dirty="0" err="1"/>
              <a:t>consumemail</a:t>
            </a:r>
            <a:r>
              <a:rPr lang="zh-CN" altLang="zh-CN" sz="2200" dirty="0"/>
              <a:t>中。</a:t>
            </a:r>
            <a:r>
              <a:rPr lang="en-US" altLang="zh-CN" sz="2200" dirty="0"/>
              <a:t> </a:t>
            </a:r>
            <a:endParaRPr lang="zh-CN" altLang="zh-CN" sz="2200" dirty="0"/>
          </a:p>
          <a:p>
            <a:pPr>
              <a:lnSpc>
                <a:spcPct val="100000"/>
              </a:lnSpc>
            </a:pPr>
            <a:r>
              <a:rPr lang="zh-CN" altLang="zh-CN" sz="2200" dirty="0"/>
              <a:t>消费者：从</a:t>
            </a:r>
            <a:r>
              <a:rPr lang="en-US" altLang="zh-CN" sz="2200" dirty="0" err="1"/>
              <a:t>consumemail</a:t>
            </a:r>
            <a:r>
              <a:rPr lang="zh-CN" altLang="zh-CN" sz="2200" dirty="0"/>
              <a:t>中接收消息。取走消息消费后，发送空消息到信箱</a:t>
            </a:r>
            <a:r>
              <a:rPr lang="en-US" altLang="zh-CN" sz="2200" dirty="0" err="1"/>
              <a:t>producemail</a:t>
            </a:r>
            <a:r>
              <a:rPr lang="zh-CN" altLang="zh-CN" sz="2200" dirty="0"/>
              <a:t>中。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zh-CN" sz="2200" dirty="0"/>
              <a:t>生产者</a:t>
            </a:r>
            <a:r>
              <a:rPr lang="en-US" altLang="zh-CN" sz="2200" dirty="0"/>
              <a:t>-</a:t>
            </a:r>
            <a:r>
              <a:rPr lang="zh-CN" altLang="zh-CN" sz="2200" dirty="0"/>
              <a:t>消费者的通信过程可分别描述如下：</a:t>
            </a:r>
            <a:r>
              <a:rPr lang="en-US" altLang="zh-CN" sz="2200" b="1" dirty="0"/>
              <a:t> </a:t>
            </a:r>
            <a:endParaRPr lang="zh-CN" altLang="zh-CN" sz="2200" dirty="0"/>
          </a:p>
          <a:p>
            <a:pPr marL="914400" lvl="2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2200" dirty="0" err="1"/>
              <a:t>const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capacity=/*buffering capacity*/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null=/*empty message*/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void producer(  )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{   message </a:t>
            </a:r>
            <a:r>
              <a:rPr lang="en-US" altLang="zh-CN" sz="2200" dirty="0" err="1"/>
              <a:t>pmsg</a:t>
            </a:r>
            <a:r>
              <a:rPr lang="en-US" altLang="zh-CN" sz="2200" dirty="0"/>
              <a:t>;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while(true)  {   receive(</a:t>
            </a:r>
            <a:r>
              <a:rPr lang="en-US" altLang="zh-CN" sz="2200" dirty="0" err="1"/>
              <a:t>producemail,null</a:t>
            </a:r>
            <a:r>
              <a:rPr lang="en-US" altLang="zh-CN" sz="2200" dirty="0"/>
              <a:t>);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</a:t>
            </a:r>
            <a:r>
              <a:rPr lang="en-US" altLang="zh-CN" sz="2200" dirty="0" err="1"/>
              <a:t>pmsg</a:t>
            </a:r>
            <a:r>
              <a:rPr lang="en-US" altLang="zh-CN" sz="2200" dirty="0"/>
              <a:t>=produce( );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   send(</a:t>
            </a:r>
            <a:r>
              <a:rPr lang="en-US" altLang="zh-CN" sz="2200" dirty="0" err="1"/>
              <a:t>consumemail,pmsg</a:t>
            </a:r>
            <a:r>
              <a:rPr lang="en-US" altLang="zh-CN" sz="2200" dirty="0"/>
              <a:t>);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                   }</a:t>
            </a:r>
            <a:endParaRPr lang="zh-CN" altLang="zh-CN" sz="22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}</a:t>
            </a:r>
            <a:endParaRPr lang="zh-CN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zh-CN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zh-CN" altLang="en-US" sz="22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利用信箱解决生产者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</p:spTree>
    <p:extLst>
      <p:ext uri="{BB962C8B-B14F-4D97-AF65-F5344CB8AC3E}">
        <p14:creationId xmlns:p14="http://schemas.microsoft.com/office/powerpoint/2010/main" val="3357650009"/>
      </p:ext>
    </p:extLst>
  </p:cSld>
  <p:clrMapOvr>
    <a:masterClrMapping/>
  </p:clrMapOvr>
  <p:transition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02371"/>
            <a:ext cx="10968990" cy="50222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void consumer(  )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{   message </a:t>
            </a:r>
            <a:r>
              <a:rPr lang="en-US" altLang="zh-CN" dirty="0" err="1"/>
              <a:t>cmsg</a:t>
            </a:r>
            <a:r>
              <a:rPr lang="en-US" altLang="zh-CN" dirty="0"/>
              <a:t>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    while(true){   receive(</a:t>
            </a:r>
            <a:r>
              <a:rPr lang="en-US" altLang="zh-CN" dirty="0" err="1"/>
              <a:t>consumemail,cmsg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                        consume(</a:t>
            </a:r>
            <a:r>
              <a:rPr lang="en-US" altLang="zh-CN" dirty="0" err="1"/>
              <a:t>cmsg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                        send(</a:t>
            </a:r>
            <a:r>
              <a:rPr lang="en-US" altLang="zh-CN" dirty="0" err="1"/>
              <a:t>producemail,null</a:t>
            </a:r>
            <a:r>
              <a:rPr lang="en-US" altLang="zh-CN" dirty="0"/>
              <a:t>);	}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  }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void main( )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{    </a:t>
            </a:r>
            <a:r>
              <a:rPr lang="en-US" altLang="zh-CN" dirty="0" err="1"/>
              <a:t>create_mailbox</a:t>
            </a:r>
            <a:r>
              <a:rPr lang="en-US" altLang="zh-CN" dirty="0"/>
              <a:t>(</a:t>
            </a:r>
            <a:r>
              <a:rPr lang="en-US" altLang="zh-CN" dirty="0" err="1"/>
              <a:t>producemail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create_mailbox</a:t>
            </a:r>
            <a:r>
              <a:rPr lang="en-US" altLang="zh-CN" dirty="0"/>
              <a:t>(</a:t>
            </a:r>
            <a:r>
              <a:rPr lang="en-US" altLang="zh-CN" dirty="0" err="1"/>
              <a:t>consumemail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 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=1;i&lt;=</a:t>
            </a:r>
            <a:r>
              <a:rPr lang="en-US" altLang="zh-CN" dirty="0" err="1"/>
              <a:t>capacity;i</a:t>
            </a:r>
            <a:r>
              <a:rPr lang="en-US" altLang="zh-CN" dirty="0"/>
              <a:t>++)    send(</a:t>
            </a:r>
            <a:r>
              <a:rPr lang="en-US" altLang="zh-CN" dirty="0" err="1"/>
              <a:t>producemail,null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parbegin</a:t>
            </a:r>
            <a:r>
              <a:rPr lang="en-US" altLang="zh-CN" dirty="0"/>
              <a:t>(producer(), consumer());</a:t>
            </a:r>
            <a:endParaRPr lang="zh-CN" altLang="zh-CN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dirty="0"/>
              <a:t>  }</a:t>
            </a:r>
            <a:endParaRPr lang="zh-CN" altLang="zh-CN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利用信箱解决生产者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</p:spTree>
    <p:extLst>
      <p:ext uri="{BB962C8B-B14F-4D97-AF65-F5344CB8AC3E}">
        <p14:creationId xmlns:p14="http://schemas.microsoft.com/office/powerpoint/2010/main" val="1866327946"/>
      </p:ext>
    </p:extLst>
  </p:cSld>
  <p:clrMapOvr>
    <a:masterClrMapping/>
  </p:clrMapOvr>
  <p:transition>
    <p:rand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95" y="114369"/>
            <a:ext cx="10007917" cy="733123"/>
          </a:xfrm>
        </p:spPr>
        <p:txBody>
          <a:bodyPr/>
          <a:lstStyle/>
          <a:p>
            <a:r>
              <a:rPr lang="en-US" altLang="zh-CN" dirty="0"/>
              <a:t>3.  </a:t>
            </a:r>
            <a:r>
              <a:rPr lang="zh-CN" altLang="en-US" dirty="0"/>
              <a:t>消息缓冲队列通信机制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512" y="989352"/>
            <a:ext cx="10884975" cy="11482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200" dirty="0"/>
              <a:t>      </a:t>
            </a:r>
            <a:r>
              <a:rPr lang="zh-CN" altLang="zh-CN" sz="2200" dirty="0"/>
              <a:t>消息缓冲队列通信机制是由</a:t>
            </a:r>
            <a:r>
              <a:rPr lang="en-US" altLang="zh-CN" sz="2200" dirty="0"/>
              <a:t>Hansen</a:t>
            </a:r>
            <a:r>
              <a:rPr lang="zh-CN" altLang="zh-CN" sz="2200" dirty="0"/>
              <a:t>在</a:t>
            </a:r>
            <a:r>
              <a:rPr lang="en-US" altLang="zh-CN" sz="2200" dirty="0"/>
              <a:t>1973</a:t>
            </a:r>
            <a:r>
              <a:rPr lang="zh-CN" altLang="zh-CN" sz="2200" dirty="0"/>
              <a:t>年提出的一种进程通信方式，如图</a:t>
            </a:r>
            <a:r>
              <a:rPr lang="en-US" altLang="zh-CN" sz="2200" dirty="0"/>
              <a:t>3-5</a:t>
            </a:r>
            <a:r>
              <a:rPr lang="zh-CN" altLang="zh-CN" sz="2200" dirty="0"/>
              <a:t>所示。</a:t>
            </a:r>
            <a:endParaRPr lang="zh-CN" altLang="en-US" sz="20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890575"/>
              </p:ext>
            </p:extLst>
          </p:nvPr>
        </p:nvGraphicFramePr>
        <p:xfrm>
          <a:off x="2533900" y="1604717"/>
          <a:ext cx="6063598" cy="484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229328" imgH="3381404" progId="Visio.Drawing.15">
                  <p:embed/>
                </p:oleObj>
              </mc:Choice>
              <mc:Fallback>
                <p:oleObj name="Visio" r:id="rId3" imgW="4229328" imgH="3381404" progId="Visio.Drawing.15">
                  <p:embed/>
                  <p:pic>
                    <p:nvPicPr>
                      <p:cNvPr id="0" name="对象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900" y="1604717"/>
                        <a:ext cx="6063598" cy="4840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311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DF65B83-2A08-49C8-BCD2-C67B9A45EC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834610"/>
              </p:ext>
            </p:extLst>
          </p:nvPr>
        </p:nvGraphicFramePr>
        <p:xfrm>
          <a:off x="370388" y="844952"/>
          <a:ext cx="11549171" cy="578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468868" imgH="4247388" progId="Unknown">
                  <p:embed/>
                </p:oleObj>
              </mc:Choice>
              <mc:Fallback>
                <p:oleObj r:id="rId2" imgW="8468868" imgH="4247388" progId="Unknown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88" y="844952"/>
                        <a:ext cx="11549171" cy="5788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56EA7A8-0991-3993-82AD-59810A029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95" y="114369"/>
            <a:ext cx="10007917" cy="733123"/>
          </a:xfrm>
        </p:spPr>
        <p:txBody>
          <a:bodyPr/>
          <a:lstStyle/>
          <a:p>
            <a:r>
              <a:rPr lang="en-US" altLang="zh-CN" dirty="0"/>
              <a:t>3.  </a:t>
            </a:r>
            <a:r>
              <a:rPr lang="zh-CN" altLang="en-US" dirty="0"/>
              <a:t>消息缓冲队列通信机制</a:t>
            </a:r>
          </a:p>
        </p:txBody>
      </p:sp>
    </p:spTree>
    <p:extLst>
      <p:ext uri="{BB962C8B-B14F-4D97-AF65-F5344CB8AC3E}">
        <p14:creationId xmlns:p14="http://schemas.microsoft.com/office/powerpoint/2010/main" val="632453457"/>
      </p:ext>
    </p:extLst>
  </p:cSld>
  <p:clrMapOvr>
    <a:masterClrMapping/>
  </p:clrMapOvr>
  <p:transition>
    <p:rand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 </a:t>
            </a:r>
            <a:r>
              <a:rPr lang="zh-CN" altLang="en-US" dirty="0"/>
              <a:t>消息缓冲队列通信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7923" y="1179758"/>
            <a:ext cx="10893780" cy="4827802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1</a:t>
            </a:r>
            <a:r>
              <a:rPr lang="zh-CN" altLang="zh-CN" sz="2800" dirty="0"/>
              <a:t>） 消息缓冲队列通信机制中的数据结构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/>
              <a:t> ① </a:t>
            </a:r>
            <a:r>
              <a:rPr lang="zh-CN" altLang="zh-CN" sz="2800" dirty="0"/>
              <a:t>消息缓冲区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message   {	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</a:t>
            </a:r>
            <a:r>
              <a:rPr lang="en-US" altLang="zh-CN" dirty="0" err="1"/>
              <a:t>int</a:t>
            </a:r>
            <a:r>
              <a:rPr lang="en-US" altLang="zh-CN" dirty="0"/>
              <a:t> sender;    //</a:t>
            </a:r>
            <a:r>
              <a:rPr lang="zh-CN" altLang="zh-CN" dirty="0"/>
              <a:t>发送者进程标识符</a:t>
            </a:r>
            <a:r>
              <a:rPr lang="en-US" altLang="zh-CN" dirty="0"/>
              <a:t></a:t>
            </a:r>
            <a:endParaRPr lang="zh-CN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</a:t>
            </a:r>
            <a:r>
              <a:rPr lang="en-US" altLang="zh-CN" dirty="0" err="1"/>
              <a:t>int</a:t>
            </a:r>
            <a:r>
              <a:rPr lang="en-US" altLang="zh-CN" dirty="0"/>
              <a:t> type;     //</a:t>
            </a:r>
            <a:r>
              <a:rPr lang="zh-CN" altLang="zh-CN" dirty="0"/>
              <a:t>消息类型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</a:t>
            </a:r>
            <a:r>
              <a:rPr lang="en-US" altLang="zh-CN" dirty="0" err="1"/>
              <a:t>int</a:t>
            </a:r>
            <a:r>
              <a:rPr lang="en-US" altLang="zh-CN" dirty="0"/>
              <a:t> size;       //</a:t>
            </a:r>
            <a:r>
              <a:rPr lang="zh-CN" altLang="zh-CN" dirty="0"/>
              <a:t>消息长度</a:t>
            </a:r>
            <a:r>
              <a:rPr lang="en-US" altLang="zh-CN" dirty="0"/>
              <a:t></a:t>
            </a:r>
            <a:endParaRPr lang="zh-CN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char *text      //</a:t>
            </a:r>
            <a:r>
              <a:rPr lang="zh-CN" altLang="zh-CN" dirty="0"/>
              <a:t>消息正文（含接收者标识符）</a:t>
            </a:r>
            <a:r>
              <a:rPr lang="en-US" altLang="zh-CN" dirty="0"/>
              <a:t></a:t>
            </a:r>
            <a:endParaRPr lang="zh-CN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</a:t>
            </a:r>
            <a:r>
              <a:rPr lang="en-US" altLang="zh-CN" dirty="0" err="1"/>
              <a:t>struct</a:t>
            </a:r>
            <a:r>
              <a:rPr lang="en-US" altLang="zh-CN" dirty="0"/>
              <a:t> message  *next //</a:t>
            </a:r>
            <a:r>
              <a:rPr lang="zh-CN" altLang="zh-CN" dirty="0"/>
              <a:t>指向消息队列中下一个消息缓冲区的指针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};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812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 </a:t>
            </a:r>
            <a:r>
              <a:rPr lang="zh-CN" altLang="en-US" dirty="0"/>
              <a:t>消息缓冲队列通信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3002" y="1016589"/>
            <a:ext cx="11267720" cy="5101072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/>
              <a:t> ② PCB</a:t>
            </a:r>
            <a:r>
              <a:rPr lang="zh-CN" altLang="zh-CN" sz="2800" dirty="0"/>
              <a:t>结构中有关进程同步的信息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</a:t>
            </a:r>
            <a:r>
              <a:rPr lang="zh-CN" altLang="zh-CN" dirty="0"/>
              <a:t>对消息队列进行操作和实现同步的信号量，</a:t>
            </a:r>
            <a:r>
              <a:rPr lang="en-US" altLang="zh-CN" dirty="0"/>
              <a:t> </a:t>
            </a:r>
            <a:r>
              <a:rPr lang="zh-CN" altLang="zh-CN" dirty="0"/>
              <a:t>记录在进程的</a:t>
            </a:r>
            <a:r>
              <a:rPr lang="en-US" altLang="zh-CN" dirty="0"/>
              <a:t>PCB</a:t>
            </a:r>
            <a:r>
              <a:rPr lang="zh-CN" altLang="zh-CN" dirty="0"/>
              <a:t>中，如下所示：</a:t>
            </a:r>
            <a:r>
              <a:rPr lang="en-US" altLang="zh-CN" dirty="0"/>
              <a:t>                </a:t>
            </a:r>
            <a:endParaRPr lang="zh-CN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struct  PCB  {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 …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struct</a:t>
            </a:r>
            <a:r>
              <a:rPr lang="en-US" altLang="zh-CN" dirty="0"/>
              <a:t> message  *head;   //</a:t>
            </a:r>
            <a:r>
              <a:rPr lang="zh-CN" altLang="zh-CN" dirty="0"/>
              <a:t>指向该进程接收到的消息队列队首指针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 semaphore  </a:t>
            </a:r>
            <a:r>
              <a:rPr lang="en-US" altLang="zh-CN" dirty="0" err="1"/>
              <a:t>mutex</a:t>
            </a:r>
            <a:r>
              <a:rPr lang="en-US" altLang="zh-CN" dirty="0"/>
              <a:t>;  //</a:t>
            </a:r>
            <a:r>
              <a:rPr lang="zh-CN" altLang="zh-CN" dirty="0"/>
              <a:t>消息队列是临界资源，该信号量用于它的互斥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 semaphore  </a:t>
            </a:r>
            <a:r>
              <a:rPr lang="en-US" altLang="zh-CN" dirty="0" err="1"/>
              <a:t>mnum</a:t>
            </a:r>
            <a:r>
              <a:rPr lang="zh-CN" altLang="zh-CN" dirty="0"/>
              <a:t>；</a:t>
            </a:r>
            <a:r>
              <a:rPr lang="en-US" altLang="zh-CN" dirty="0"/>
              <a:t> //</a:t>
            </a:r>
            <a:r>
              <a:rPr lang="zh-CN" altLang="zh-CN" dirty="0"/>
              <a:t>同步信号量，其值表示消息队列中的消息数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        …</a:t>
            </a:r>
            <a:endParaRPr lang="zh-CN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    };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30980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 </a:t>
            </a:r>
            <a:r>
              <a:rPr lang="zh-CN" altLang="en-US" dirty="0"/>
              <a:t>消息缓冲队列通信示例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6804" y="917961"/>
            <a:ext cx="9106270" cy="561665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）利用通信原语进行通信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① </a:t>
            </a:r>
            <a:r>
              <a:rPr lang="zh-CN" altLang="zh-CN" dirty="0"/>
              <a:t>发送原语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void send(Q, m)  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{   </a:t>
            </a:r>
            <a:r>
              <a:rPr lang="zh-CN" altLang="zh-CN" dirty="0"/>
              <a:t>根据消息</a:t>
            </a:r>
            <a:r>
              <a:rPr lang="en-US" altLang="zh-CN" dirty="0"/>
              <a:t>m</a:t>
            </a:r>
            <a:r>
              <a:rPr lang="zh-CN" altLang="zh-CN" dirty="0"/>
              <a:t>的长度</a:t>
            </a:r>
            <a:r>
              <a:rPr lang="en-US" altLang="zh-CN" dirty="0"/>
              <a:t>size</a:t>
            </a:r>
            <a:r>
              <a:rPr lang="zh-CN" altLang="zh-CN" dirty="0"/>
              <a:t>向系统申请一个消息缓冲区；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    </a:t>
            </a:r>
            <a:r>
              <a:rPr lang="zh-CN" altLang="zh-CN" dirty="0"/>
              <a:t>找到接收进程的</a:t>
            </a:r>
            <a:r>
              <a:rPr lang="en-US" altLang="zh-CN" dirty="0"/>
              <a:t>PCB</a:t>
            </a:r>
            <a:r>
              <a:rPr lang="zh-CN" altLang="zh-CN" dirty="0"/>
              <a:t>；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    wait(</a:t>
            </a:r>
            <a:r>
              <a:rPr lang="en-US" altLang="zh-CN" dirty="0" err="1"/>
              <a:t>mutex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    </a:t>
            </a:r>
            <a:r>
              <a:rPr lang="zh-CN" altLang="zh-CN" dirty="0"/>
              <a:t>将准备发送的消息</a:t>
            </a:r>
            <a:r>
              <a:rPr lang="en-US" altLang="zh-CN" dirty="0"/>
              <a:t>m</a:t>
            </a:r>
            <a:r>
              <a:rPr lang="zh-CN" altLang="zh-CN" dirty="0"/>
              <a:t>复制到新申请的消息缓冲区；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    </a:t>
            </a:r>
            <a:r>
              <a:rPr lang="zh-CN" altLang="zh-CN" dirty="0"/>
              <a:t>将消息缓冲区挂在接收进程消息队列的队尾；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    signal(</a:t>
            </a:r>
            <a:r>
              <a:rPr lang="en-US" altLang="zh-CN" dirty="0" err="1"/>
              <a:t>mutex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    signal(</a:t>
            </a:r>
            <a:r>
              <a:rPr lang="en-US" altLang="zh-CN" dirty="0" err="1"/>
              <a:t>mnum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dirty="0"/>
              <a:t>  }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1886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3750" y="960166"/>
            <a:ext cx="10325528" cy="54963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② </a:t>
            </a:r>
            <a:r>
              <a:rPr lang="zh-CN" altLang="zh-CN" dirty="0"/>
              <a:t>接收原语</a:t>
            </a:r>
          </a:p>
          <a:p>
            <a:pPr marL="0" indent="0">
              <a:buNone/>
            </a:pPr>
            <a:r>
              <a:rPr lang="en-US" altLang="zh-CN" dirty="0"/>
              <a:t> void receive(n)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{   wait(</a:t>
            </a:r>
            <a:r>
              <a:rPr lang="en-US" altLang="zh-CN" dirty="0" err="1"/>
              <a:t>mnum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wait(</a:t>
            </a:r>
            <a:r>
              <a:rPr lang="en-US" altLang="zh-CN" dirty="0" err="1"/>
              <a:t>mutex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zh-CN" dirty="0"/>
              <a:t>从</a:t>
            </a:r>
            <a:r>
              <a:rPr lang="en-US" altLang="zh-CN" dirty="0"/>
              <a:t>head</a:t>
            </a:r>
            <a:r>
              <a:rPr lang="zh-CN" altLang="zh-CN" dirty="0"/>
              <a:t>指向的消息队列中摘下第一个消息缓冲区；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zh-CN" dirty="0"/>
              <a:t>将消息缓冲区中的信息</a:t>
            </a:r>
            <a:r>
              <a:rPr lang="en-US" altLang="zh-CN" dirty="0"/>
              <a:t>n</a:t>
            </a:r>
            <a:r>
              <a:rPr lang="zh-CN" altLang="zh-CN" dirty="0"/>
              <a:t>取出</a:t>
            </a:r>
            <a:r>
              <a:rPr lang="en-US" altLang="zh-CN" dirty="0"/>
              <a:t>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zh-CN" dirty="0"/>
              <a:t>释放消息缓冲区；</a:t>
            </a:r>
          </a:p>
          <a:p>
            <a:pPr marL="0" indent="0">
              <a:buNone/>
            </a:pPr>
            <a:r>
              <a:rPr lang="en-US" altLang="zh-CN" dirty="0"/>
              <a:t>    signal(</a:t>
            </a:r>
            <a:r>
              <a:rPr lang="en-US" altLang="zh-CN" dirty="0" err="1"/>
              <a:t>mutex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 </a:t>
            </a:r>
            <a:r>
              <a:rPr lang="zh-CN" altLang="en-US" dirty="0"/>
              <a:t>消息缓冲队列通信示例</a:t>
            </a:r>
          </a:p>
        </p:txBody>
      </p:sp>
    </p:spTree>
    <p:extLst>
      <p:ext uri="{BB962C8B-B14F-4D97-AF65-F5344CB8AC3E}">
        <p14:creationId xmlns:p14="http://schemas.microsoft.com/office/powerpoint/2010/main" val="232682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6BA88-BBE0-19E7-E3D4-6DACD037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F0818B-175A-068F-5B0C-B875F40D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44" y="1072219"/>
            <a:ext cx="10968990" cy="517092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1800" dirty="0"/>
              <a:t>视频剪辑工具剪映在处理 “多轨道视频剪辑 </a:t>
            </a:r>
            <a:r>
              <a:rPr lang="en-US" altLang="zh-CN" sz="1800" dirty="0"/>
              <a:t>+ </a:t>
            </a:r>
            <a:r>
              <a:rPr lang="zh-CN" altLang="en-US" sz="1800" dirty="0"/>
              <a:t>实时预览 </a:t>
            </a:r>
            <a:r>
              <a:rPr lang="en-US" altLang="zh-CN" sz="1800" dirty="0"/>
              <a:t>+ </a:t>
            </a:r>
            <a:r>
              <a:rPr lang="zh-CN" altLang="en-US" sz="1800" dirty="0"/>
              <a:t>导出” 任务时，涉及主进程、解码进程、渲染进程、预览进程、导出进程 </a:t>
            </a:r>
            <a:r>
              <a:rPr lang="en-US" altLang="zh-CN" sz="1800" dirty="0"/>
              <a:t>5 </a:t>
            </a:r>
            <a:r>
              <a:rPr lang="zh-CN" altLang="en-US" sz="1800" dirty="0"/>
              <a:t>个核心进程。</a:t>
            </a:r>
            <a:endParaRPr lang="en-US" altLang="zh-CN" sz="1800" dirty="0"/>
          </a:p>
          <a:p>
            <a:r>
              <a:rPr lang="zh-CN" altLang="en-US" sz="1800" dirty="0"/>
              <a:t>已知以下场景需求： </a:t>
            </a:r>
            <a:endParaRPr lang="en-US" altLang="zh-CN" sz="1800" dirty="0"/>
          </a:p>
          <a:p>
            <a:r>
              <a:rPr lang="zh-CN" altLang="en-US" sz="1800" dirty="0"/>
              <a:t>解码进程需将 </a:t>
            </a:r>
            <a:r>
              <a:rPr lang="en-US" altLang="zh-CN" sz="1800" dirty="0"/>
              <a:t>MP4 </a:t>
            </a:r>
            <a:r>
              <a:rPr lang="zh-CN" altLang="en-US" sz="1800" dirty="0"/>
              <a:t>视频解码为每秒 </a:t>
            </a:r>
            <a:r>
              <a:rPr lang="en-US" altLang="zh-CN" sz="1800" dirty="0"/>
              <a:t>30 </a:t>
            </a:r>
            <a:r>
              <a:rPr lang="zh-CN" altLang="en-US" sz="1800" dirty="0"/>
              <a:t>帧、单帧 </a:t>
            </a:r>
            <a:r>
              <a:rPr lang="en-US" altLang="zh-CN" sz="1800" dirty="0"/>
              <a:t>2MB </a:t>
            </a:r>
            <a:r>
              <a:rPr lang="zh-CN" altLang="en-US" sz="1800" dirty="0"/>
              <a:t>的帧数据，且需无延迟传递给渲染进程做特效处理； </a:t>
            </a:r>
            <a:endParaRPr lang="en-US" altLang="zh-CN" sz="1800" dirty="0"/>
          </a:p>
          <a:p>
            <a:r>
              <a:rPr lang="zh-CN" altLang="en-US" sz="1800" dirty="0"/>
              <a:t>渲染进程处理完帧数据后，需同时传递两份数据 </a:t>
            </a:r>
            <a:r>
              <a:rPr lang="en-US" altLang="zh-CN" sz="1800" dirty="0"/>
              <a:t>—— </a:t>
            </a:r>
            <a:r>
              <a:rPr lang="zh-CN" altLang="en-US" sz="1800" dirty="0"/>
              <a:t>一份给预览进程用于实时画面预览（要求画面流畅，允许偶尔丢帧），另一份给导出进程用于最终编码（要求帧顺序绝对正确，不允许丢帧）； </a:t>
            </a:r>
            <a:endParaRPr lang="en-US" altLang="zh-CN" sz="1800" dirty="0"/>
          </a:p>
          <a:p>
            <a:r>
              <a:rPr lang="zh-CN" altLang="en-US" sz="1800" dirty="0"/>
              <a:t>主进程需实时获取导出进程的进度（如 “导出完成 </a:t>
            </a:r>
            <a:r>
              <a:rPr lang="en-US" altLang="zh-CN" sz="1800" dirty="0"/>
              <a:t>30%”</a:t>
            </a:r>
            <a:r>
              <a:rPr lang="zh-CN" altLang="en-US" sz="1800" dirty="0"/>
              <a:t>），并将进度同步到界面显示，且不希望因等待进度反馈而卡顿。 </a:t>
            </a:r>
            <a:endParaRPr lang="en-US" altLang="zh-CN" sz="1800" dirty="0"/>
          </a:p>
          <a:p>
            <a:r>
              <a:rPr lang="zh-CN" altLang="en-US" sz="1800" dirty="0"/>
              <a:t>请结合以上需求回答问题： </a:t>
            </a:r>
            <a:endParaRPr lang="en-US" altLang="zh-CN" sz="1800" dirty="0"/>
          </a:p>
          <a:p>
            <a:r>
              <a:rPr lang="en-US" altLang="zh-CN" sz="1800" dirty="0"/>
              <a:t>1. </a:t>
            </a:r>
            <a:r>
              <a:rPr lang="zh-CN" altLang="en-US" sz="1800" dirty="0"/>
              <a:t>请为 “解码进程→渲染进程” 选择最合适的通信方式，并说明至少 </a:t>
            </a:r>
            <a:r>
              <a:rPr lang="en-US" altLang="zh-CN" sz="1800" dirty="0"/>
              <a:t>2 </a:t>
            </a:r>
            <a:r>
              <a:rPr lang="zh-CN" altLang="en-US" sz="1800" dirty="0"/>
              <a:t>点理由；</a:t>
            </a:r>
            <a:endParaRPr lang="en-US" altLang="zh-CN" sz="1800" dirty="0"/>
          </a:p>
          <a:p>
            <a:r>
              <a:rPr lang="en-US" altLang="zh-CN" sz="1800" dirty="0"/>
              <a:t>2. </a:t>
            </a:r>
            <a:r>
              <a:rPr lang="zh-CN" altLang="en-US" sz="1800" dirty="0"/>
              <a:t>渲染进程向预览进程、导出进程传递数据时，应分别选择哪种通信方式？请各说明至少 </a:t>
            </a:r>
            <a:r>
              <a:rPr lang="en-US" altLang="zh-CN" sz="1800" dirty="0"/>
              <a:t>2 </a:t>
            </a:r>
            <a:r>
              <a:rPr lang="zh-CN" altLang="en-US" sz="1800" dirty="0"/>
              <a:t>点理由； </a:t>
            </a:r>
            <a:endParaRPr lang="en-US" altLang="zh-CN" sz="1800" dirty="0"/>
          </a:p>
          <a:p>
            <a:r>
              <a:rPr lang="en-US" altLang="zh-CN" sz="1800" dirty="0"/>
              <a:t>3. </a:t>
            </a:r>
            <a:r>
              <a:rPr lang="zh-CN" altLang="en-US" sz="1800" dirty="0"/>
              <a:t>主进程与导出进程之间如何实现进度同步？选择哪种通信方式更优？请说明至少 </a:t>
            </a:r>
            <a:r>
              <a:rPr lang="en-US" altLang="zh-CN" sz="1800" dirty="0"/>
              <a:t>2 </a:t>
            </a:r>
            <a:r>
              <a:rPr lang="zh-CN" altLang="en-US" sz="1800" dirty="0"/>
              <a:t>点理由；</a:t>
            </a:r>
          </a:p>
        </p:txBody>
      </p:sp>
    </p:spTree>
    <p:extLst>
      <p:ext uri="{BB962C8B-B14F-4D97-AF65-F5344CB8AC3E}">
        <p14:creationId xmlns:p14="http://schemas.microsoft.com/office/powerpoint/2010/main" val="181761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025F8-9A37-CBA9-E1DB-CCDA90DA0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998" y="1124606"/>
            <a:ext cx="11121215" cy="509353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zh-CN" altLang="en-US" b="1" dirty="0"/>
              <a:t>剪映核心进程有：</a:t>
            </a:r>
            <a:endParaRPr lang="zh-CN" altLang="en-US" dirty="0"/>
          </a:p>
          <a:p>
            <a:pPr lvl="1">
              <a:lnSpc>
                <a:spcPct val="160000"/>
              </a:lnSpc>
            </a:pPr>
            <a:r>
              <a:rPr lang="zh-CN" altLang="en-US" b="1" dirty="0"/>
              <a:t>主进程</a:t>
            </a:r>
            <a:r>
              <a:rPr lang="zh-CN" altLang="en-US" dirty="0"/>
              <a:t>：负责整体的控制和协调，包括界面的渲染、用户交互事件的处理等，是整个应用的核心枢纽，比如用户在界面上进行的剪辑操作指令，首先由主进程接收和处理。</a:t>
            </a:r>
          </a:p>
          <a:p>
            <a:pPr lvl="1">
              <a:lnSpc>
                <a:spcPct val="160000"/>
              </a:lnSpc>
            </a:pPr>
            <a:r>
              <a:rPr lang="zh-CN" altLang="en-US" b="1" dirty="0"/>
              <a:t>解码进程</a:t>
            </a:r>
            <a:r>
              <a:rPr lang="zh-CN" altLang="en-US" dirty="0"/>
              <a:t>：主要用于对输入的视频、音频等素材进行解码操作，将其转换为可编辑的格式，例如将 </a:t>
            </a:r>
            <a:r>
              <a:rPr lang="en-US" altLang="zh-CN" dirty="0"/>
              <a:t>MP4 </a:t>
            </a:r>
            <a:r>
              <a:rPr lang="zh-CN" altLang="en-US" dirty="0"/>
              <a:t>格式的视频文件解码为一系列的帧图像和音频数据。</a:t>
            </a:r>
          </a:p>
          <a:p>
            <a:pPr lvl="1">
              <a:lnSpc>
                <a:spcPct val="160000"/>
              </a:lnSpc>
            </a:pPr>
            <a:r>
              <a:rPr lang="zh-CN" altLang="en-US" b="1" dirty="0"/>
              <a:t>渲染进程</a:t>
            </a:r>
            <a:r>
              <a:rPr lang="zh-CN" altLang="en-US" dirty="0"/>
              <a:t>：承担着视频特效、滤镜、转场等效果的渲染工作，根据用户设置的各种参数，对视频帧进行处理，生成最终的可视化画面，如为视频添加高斯模糊滤镜的效果就是由渲染进程来完成。</a:t>
            </a:r>
          </a:p>
          <a:p>
            <a:pPr lvl="1">
              <a:lnSpc>
                <a:spcPct val="160000"/>
              </a:lnSpc>
            </a:pPr>
            <a:r>
              <a:rPr lang="zh-CN" altLang="en-US" b="1" dirty="0"/>
              <a:t>导出进程</a:t>
            </a:r>
            <a:r>
              <a:rPr lang="zh-CN" altLang="en-US" dirty="0"/>
              <a:t>：负责将编辑好的视频进行编码和导出，按照用户设定的输出格式、分辨率、帧率等参数，将视频数据转换为最终的成品文件，比如将编辑好的视频导出为 </a:t>
            </a:r>
            <a:r>
              <a:rPr lang="en-US" altLang="zh-CN" dirty="0"/>
              <a:t>MP4 </a:t>
            </a:r>
            <a:r>
              <a:rPr lang="zh-CN" altLang="en-US" dirty="0"/>
              <a:t>格式的文件。</a:t>
            </a:r>
          </a:p>
          <a:p>
            <a:pPr lvl="1">
              <a:lnSpc>
                <a:spcPct val="160000"/>
              </a:lnSpc>
            </a:pPr>
            <a:r>
              <a:rPr lang="zh-CN" altLang="en-US" b="1" dirty="0"/>
              <a:t>协作进程（若有）</a:t>
            </a:r>
            <a:r>
              <a:rPr lang="zh-CN" altLang="en-US" dirty="0"/>
              <a:t>：在剪映企业版等支持多人协作的版本中，会有协作进程，用于处理团队成员之间的实时协作编辑，包括数据的同步、冲突的解决等，如多个用户同时对一个视频项目进行编辑时，协作进程确保大家的操作能够正确地合并和显示。</a:t>
            </a:r>
          </a:p>
          <a:p>
            <a:pPr>
              <a:lnSpc>
                <a:spcPct val="16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224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, 表格, 电子邮件&#10;&#10;AI 生成的内容可能不正确。">
            <a:extLst>
              <a:ext uri="{FF2B5EF4-FFF2-40B4-BE49-F238E27FC236}">
                <a16:creationId xmlns:a16="http://schemas.microsoft.com/office/drawing/2014/main" id="{3B278B88-51CB-A01E-D43A-753C277F3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10" y="1180778"/>
            <a:ext cx="10132948" cy="434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2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1DF89A0A-4B5C-EA42-15AB-7049A2FED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31" y="536618"/>
            <a:ext cx="8836074" cy="601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9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3900</TotalTime>
  <Words>10093</Words>
  <Application>Microsoft Office PowerPoint</Application>
  <PresentationFormat>宽屏</PresentationFormat>
  <Paragraphs>829</Paragraphs>
  <Slides>103</Slides>
  <Notes>11</Notes>
  <HiddenSlides>6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103</vt:i4>
      </vt:variant>
    </vt:vector>
  </HeadingPairs>
  <TitlesOfParts>
    <vt:vector size="125" baseType="lpstr">
      <vt:lpstr>DeepSeek-CJK-patch</vt:lpstr>
      <vt:lpstr>Helvetica Neue</vt:lpstr>
      <vt:lpstr>Inter</vt:lpstr>
      <vt:lpstr>等线</vt:lpstr>
      <vt:lpstr>仿宋</vt:lpstr>
      <vt:lpstr>仿宋_GB2312</vt:lpstr>
      <vt:lpstr>黑体</vt:lpstr>
      <vt:lpstr>华文楷体</vt:lpstr>
      <vt:lpstr>华文新魏</vt:lpstr>
      <vt:lpstr>楷体</vt:lpstr>
      <vt:lpstr>隶书</vt:lpstr>
      <vt:lpstr>宋体</vt:lpstr>
      <vt:lpstr>幼圆</vt:lpstr>
      <vt:lpstr>Arial</vt:lpstr>
      <vt:lpstr>Calibri</vt:lpstr>
      <vt:lpstr>Cambria</vt:lpstr>
      <vt:lpstr>Times New Roman</vt:lpstr>
      <vt:lpstr>Wingdings</vt:lpstr>
      <vt:lpstr>Office 主题​​</vt:lpstr>
      <vt:lpstr>VISIO</vt:lpstr>
      <vt:lpstr>Visio</vt:lpstr>
      <vt:lpstr>Unknown</vt:lpstr>
      <vt:lpstr>第3章  同步与通信</vt:lpstr>
      <vt:lpstr>本章目录</vt:lpstr>
      <vt:lpstr>制约关系的引入——进程间并不是完全独立的</vt:lpstr>
      <vt:lpstr>PowerPoint 演示文稿</vt:lpstr>
      <vt:lpstr>3.1  进程的同步与互斥</vt:lpstr>
      <vt:lpstr>3.1.1  基本概念</vt:lpstr>
      <vt:lpstr>3.1.1  基本概念</vt:lpstr>
      <vt:lpstr>PowerPoint 演示文稿</vt:lpstr>
      <vt:lpstr>举例</vt:lpstr>
      <vt:lpstr>3.1.1  基本概念</vt:lpstr>
      <vt:lpstr>3.1.1  基本概念</vt:lpstr>
      <vt:lpstr>Java中对互斥问题的处理</vt:lpstr>
      <vt:lpstr>PowerPoint 演示文稿</vt:lpstr>
      <vt:lpstr>3.1.1  基本概念</vt:lpstr>
      <vt:lpstr>思考题</vt:lpstr>
      <vt:lpstr>练习：</vt:lpstr>
      <vt:lpstr>PowerPoint 演示文稿</vt:lpstr>
      <vt:lpstr>PowerPoint 演示文稿</vt:lpstr>
      <vt:lpstr>3.1.2 同步机制</vt:lpstr>
      <vt:lpstr>PowerPoint 演示文稿</vt:lpstr>
      <vt:lpstr>3.1.2  硬件同步机制</vt:lpstr>
      <vt:lpstr>3.1.2  硬件同步机制</vt:lpstr>
      <vt:lpstr>3.1.2  硬件同步机制</vt:lpstr>
      <vt:lpstr>3.1.2  硬件同步机制</vt:lpstr>
      <vt:lpstr>3.1.2  硬件同步机制</vt:lpstr>
      <vt:lpstr>3.1.3  信号量机制</vt:lpstr>
      <vt:lpstr>人物介绍</vt:lpstr>
      <vt:lpstr>1.整型信号量</vt:lpstr>
      <vt:lpstr>2.记录型信号量</vt:lpstr>
      <vt:lpstr>2.记录型信号量</vt:lpstr>
      <vt:lpstr>2.记录型信号量</vt:lpstr>
      <vt:lpstr>选择题</vt:lpstr>
      <vt:lpstr>3.信号量的使用</vt:lpstr>
      <vt:lpstr>PowerPoint 演示文稿</vt:lpstr>
      <vt:lpstr>PowerPoint 演示文稿</vt:lpstr>
      <vt:lpstr>PowerPoint 演示文稿</vt:lpstr>
      <vt:lpstr>PowerPoint 演示文稿</vt:lpstr>
      <vt:lpstr>3.信号量的使用</vt:lpstr>
      <vt:lpstr>（2）用于实现同步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3.2  经典进程同步问题</vt:lpstr>
      <vt:lpstr>PowerPoint 演示文稿</vt:lpstr>
      <vt:lpstr>3.2.1 生产者-消费者问题</vt:lpstr>
      <vt:lpstr>课堂投票</vt:lpstr>
      <vt:lpstr>生产者-消费者问题</vt:lpstr>
      <vt:lpstr>生产者-消费者问题</vt:lpstr>
      <vt:lpstr>生产者-消费者问题</vt:lpstr>
      <vt:lpstr>3.2.1  生产者-消费者问题</vt:lpstr>
      <vt:lpstr>生产者-消费者问题</vt:lpstr>
      <vt:lpstr>PowerPoint 演示文稿</vt:lpstr>
      <vt:lpstr>库存管理的例子</vt:lpstr>
      <vt:lpstr>3.2.2  读者-写者问题</vt:lpstr>
      <vt:lpstr>3.2.2  读者-写者问题</vt:lpstr>
      <vt:lpstr>3.2.2  读者-写者问题——读者优先</vt:lpstr>
      <vt:lpstr>3.2.2  读者-写者问题——读者优先</vt:lpstr>
      <vt:lpstr>3.2.2  读者-写者问题——写者优先</vt:lpstr>
      <vt:lpstr>3.2.2  读者-写者问题——写者优先</vt:lpstr>
      <vt:lpstr>3.2.3  哲学家就餐问题</vt:lpstr>
      <vt:lpstr>3.2.3  哲学家就餐问题</vt:lpstr>
      <vt:lpstr>3.2.3  哲学家就餐问题</vt:lpstr>
      <vt:lpstr>3.2.3  哲学家就餐问题</vt:lpstr>
      <vt:lpstr>3.2.3  哲学家就餐问题——解决方法1</vt:lpstr>
      <vt:lpstr>3.2.3  哲学家就餐问题——解决方法2</vt:lpstr>
      <vt:lpstr>信号量应用练习</vt:lpstr>
      <vt:lpstr>3.3  管程</vt:lpstr>
      <vt:lpstr>3.3.1  管程的基本概念</vt:lpstr>
      <vt:lpstr>3.3.1  管程的基本概念</vt:lpstr>
      <vt:lpstr>3.3.1  管程的基本概念</vt:lpstr>
      <vt:lpstr>3.3.1  管程的基本概念</vt:lpstr>
      <vt:lpstr>3.3.2  用管程解决生产者-消费者问题</vt:lpstr>
      <vt:lpstr>管程</vt:lpstr>
      <vt:lpstr>管程</vt:lpstr>
      <vt:lpstr>支持管程的编程语言 </vt:lpstr>
      <vt:lpstr>练习</vt:lpstr>
      <vt:lpstr>3.4  进程通信</vt:lpstr>
      <vt:lpstr>3.4.1  共享存储器系统</vt:lpstr>
      <vt:lpstr>PowerPoint 演示文稿</vt:lpstr>
      <vt:lpstr>PowerPoint 演示文稿</vt:lpstr>
      <vt:lpstr>3.4.2  管道通信系统</vt:lpstr>
      <vt:lpstr>3.4.2  管道通信系统</vt:lpstr>
      <vt:lpstr>PowerPoint 演示文稿</vt:lpstr>
      <vt:lpstr>3.4.3  消息传递系统</vt:lpstr>
      <vt:lpstr>1.  直接通信方式</vt:lpstr>
      <vt:lpstr>利用直接通信原语解决生产者-消费者问题</vt:lpstr>
      <vt:lpstr>2.  间接通信方式</vt:lpstr>
      <vt:lpstr>2.  间接通信方式</vt:lpstr>
      <vt:lpstr>利用信箱解决生产者-消费者问题</vt:lpstr>
      <vt:lpstr>利用信箱解决生产者-消费者问题</vt:lpstr>
      <vt:lpstr>3.  消息缓冲队列通信机制</vt:lpstr>
      <vt:lpstr>3.  消息缓冲队列通信机制</vt:lpstr>
      <vt:lpstr>3.  消息缓冲队列通信</vt:lpstr>
      <vt:lpstr>3.  消息缓冲队列通信</vt:lpstr>
      <vt:lpstr>3.  消息缓冲队列通信示例</vt:lpstr>
      <vt:lpstr>3.  消息缓冲队列通信示例</vt:lpstr>
      <vt:lpstr>思考题</vt:lpstr>
      <vt:lpstr>PowerPoint 演示文稿</vt:lpstr>
      <vt:lpstr>PowerPoint 演示文稿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操作系统概述</dc:title>
  <dc:creator/>
  <cp:lastModifiedBy>Z33789</cp:lastModifiedBy>
  <cp:revision>662</cp:revision>
  <dcterms:created xsi:type="dcterms:W3CDTF">2019-06-19T02:08:00Z</dcterms:created>
  <dcterms:modified xsi:type="dcterms:W3CDTF">2025-10-19T14:02:42Z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